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6.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7.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8.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9.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10.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8" r:id="rId2"/>
    <p:sldMasterId id="2147483670" r:id="rId3"/>
    <p:sldMasterId id="2147483666" r:id="rId4"/>
    <p:sldMasterId id="2147483734" r:id="rId5"/>
    <p:sldMasterId id="2147483750" r:id="rId6"/>
    <p:sldMasterId id="2147483766" r:id="rId7"/>
    <p:sldMasterId id="2147483782" r:id="rId8"/>
    <p:sldMasterId id="2147483805" r:id="rId9"/>
    <p:sldMasterId id="2147483821" r:id="rId10"/>
    <p:sldMasterId id="2147483843" r:id="rId11"/>
  </p:sldMasterIdLst>
  <p:notesMasterIdLst>
    <p:notesMasterId r:id="rId21"/>
  </p:notesMasterIdLst>
  <p:handoutMasterIdLst>
    <p:handoutMasterId r:id="rId22"/>
  </p:handoutMasterIdLst>
  <p:sldIdLst>
    <p:sldId id="331" r:id="rId12"/>
    <p:sldId id="343" r:id="rId13"/>
    <p:sldId id="333" r:id="rId14"/>
    <p:sldId id="334" r:id="rId15"/>
    <p:sldId id="342" r:id="rId16"/>
    <p:sldId id="336" r:id="rId17"/>
    <p:sldId id="339" r:id="rId18"/>
    <p:sldId id="338" r:id="rId19"/>
    <p:sldId id="340" r:id="rId20"/>
  </p:sldIdLst>
  <p:sldSz cx="12195175" cy="6859588"/>
  <p:notesSz cx="6858000" cy="9144000"/>
  <p:defaultTex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76" userDrawn="1">
          <p15:clr>
            <a:srgbClr val="A4A3A4"/>
          </p15:clr>
        </p15:guide>
        <p15:guide id="2" orient="horz" pos="104" userDrawn="1">
          <p15:clr>
            <a:srgbClr val="A4A3A4"/>
          </p15:clr>
        </p15:guide>
        <p15:guide id="3" orient="horz" pos="3976" userDrawn="1">
          <p15:clr>
            <a:srgbClr val="A4A3A4"/>
          </p15:clr>
        </p15:guide>
        <p15:guide id="4" orient="horz" pos="952" userDrawn="1">
          <p15:clr>
            <a:srgbClr val="A4A3A4"/>
          </p15:clr>
        </p15:guide>
        <p15:guide id="5" pos="367" userDrawn="1">
          <p15:clr>
            <a:srgbClr val="A4A3A4"/>
          </p15:clr>
        </p15:guide>
        <p15:guide id="6" pos="73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KATORI KENICHI" initials="TK" lastIdx="2" clrIdx="0">
    <p:extLst>
      <p:ext uri="{19B8F6BF-5375-455C-9EA6-DF929625EA0E}">
        <p15:presenceInfo xmlns:p15="http://schemas.microsoft.com/office/powerpoint/2012/main" userId="S-1-5-21-147214757-305610072-1517763936-5394459" providerId="AD"/>
      </p:ext>
    </p:extLst>
  </p:cmAuthor>
  <p:cmAuthor id="2" name="Wuyi (Japan Research Center)" initials="W(RC" lastIdx="30" clrIdx="1">
    <p:extLst>
      <p:ext uri="{19B8F6BF-5375-455C-9EA6-DF929625EA0E}">
        <p15:presenceInfo xmlns:p15="http://schemas.microsoft.com/office/powerpoint/2012/main" userId="S-1-5-21-147214757-305610072-1517763936-98073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FFCC"/>
    <a:srgbClr val="CCFFCC"/>
    <a:srgbClr val="CCFFFF"/>
    <a:srgbClr val="66FFFF"/>
    <a:srgbClr val="00006E"/>
    <a:srgbClr val="0000C3"/>
    <a:srgbClr val="0000D5"/>
    <a:srgbClr val="0000AF"/>
    <a:srgbClr val="000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5" autoAdjust="0"/>
    <p:restoredTop sz="94718" autoAdjust="0"/>
  </p:normalViewPr>
  <p:slideViewPr>
    <p:cSldViewPr snapToObjects="1">
      <p:cViewPr varScale="1">
        <p:scale>
          <a:sx n="98" d="100"/>
          <a:sy n="98" d="100"/>
        </p:scale>
        <p:origin x="1134" y="84"/>
      </p:cViewPr>
      <p:guideLst>
        <p:guide orient="horz" pos="776"/>
        <p:guide orient="horz" pos="104"/>
        <p:guide orient="horz" pos="3976"/>
        <p:guide orient="horz" pos="952"/>
        <p:guide pos="367"/>
        <p:guide pos="733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984"/>
    </p:cViewPr>
  </p:sorterViewPr>
  <p:notesViewPr>
    <p:cSldViewPr snapToObjects="1">
      <p:cViewPr varScale="1">
        <p:scale>
          <a:sx n="89" d="100"/>
          <a:sy n="89" d="100"/>
        </p:scale>
        <p:origin x="3810"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commentAuthors" Target="commentAuthors.xml"/><Relationship Id="rId10" Type="http://schemas.openxmlformats.org/officeDocument/2006/relationships/slideMaster" Target="slideMasters/slideMaster10.xml"/><Relationship Id="rId19" Type="http://schemas.openxmlformats.org/officeDocument/2006/relationships/slide" Target="slides/slide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E37AC6-CD63-43A6-A8AF-DA6897023C72}" type="datetimeFigureOut">
              <a:rPr lang="zh-CN" altLang="en-US" smtClean="0"/>
              <a:t>2018/8/20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91B85BE-7573-414C-BEC9-C51CBD1DD4A9}" type="slidenum">
              <a:rPr lang="zh-CN" altLang="en-US" smtClean="0"/>
              <a:t>‹#›</a:t>
            </a:fld>
            <a:endParaRPr lang="zh-CN" altLang="en-US"/>
          </a:p>
        </p:txBody>
      </p:sp>
    </p:spTree>
    <p:extLst>
      <p:ext uri="{BB962C8B-B14F-4D97-AF65-F5344CB8AC3E}">
        <p14:creationId xmlns:p14="http://schemas.microsoft.com/office/powerpoint/2010/main" val="23668037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EA5544-2214-4335-A510-8E0AD8015076}" type="datetimeFigureOut">
              <a:rPr lang="en-US" smtClean="0"/>
              <a:t>8/20/2018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523CD7-6B6B-4138-A5D0-1888EE37E21B}" type="slidenum">
              <a:rPr lang="en-US" smtClean="0"/>
              <a:t>‹#›</a:t>
            </a:fld>
            <a:endParaRPr lang="en-US"/>
          </a:p>
        </p:txBody>
      </p:sp>
    </p:spTree>
    <p:extLst>
      <p:ext uri="{BB962C8B-B14F-4D97-AF65-F5344CB8AC3E}">
        <p14:creationId xmlns:p14="http://schemas.microsoft.com/office/powerpoint/2010/main" val="1897477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9.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0.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007797" y="1806326"/>
            <a:ext cx="7490717" cy="1325620"/>
          </a:xfrm>
        </p:spPr>
        <p:txBody>
          <a:bodyPr/>
          <a:lstStyle>
            <a:lvl1pPr>
              <a:defRPr sz="4000">
                <a:solidFill>
                  <a:schemeClr val="tx1">
                    <a:lumMod val="95000"/>
                    <a:lumOff val="5000"/>
                  </a:schemeClr>
                </a:solidFill>
                <a:latin typeface="+mj-lt"/>
                <a:ea typeface="+mj-ea"/>
                <a:cs typeface="Arial" panose="020B0604020202020204" pitchFamily="34" charset="0"/>
              </a:defRPr>
            </a:lvl1pPr>
          </a:lstStyle>
          <a:p>
            <a:r>
              <a:rPr lang="en-US" altLang="zh-CN" dirty="0" smtClean="0"/>
              <a:t>Headline in Arial Regular 40 point</a:t>
            </a:r>
            <a:endParaRPr lang="zh-CN" altLang="en-US" dirty="0"/>
          </a:p>
        </p:txBody>
      </p:sp>
      <p:sp>
        <p:nvSpPr>
          <p:cNvPr id="8" name="副标题 2"/>
          <p:cNvSpPr>
            <a:spLocks noGrp="1"/>
          </p:cNvSpPr>
          <p:nvPr>
            <p:ph type="subTitle" idx="11" hasCustomPrompt="1"/>
          </p:nvPr>
        </p:nvSpPr>
        <p:spPr>
          <a:xfrm>
            <a:off x="1007796" y="3069350"/>
            <a:ext cx="4153688" cy="461665"/>
          </a:xfrm>
          <a:prstGeom prst="rect">
            <a:avLst/>
          </a:prstGeom>
        </p:spPr>
        <p:txBody>
          <a:bodyPr/>
          <a:lstStyle>
            <a:lvl1pPr marL="342969" marR="0" indent="-342969" algn="l" defTabSz="914400" rtl="0" eaLnBrk="1" fontAlgn="base" latinLnBrk="0" hangingPunct="1">
              <a:lnSpc>
                <a:spcPct val="100000"/>
              </a:lnSpc>
              <a:spcBef>
                <a:spcPct val="20000"/>
              </a:spcBef>
              <a:spcAft>
                <a:spcPct val="0"/>
              </a:spcAft>
              <a:buClr>
                <a:srgbClr val="990000"/>
              </a:buClr>
              <a:buSzTx/>
              <a:buFontTx/>
              <a:buNone/>
              <a:tabLst/>
              <a:defRPr>
                <a:solidFill>
                  <a:schemeClr val="tx1">
                    <a:lumMod val="95000"/>
                    <a:lumOff val="5000"/>
                  </a:schemeClr>
                </a:solidFill>
                <a:latin typeface="+mj-lt"/>
              </a:defRPr>
            </a:lvl1pPr>
            <a:lvl2pPr marL="457291" indent="0" algn="ctr">
              <a:buNone/>
              <a:defRPr>
                <a:solidFill>
                  <a:schemeClr val="tx1">
                    <a:tint val="75000"/>
                  </a:schemeClr>
                </a:solidFill>
              </a:defRPr>
            </a:lvl2pPr>
            <a:lvl3pPr marL="914583" indent="0" algn="ctr">
              <a:buNone/>
              <a:defRPr>
                <a:solidFill>
                  <a:schemeClr val="tx1">
                    <a:tint val="75000"/>
                  </a:schemeClr>
                </a:solidFill>
              </a:defRPr>
            </a:lvl3pPr>
            <a:lvl4pPr marL="1371874" indent="0" algn="ctr">
              <a:buNone/>
              <a:defRPr>
                <a:solidFill>
                  <a:schemeClr val="tx1">
                    <a:tint val="75000"/>
                  </a:schemeClr>
                </a:solidFill>
              </a:defRPr>
            </a:lvl4pPr>
            <a:lvl5pPr marL="1829166" indent="0" algn="ctr">
              <a:buNone/>
              <a:defRPr>
                <a:solidFill>
                  <a:schemeClr val="tx1">
                    <a:tint val="75000"/>
                  </a:schemeClr>
                </a:solidFill>
              </a:defRPr>
            </a:lvl5pPr>
            <a:lvl6pPr marL="2286457" indent="0" algn="ctr">
              <a:buNone/>
              <a:defRPr>
                <a:solidFill>
                  <a:schemeClr val="tx1">
                    <a:tint val="75000"/>
                  </a:schemeClr>
                </a:solidFill>
              </a:defRPr>
            </a:lvl6pPr>
            <a:lvl7pPr marL="2743749" indent="0" algn="ctr">
              <a:buNone/>
              <a:defRPr>
                <a:solidFill>
                  <a:schemeClr val="tx1">
                    <a:tint val="75000"/>
                  </a:schemeClr>
                </a:solidFill>
              </a:defRPr>
            </a:lvl7pPr>
            <a:lvl8pPr marL="3201040" indent="0" algn="ctr">
              <a:buNone/>
              <a:defRPr>
                <a:solidFill>
                  <a:schemeClr val="tx1">
                    <a:tint val="75000"/>
                  </a:schemeClr>
                </a:solidFill>
              </a:defRPr>
            </a:lvl8pPr>
            <a:lvl9pPr marL="3658332" indent="0" algn="ctr">
              <a:buNone/>
              <a:defRPr>
                <a:solidFill>
                  <a:schemeClr val="tx1">
                    <a:tint val="75000"/>
                  </a:schemeClr>
                </a:solidFill>
              </a:defRPr>
            </a:lvl9pPr>
          </a:lstStyle>
          <a:p>
            <a:pPr marL="342969" marR="0" lvl="0" indent="-342969" algn="l" defTabSz="914400" rtl="0" eaLnBrk="1" fontAlgn="base" latinLnBrk="0" hangingPunct="1">
              <a:lnSpc>
                <a:spcPct val="100000"/>
              </a:lnSpc>
              <a:spcBef>
                <a:spcPct val="20000"/>
              </a:spcBef>
              <a:spcAft>
                <a:spcPct val="0"/>
              </a:spcAft>
              <a:buClr>
                <a:srgbClr val="990000"/>
              </a:buClr>
              <a:buSzTx/>
              <a:buFontTx/>
              <a:buNone/>
              <a:tabLst/>
              <a:defRPr/>
            </a:pPr>
            <a:r>
              <a:rPr lang="en-US" altLang="zh-CN" dirty="0" smtClean="0"/>
              <a:t>Department name</a:t>
            </a:r>
            <a:endParaRPr lang="zh-CN" altLang="en-US" dirty="0" smtClean="0"/>
          </a:p>
        </p:txBody>
      </p:sp>
    </p:spTree>
    <p:extLst>
      <p:ext uri="{BB962C8B-B14F-4D97-AF65-F5344CB8AC3E}">
        <p14:creationId xmlns:p14="http://schemas.microsoft.com/office/powerpoint/2010/main" val="386834899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标题 1"/>
          <p:cNvSpPr>
            <a:spLocks noGrp="1"/>
          </p:cNvSpPr>
          <p:nvPr>
            <p:ph type="ctrTitle" hasCustomPrompt="1"/>
          </p:nvPr>
        </p:nvSpPr>
        <p:spPr>
          <a:xfrm>
            <a:off x="913011" y="1154755"/>
            <a:ext cx="9993315" cy="779055"/>
          </a:xfrm>
        </p:spPr>
        <p:txBody>
          <a:bodyPr>
            <a:normAutofit/>
          </a:bodyPr>
          <a:lstStyle>
            <a:lvl1pPr marL="0" marR="0" indent="0" algn="l" defTabSz="1219444" rtl="0" eaLnBrk="1" fontAlgn="auto" latinLnBrk="0" hangingPunct="1">
              <a:lnSpc>
                <a:spcPct val="100000"/>
              </a:lnSpc>
              <a:spcBef>
                <a:spcPct val="0"/>
              </a:spcBef>
              <a:spcAft>
                <a:spcPts val="0"/>
              </a:spcAft>
              <a:buClrTx/>
              <a:buSzTx/>
              <a:buFontTx/>
              <a:buNone/>
              <a:tabLst/>
              <a:defRPr sz="3600" b="0" baseline="0">
                <a:solidFill>
                  <a:schemeClr val="tx1">
                    <a:lumMod val="65000"/>
                    <a:lumOff val="35000"/>
                  </a:schemeClr>
                </a:solidFill>
                <a:latin typeface="+mj-lt"/>
              </a:defRPr>
            </a:lvl1pPr>
          </a:lstStyle>
          <a:p>
            <a:r>
              <a:rPr lang="en-US" altLang="zh-CN" dirty="0" smtClean="0"/>
              <a:t>Slide Title</a:t>
            </a:r>
          </a:p>
        </p:txBody>
      </p:sp>
      <p:sp>
        <p:nvSpPr>
          <p:cNvPr id="5" name="副标题 2"/>
          <p:cNvSpPr>
            <a:spLocks noGrp="1"/>
          </p:cNvSpPr>
          <p:nvPr>
            <p:ph type="subTitle" idx="1" hasCustomPrompt="1"/>
          </p:nvPr>
        </p:nvSpPr>
        <p:spPr>
          <a:xfrm>
            <a:off x="913011" y="2133650"/>
            <a:ext cx="9993315" cy="4097591"/>
          </a:xfrm>
        </p:spPr>
        <p:txBody>
          <a:bodyPr>
            <a:normAutofit/>
          </a:bodyPr>
          <a:lstStyle>
            <a:lvl1pPr marL="0" marR="0" indent="0" algn="l" defTabSz="1219444" rtl="0" eaLnBrk="1" fontAlgn="auto" latinLnBrk="0" hangingPunct="1">
              <a:lnSpc>
                <a:spcPct val="100000"/>
              </a:lnSpc>
              <a:spcBef>
                <a:spcPct val="20000"/>
              </a:spcBef>
              <a:spcAft>
                <a:spcPts val="0"/>
              </a:spcAft>
              <a:buClrTx/>
              <a:buSzTx/>
              <a:buFont typeface="Arial" pitchFamily="34" charset="0"/>
              <a:buNone/>
              <a:tabLst/>
              <a:defRPr sz="2400" baseline="0">
                <a:solidFill>
                  <a:schemeClr val="tx1">
                    <a:lumMod val="65000"/>
                    <a:lumOff val="35000"/>
                  </a:schemeClr>
                </a:solidFill>
                <a:latin typeface="+mn-lt"/>
              </a:defRPr>
            </a:lvl1pPr>
            <a:lvl2pPr marL="609722" indent="0" algn="ctr">
              <a:buNone/>
              <a:defRPr>
                <a:solidFill>
                  <a:schemeClr val="tx1">
                    <a:tint val="75000"/>
                  </a:schemeClr>
                </a:solidFill>
              </a:defRPr>
            </a:lvl2pPr>
            <a:lvl3pPr marL="1219444" indent="0" algn="ctr">
              <a:buNone/>
              <a:defRPr>
                <a:solidFill>
                  <a:schemeClr val="tx1">
                    <a:tint val="75000"/>
                  </a:schemeClr>
                </a:solidFill>
              </a:defRPr>
            </a:lvl3pPr>
            <a:lvl4pPr marL="1829166" indent="0" algn="ctr">
              <a:buNone/>
              <a:defRPr>
                <a:solidFill>
                  <a:schemeClr val="tx1">
                    <a:tint val="75000"/>
                  </a:schemeClr>
                </a:solidFill>
              </a:defRPr>
            </a:lvl4pPr>
            <a:lvl5pPr marL="2438888" indent="0" algn="ctr">
              <a:buNone/>
              <a:defRPr>
                <a:solidFill>
                  <a:schemeClr val="tx1">
                    <a:tint val="75000"/>
                  </a:schemeClr>
                </a:solidFill>
              </a:defRPr>
            </a:lvl5pPr>
            <a:lvl6pPr marL="3048610" indent="0" algn="ctr">
              <a:buNone/>
              <a:defRPr>
                <a:solidFill>
                  <a:schemeClr val="tx1">
                    <a:tint val="75000"/>
                  </a:schemeClr>
                </a:solidFill>
              </a:defRPr>
            </a:lvl6pPr>
            <a:lvl7pPr marL="3658332" indent="0" algn="ctr">
              <a:buNone/>
              <a:defRPr>
                <a:solidFill>
                  <a:schemeClr val="tx1">
                    <a:tint val="75000"/>
                  </a:schemeClr>
                </a:solidFill>
              </a:defRPr>
            </a:lvl7pPr>
            <a:lvl8pPr marL="4268053" indent="0" algn="ctr">
              <a:buNone/>
              <a:defRPr>
                <a:solidFill>
                  <a:schemeClr val="tx1">
                    <a:tint val="75000"/>
                  </a:schemeClr>
                </a:solidFill>
              </a:defRPr>
            </a:lvl8pPr>
            <a:lvl9pPr marL="4877775" indent="0" algn="ctr">
              <a:buNone/>
              <a:defRPr>
                <a:solidFill>
                  <a:schemeClr val="tx1">
                    <a:tint val="75000"/>
                  </a:schemeClr>
                </a:solidFill>
              </a:defRPr>
            </a:lvl9pPr>
          </a:lstStyle>
          <a:p>
            <a:r>
              <a:rPr lang="en-US" altLang="zh-CN" dirty="0" smtClean="0"/>
              <a:t>Headline in Arial Regular 24 - 32 point</a:t>
            </a:r>
          </a:p>
        </p:txBody>
      </p:sp>
    </p:spTree>
    <p:extLst>
      <p:ext uri="{BB962C8B-B14F-4D97-AF65-F5344CB8AC3E}">
        <p14:creationId xmlns:p14="http://schemas.microsoft.com/office/powerpoint/2010/main" val="152912998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17588" y="165139"/>
            <a:ext cx="11160000" cy="888392"/>
          </a:xfrm>
        </p:spPr>
        <p:txBody>
          <a:bodyPr>
            <a:noAutofit/>
          </a:bodyPr>
          <a:lstStyle>
            <a:lvl1pPr marL="0" marR="0" indent="0" algn="l" defTabSz="1219444" rtl="0" eaLnBrk="1" fontAlgn="auto" latinLnBrk="0" hangingPunct="1">
              <a:lnSpc>
                <a:spcPct val="100000"/>
              </a:lnSpc>
              <a:spcBef>
                <a:spcPct val="0"/>
              </a:spcBef>
              <a:spcAft>
                <a:spcPts val="0"/>
              </a:spcAft>
              <a:buClrTx/>
              <a:buSzTx/>
              <a:buFontTx/>
              <a:buNone/>
              <a:tabLst/>
              <a:defRPr sz="3600" b="0">
                <a:solidFill>
                  <a:schemeClr val="tx1">
                    <a:lumMod val="65000"/>
                    <a:lumOff val="35000"/>
                  </a:schemeClr>
                </a:solidFill>
              </a:defRPr>
            </a:lvl1pPr>
          </a:lstStyle>
          <a:p>
            <a:r>
              <a:rPr lang="en-US" altLang="zh-CN" dirty="0" smtClean="0"/>
              <a:t>Headline in Arial Regular 36 point</a:t>
            </a:r>
          </a:p>
        </p:txBody>
      </p:sp>
      <p:sp>
        <p:nvSpPr>
          <p:cNvPr id="3" name="副标题 2"/>
          <p:cNvSpPr>
            <a:spLocks noGrp="1"/>
          </p:cNvSpPr>
          <p:nvPr>
            <p:ph type="subTitle" idx="1" hasCustomPrompt="1"/>
          </p:nvPr>
        </p:nvSpPr>
        <p:spPr>
          <a:xfrm>
            <a:off x="517588" y="1269555"/>
            <a:ext cx="11160000" cy="5032758"/>
          </a:xfrm>
        </p:spPr>
        <p:txBody>
          <a:bodyPr>
            <a:normAutofit/>
          </a:bodyPr>
          <a:lstStyle>
            <a:lvl1pPr marL="0" marR="0" indent="0" algn="l" defTabSz="1219444" rtl="0" eaLnBrk="1" fontAlgn="auto" latinLnBrk="0" hangingPunct="1">
              <a:lnSpc>
                <a:spcPct val="100000"/>
              </a:lnSpc>
              <a:spcBef>
                <a:spcPct val="20000"/>
              </a:spcBef>
              <a:spcAft>
                <a:spcPts val="0"/>
              </a:spcAft>
              <a:buClrTx/>
              <a:buSzTx/>
              <a:buFont typeface="Arial" pitchFamily="34" charset="0"/>
              <a:buNone/>
              <a:tabLst/>
              <a:defRPr sz="2400" baseline="0">
                <a:solidFill>
                  <a:schemeClr val="tx1">
                    <a:lumMod val="65000"/>
                    <a:lumOff val="35000"/>
                  </a:schemeClr>
                </a:solidFill>
              </a:defRPr>
            </a:lvl1pPr>
            <a:lvl2pPr marL="609722" indent="0" algn="ctr">
              <a:buNone/>
              <a:defRPr>
                <a:solidFill>
                  <a:schemeClr val="tx1">
                    <a:tint val="75000"/>
                  </a:schemeClr>
                </a:solidFill>
              </a:defRPr>
            </a:lvl2pPr>
            <a:lvl3pPr marL="1219444" indent="0" algn="ctr">
              <a:buNone/>
              <a:defRPr>
                <a:solidFill>
                  <a:schemeClr val="tx1">
                    <a:tint val="75000"/>
                  </a:schemeClr>
                </a:solidFill>
              </a:defRPr>
            </a:lvl3pPr>
            <a:lvl4pPr marL="1829166" indent="0" algn="ctr">
              <a:buNone/>
              <a:defRPr>
                <a:solidFill>
                  <a:schemeClr val="tx1">
                    <a:tint val="75000"/>
                  </a:schemeClr>
                </a:solidFill>
              </a:defRPr>
            </a:lvl4pPr>
            <a:lvl5pPr marL="2438888" indent="0" algn="ctr">
              <a:buNone/>
              <a:defRPr>
                <a:solidFill>
                  <a:schemeClr val="tx1">
                    <a:tint val="75000"/>
                  </a:schemeClr>
                </a:solidFill>
              </a:defRPr>
            </a:lvl5pPr>
            <a:lvl6pPr marL="3048610" indent="0" algn="ctr">
              <a:buNone/>
              <a:defRPr>
                <a:solidFill>
                  <a:schemeClr val="tx1">
                    <a:tint val="75000"/>
                  </a:schemeClr>
                </a:solidFill>
              </a:defRPr>
            </a:lvl6pPr>
            <a:lvl7pPr marL="3658332" indent="0" algn="ctr">
              <a:buNone/>
              <a:defRPr>
                <a:solidFill>
                  <a:schemeClr val="tx1">
                    <a:tint val="75000"/>
                  </a:schemeClr>
                </a:solidFill>
              </a:defRPr>
            </a:lvl7pPr>
            <a:lvl8pPr marL="4268053" indent="0" algn="ctr">
              <a:buNone/>
              <a:defRPr>
                <a:solidFill>
                  <a:schemeClr val="tx1">
                    <a:tint val="75000"/>
                  </a:schemeClr>
                </a:solidFill>
              </a:defRPr>
            </a:lvl8pPr>
            <a:lvl9pPr marL="4877775" indent="0" algn="ctr">
              <a:buNone/>
              <a:defRPr>
                <a:solidFill>
                  <a:schemeClr val="tx1">
                    <a:tint val="75000"/>
                  </a:schemeClr>
                </a:solidFill>
              </a:defRPr>
            </a:lvl9pPr>
          </a:lstStyle>
          <a:p>
            <a:r>
              <a:rPr lang="en-US" altLang="zh-CN" dirty="0" smtClean="0"/>
              <a:t>Copy text in Arial Regular 20 - 32 point </a:t>
            </a:r>
          </a:p>
        </p:txBody>
      </p:sp>
    </p:spTree>
    <p:extLst>
      <p:ext uri="{BB962C8B-B14F-4D97-AF65-F5344CB8AC3E}">
        <p14:creationId xmlns:p14="http://schemas.microsoft.com/office/powerpoint/2010/main" val="142114495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691830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14441" y="5590883"/>
            <a:ext cx="1018382" cy="763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82819"/>
            <a:ext cx="12195175" cy="38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20"/>
          <p:cNvSpPr txBox="1">
            <a:spLocks noChangeArrowheads="1"/>
          </p:cNvSpPr>
          <p:nvPr/>
        </p:nvSpPr>
        <p:spPr bwMode="auto">
          <a:xfrm>
            <a:off x="870178" y="6208563"/>
            <a:ext cx="2447733"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TECHNOLOGIES CO., LTD.</a:t>
            </a:r>
            <a:endParaRPr lang="en-US" altLang="zh-CN" sz="2200" smtClean="0">
              <a:solidFill>
                <a:srgbClr val="000000"/>
              </a:solidFill>
              <a:latin typeface="Arial" panose="020B0604020202020204" pitchFamily="34" charset="0"/>
            </a:endParaRPr>
          </a:p>
        </p:txBody>
      </p:sp>
      <p:sp>
        <p:nvSpPr>
          <p:cNvPr id="7" name="Text Box 22"/>
          <p:cNvSpPr txBox="1">
            <a:spLocks noChangeArrowheads="1"/>
          </p:cNvSpPr>
          <p:nvPr/>
        </p:nvSpPr>
        <p:spPr bwMode="auto">
          <a:xfrm>
            <a:off x="9635460" y="4095111"/>
            <a:ext cx="1314411"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FFFFFF"/>
                </a:solidFill>
              </a:rPr>
              <a:t>www.huawei.com</a:t>
            </a:r>
          </a:p>
        </p:txBody>
      </p:sp>
      <p:sp>
        <p:nvSpPr>
          <p:cNvPr id="8" name="Rectangle 23"/>
          <p:cNvSpPr>
            <a:spLocks noChangeArrowheads="1"/>
          </p:cNvSpPr>
          <p:nvPr/>
        </p:nvSpPr>
        <p:spPr bwMode="auto">
          <a:xfrm>
            <a:off x="5314217" y="6208563"/>
            <a:ext cx="1564415" cy="26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Confidential </a:t>
            </a:r>
          </a:p>
        </p:txBody>
      </p:sp>
      <p:sp>
        <p:nvSpPr>
          <p:cNvPr id="9" name="Rectangle 25"/>
          <p:cNvSpPr>
            <a:spLocks noChangeArrowheads="1"/>
          </p:cNvSpPr>
          <p:nvPr/>
        </p:nvSpPr>
        <p:spPr bwMode="auto">
          <a:xfrm>
            <a:off x="9059576" y="247707"/>
            <a:ext cx="1368848" cy="29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400" b="1" smtClean="0">
                <a:solidFill>
                  <a:srgbClr val="666666"/>
                </a:solidFill>
              </a:rPr>
              <a:t>Security Level:</a:t>
            </a:r>
            <a:r>
              <a:rPr lang="zh-CN" altLang="en-US" sz="1400" b="1" smtClean="0">
                <a:solidFill>
                  <a:srgbClr val="666666"/>
                </a:solidFill>
              </a:rPr>
              <a:t> </a:t>
            </a:r>
          </a:p>
        </p:txBody>
      </p:sp>
      <p:sp>
        <p:nvSpPr>
          <p:cNvPr id="10" name="Text Box 66"/>
          <p:cNvSpPr txBox="1">
            <a:spLocks noChangeArrowheads="1"/>
          </p:cNvSpPr>
          <p:nvPr/>
        </p:nvSpPr>
        <p:spPr bwMode="auto">
          <a:xfrm>
            <a:off x="-2625350" y="1322694"/>
            <a:ext cx="2625350" cy="375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80158" tIns="40078" rIns="80158" bIns="40078">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英文标题</a:t>
            </a:r>
            <a:r>
              <a:rPr lang="en-US" altLang="zh-CN" sz="1100" smtClean="0">
                <a:solidFill>
                  <a:srgbClr val="FFFFFF"/>
                </a:solidFill>
                <a:latin typeface="Arial" panose="020B0604020202020204" pitchFamily="34" charset="0"/>
                <a:ea typeface="华文细黑" panose="02010600040101010101" pitchFamily="2" charset="-122"/>
              </a:rPr>
              <a:t>:40-47pt  </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副标题</a:t>
            </a:r>
            <a:r>
              <a:rPr lang="en-US" altLang="zh-CN" sz="1100" smtClean="0">
                <a:solidFill>
                  <a:srgbClr val="FFFFFF"/>
                </a:solidFill>
                <a:latin typeface="Arial" panose="020B0604020202020204" pitchFamily="34" charset="0"/>
                <a:ea typeface="华文细黑" panose="02010600040101010101" pitchFamily="2" charset="-122"/>
              </a:rPr>
              <a:t>:26-30pt</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反白</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内部使用字体 </a:t>
            </a:r>
            <a:r>
              <a:rPr lang="en-US" altLang="zh-CN" sz="1100" smtClean="0">
                <a:solidFill>
                  <a:srgbClr val="FFFFFF"/>
                </a:solidFill>
                <a:latin typeface="Arial" panose="020B0604020202020204" pitchFamily="34" charset="0"/>
                <a:ea typeface="华文细黑" panose="02010600040101010101" pitchFamily="2" charset="-122"/>
              </a:rPr>
              <a:t>:</a:t>
            </a:r>
          </a:p>
          <a:p>
            <a:pPr algn="r" eaLnBrk="0" fontAlgn="base" hangingPunct="0">
              <a:lnSpc>
                <a:spcPct val="125000"/>
              </a:lnSpc>
              <a:spcBef>
                <a:spcPct val="0"/>
              </a:spcBef>
              <a:spcAft>
                <a:spcPct val="0"/>
              </a:spcAft>
              <a:defRPr/>
            </a:pPr>
            <a:r>
              <a:rPr lang="en-US" altLang="zh-CN" sz="1100" smtClean="0">
                <a:solidFill>
                  <a:srgbClr val="FFFFFF"/>
                </a:solidFill>
                <a:latin typeface="Arial" panose="020B0604020202020204" pitchFamily="34" charset="0"/>
                <a:ea typeface="华文细黑" panose="02010600040101010101" pitchFamily="2" charset="-122"/>
              </a:rPr>
              <a:t>FrutigerNext LT Medium</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外部使用字体 </a:t>
            </a:r>
            <a:r>
              <a:rPr lang="en-US" altLang="zh-CN" sz="1100" smtClean="0">
                <a:solidFill>
                  <a:srgbClr val="FFFFFF"/>
                </a:solidFill>
                <a:latin typeface="Arial" panose="020B0604020202020204" pitchFamily="34" charset="0"/>
                <a:ea typeface="华文细黑" panose="02010600040101010101" pitchFamily="2" charset="-122"/>
              </a:rPr>
              <a:t>: Arial</a:t>
            </a: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中文标题</a:t>
            </a:r>
            <a:r>
              <a:rPr lang="en-US" altLang="zh-CN" sz="1100" smtClean="0">
                <a:solidFill>
                  <a:srgbClr val="FFFFFF"/>
                </a:solidFill>
                <a:latin typeface="Arial" panose="020B0604020202020204" pitchFamily="34" charset="0"/>
                <a:ea typeface="华文细黑" panose="02010600040101010101" pitchFamily="2" charset="-122"/>
              </a:rPr>
              <a:t>:35-47pt</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黑体</a:t>
            </a:r>
          </a:p>
          <a:p>
            <a:pPr algn="r" eaLnBrk="0" fontAlgn="base" hangingPunct="0">
              <a:lnSpc>
                <a:spcPct val="125000"/>
              </a:lnSpc>
              <a:spcBef>
                <a:spcPct val="0"/>
              </a:spcBef>
              <a:spcAft>
                <a:spcPct val="0"/>
              </a:spcAft>
              <a:defRPr/>
            </a:pPr>
            <a:r>
              <a:rPr lang="en-US" altLang="zh-CN" sz="1100" smtClean="0">
                <a:solidFill>
                  <a:srgbClr val="FFFFFF"/>
                </a:solidFill>
                <a:latin typeface="Arial" panose="020B0604020202020204" pitchFamily="34" charset="0"/>
                <a:ea typeface="华文细黑" panose="02010600040101010101" pitchFamily="2" charset="-122"/>
              </a:rPr>
              <a:t>  </a:t>
            </a:r>
            <a:r>
              <a:rPr lang="zh-CN" altLang="en-US" sz="1100" smtClean="0">
                <a:solidFill>
                  <a:srgbClr val="FFFFFF"/>
                </a:solidFill>
                <a:latin typeface="Arial" panose="020B0604020202020204" pitchFamily="34" charset="0"/>
                <a:ea typeface="华文细黑" panose="02010600040101010101" pitchFamily="2" charset="-122"/>
              </a:rPr>
              <a:t>副标题</a:t>
            </a:r>
            <a:r>
              <a:rPr lang="en-US" altLang="zh-CN" sz="1100" smtClean="0">
                <a:solidFill>
                  <a:srgbClr val="FFFFFF"/>
                </a:solidFill>
                <a:latin typeface="Arial" panose="020B0604020202020204" pitchFamily="34" charset="0"/>
                <a:ea typeface="华文细黑" panose="02010600040101010101" pitchFamily="2" charset="-122"/>
              </a:rPr>
              <a:t>:24-28pt</a:t>
            </a: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反白</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细黑体</a:t>
            </a: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50000"/>
              </a:spcBef>
              <a:spcAft>
                <a:spcPct val="0"/>
              </a:spcAft>
              <a:defRPr/>
            </a:pPr>
            <a:endParaRPr lang="zh-CN" altLang="en-US" sz="1100" smtClean="0">
              <a:solidFill>
                <a:srgbClr val="000000"/>
              </a:solidFill>
              <a:latin typeface="Arial" panose="020B0604020202020204" pitchFamily="34" charset="0"/>
              <a:ea typeface="华文细黑" panose="02010600040101010101" pitchFamily="2" charset="-122"/>
            </a:endParaRPr>
          </a:p>
        </p:txBody>
      </p:sp>
      <p:sp>
        <p:nvSpPr>
          <p:cNvPr id="44047" name="Rectangle 15"/>
          <p:cNvSpPr>
            <a:spLocks noGrp="1" noChangeArrowheads="1"/>
          </p:cNvSpPr>
          <p:nvPr>
            <p:ph type="ctrTitle" sz="quarter"/>
          </p:nvPr>
        </p:nvSpPr>
        <p:spPr>
          <a:xfrm>
            <a:off x="849006" y="1392561"/>
            <a:ext cx="7073624" cy="1667261"/>
          </a:xfrm>
        </p:spPr>
        <p:txBody>
          <a:bodyPr/>
          <a:lstStyle>
            <a:lvl1pPr>
              <a:defRPr sz="4301"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2" y="3183676"/>
            <a:ext cx="7075742" cy="865387"/>
          </a:xfrm>
        </p:spPr>
        <p:txBody>
          <a:bodyPr lIns="80139" tIns="40069" rIns="80139" bIns="40069"/>
          <a:lstStyle>
            <a:lvl1pPr marL="0" indent="0">
              <a:buFont typeface="Wingdings" pitchFamily="2" charset="2"/>
              <a:buNone/>
              <a:defRPr sz="2801">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2521" y="282641"/>
            <a:ext cx="2845541" cy="474773"/>
          </a:xfrm>
        </p:spPr>
        <p:txBody>
          <a:bodyPr lIns="80139" tIns="40069" rIns="80139" bIns="40069"/>
          <a:lstStyle>
            <a:lvl1pPr>
              <a:lnSpc>
                <a:spcPct val="100000"/>
              </a:lnSpc>
              <a:defRPr>
                <a:latin typeface="FrutigerNext LT Regular" pitchFamily="34" charset="0"/>
              </a:defRPr>
            </a:lvl1pPr>
          </a:lstStyle>
          <a:p>
            <a:pPr>
              <a:defRPr/>
            </a:pPr>
            <a:fld id="{A889BF20-933A-4875-8C67-85922E11E432}" type="datetime1">
              <a:rPr lang="zh-CN" altLang="en-US">
                <a:solidFill>
                  <a:srgbClr val="000000"/>
                </a:solidFill>
              </a:rPr>
              <a:pPr>
                <a:defRPr/>
              </a:pPr>
              <a:t>2018/8/20</a:t>
            </a:fld>
            <a:endParaRPr lang="en-US" altLang="zh-CN">
              <a:solidFill>
                <a:srgbClr val="000000"/>
              </a:solidFill>
            </a:endParaRPr>
          </a:p>
        </p:txBody>
      </p:sp>
    </p:spTree>
    <p:extLst>
      <p:ext uri="{BB962C8B-B14F-4D97-AF65-F5344CB8AC3E}">
        <p14:creationId xmlns:p14="http://schemas.microsoft.com/office/powerpoint/2010/main" val="777009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69A1A0D9-9416-4437-A9D9-E42D910186D4}"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4084523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5" y="4407921"/>
            <a:ext cx="10365899" cy="1362390"/>
          </a:xfrm>
        </p:spPr>
        <p:txBody>
          <a:bodyPr anchor="t"/>
          <a:lstStyle>
            <a:lvl1pPr algn="l">
              <a:defRPr sz="4001"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335" y="2907387"/>
            <a:ext cx="10365899" cy="1500534"/>
          </a:xfrm>
        </p:spPr>
        <p:txBody>
          <a:bodyPr anchor="b"/>
          <a:lstStyle>
            <a:lvl1pPr marL="0" indent="0">
              <a:buNone/>
              <a:defRPr sz="2000"/>
            </a:lvl1pPr>
            <a:lvl2pPr marL="457291" indent="0">
              <a:buNone/>
              <a:defRPr sz="1800"/>
            </a:lvl2pPr>
            <a:lvl3pPr marL="914583" indent="0">
              <a:buNone/>
              <a:defRPr sz="1600"/>
            </a:lvl3pPr>
            <a:lvl4pPr marL="1371874" indent="0">
              <a:buNone/>
              <a:defRPr sz="1400"/>
            </a:lvl4pPr>
            <a:lvl5pPr marL="1829166" indent="0">
              <a:buNone/>
              <a:defRPr sz="1400"/>
            </a:lvl5pPr>
            <a:lvl6pPr marL="2286457" indent="0">
              <a:buNone/>
              <a:defRPr sz="1400"/>
            </a:lvl6pPr>
            <a:lvl7pPr marL="2743749" indent="0">
              <a:buNone/>
              <a:defRPr sz="1400"/>
            </a:lvl7pPr>
            <a:lvl8pPr marL="3201040" indent="0">
              <a:buNone/>
              <a:defRPr sz="1400"/>
            </a:lvl8pPr>
            <a:lvl9pPr marL="3658332" indent="0">
              <a:buNone/>
              <a:defRPr sz="1400"/>
            </a:lvl9pPr>
          </a:lstStyle>
          <a:p>
            <a:pPr lvl="0"/>
            <a:r>
              <a:rPr lang="zh-CN" altLang="en-US" smtClean="0"/>
              <a:t>单击此处编辑母版文本样式</a:t>
            </a:r>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0F52200-9E72-4EE3-9E7C-664045E10B7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143218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70178" y="1641856"/>
            <a:ext cx="5185066" cy="4195146"/>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58497" y="1641856"/>
            <a:ext cx="5187184" cy="4195146"/>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807821BE-178B-4B71-AD86-EE8E2BF016C4}"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356632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701"/>
            <a:ext cx="10975658" cy="1143265"/>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759" y="1535469"/>
            <a:ext cx="5388320" cy="639910"/>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759" y="2175379"/>
            <a:ext cx="5388320"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4980" y="1535469"/>
            <a:ext cx="5390437" cy="639910"/>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4980" y="2175379"/>
            <a:ext cx="5390437"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DBD277B8-576D-4817-B2C0-4E749382795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166845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83C48F94-53DC-4BBE-B42F-3D6C751BFC95}"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799744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6434AF00-ABFE-47E0-9358-3A27B0A8C0D8}"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167464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59" y="273113"/>
            <a:ext cx="4012129" cy="1162319"/>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7974" y="273114"/>
            <a:ext cx="6817442" cy="5854468"/>
          </a:xfrm>
        </p:spPr>
        <p:txBody>
          <a:bodyPr/>
          <a:lstStyle>
            <a:lvl1pPr>
              <a:defRPr sz="3201"/>
            </a:lvl1pPr>
            <a:lvl2pPr>
              <a:defRPr sz="2801"/>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759" y="1435433"/>
            <a:ext cx="4012129" cy="4692149"/>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zh-CN" altLang="en-US" smtClean="0"/>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ED9ED908-D553-430C-8FDB-0177D35829F3}"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759926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0" y="4801712"/>
            <a:ext cx="7317105" cy="56686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90340" y="612917"/>
            <a:ext cx="7317105" cy="4115753"/>
          </a:xfrm>
        </p:spPr>
        <p:txBody>
          <a:bodyPr/>
          <a:lstStyle>
            <a:lvl1pPr marL="0" indent="0">
              <a:buNone/>
              <a:defRPr sz="3201"/>
            </a:lvl1pPr>
            <a:lvl2pPr marL="457291" indent="0">
              <a:buNone/>
              <a:defRPr sz="2801"/>
            </a:lvl2pPr>
            <a:lvl3pPr marL="914583" indent="0">
              <a:buNone/>
              <a:defRPr sz="2400"/>
            </a:lvl3pPr>
            <a:lvl4pPr marL="1371874" indent="0">
              <a:buNone/>
              <a:defRPr sz="2000"/>
            </a:lvl4pPr>
            <a:lvl5pPr marL="1829166" indent="0">
              <a:buNone/>
              <a:defRPr sz="2000"/>
            </a:lvl5pPr>
            <a:lvl6pPr marL="2286457" indent="0">
              <a:buNone/>
              <a:defRPr sz="2000"/>
            </a:lvl6pPr>
            <a:lvl7pPr marL="2743749" indent="0">
              <a:buNone/>
              <a:defRPr sz="2000"/>
            </a:lvl7pPr>
            <a:lvl8pPr marL="3201040" indent="0">
              <a:buNone/>
              <a:defRPr sz="2000"/>
            </a:lvl8pPr>
            <a:lvl9pPr marL="3658332" indent="0">
              <a:buNone/>
              <a:defRPr sz="2000"/>
            </a:lvl9pPr>
          </a:lstStyle>
          <a:p>
            <a:pPr lvl="0"/>
            <a:endParaRPr lang="zh-CN" altLang="en-US" noProof="0" smtClean="0"/>
          </a:p>
        </p:txBody>
      </p:sp>
      <p:sp>
        <p:nvSpPr>
          <p:cNvPr id="4" name="文本占位符 3"/>
          <p:cNvSpPr>
            <a:spLocks noGrp="1"/>
          </p:cNvSpPr>
          <p:nvPr>
            <p:ph type="body" sz="half" idx="2"/>
          </p:nvPr>
        </p:nvSpPr>
        <p:spPr>
          <a:xfrm>
            <a:off x="2390340" y="5368581"/>
            <a:ext cx="7317105" cy="805048"/>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zh-CN" altLang="en-US" smtClean="0"/>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FCBE31D0-D1D7-417B-BD27-E7DE9F7D3D0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5469146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64F09BF-DF5D-4B60-AD47-903398D979E0}"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2436072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16587" y="44460"/>
            <a:ext cx="2729093" cy="5792541"/>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27188" y="44460"/>
            <a:ext cx="7986146" cy="5792541"/>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ADB26AB7-B1E1-4C7E-941A-1CB5182E2A05}"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5136935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70177" y="1641856"/>
            <a:ext cx="10575503" cy="4195146"/>
          </a:xfrm>
        </p:spPr>
        <p:txBody>
          <a:bodyPr/>
          <a:lstStyle/>
          <a:p>
            <a:pPr lvl="0"/>
            <a:endParaRPr lang="zh-CN" altLang="en-US" noProof="0" smtClean="0"/>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F26565DC-0FBE-4263-845D-CDD8634FF10C}"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4339906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70178" y="1641856"/>
            <a:ext cx="5185066"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58497" y="1641856"/>
            <a:ext cx="5187184"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865E4AF-C80B-4468-A675-EDE3E3F7E566}"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7287769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27189" y="44460"/>
            <a:ext cx="10918492" cy="5792541"/>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9A1EEA9E-2284-41A2-8867-C929643366B0}"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40878874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70178" y="1641856"/>
            <a:ext cx="5185066"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6258497" y="1641855"/>
            <a:ext cx="5187184" cy="202135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6258497" y="3815647"/>
            <a:ext cx="5187184" cy="202135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9E015096-202A-45D0-8463-ACD680004A5C}"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3912821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14441" y="5590883"/>
            <a:ext cx="1018382" cy="763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82819"/>
            <a:ext cx="12195175" cy="38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20"/>
          <p:cNvSpPr txBox="1">
            <a:spLocks noChangeArrowheads="1"/>
          </p:cNvSpPr>
          <p:nvPr/>
        </p:nvSpPr>
        <p:spPr bwMode="auto">
          <a:xfrm>
            <a:off x="870178" y="6208563"/>
            <a:ext cx="2447733"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TECHNOLOGIES CO., LTD.</a:t>
            </a:r>
            <a:endParaRPr lang="en-US" altLang="zh-CN" sz="2200" smtClean="0">
              <a:solidFill>
                <a:srgbClr val="000000"/>
              </a:solidFill>
              <a:latin typeface="Arial" panose="020B0604020202020204" pitchFamily="34" charset="0"/>
            </a:endParaRPr>
          </a:p>
        </p:txBody>
      </p:sp>
      <p:sp>
        <p:nvSpPr>
          <p:cNvPr id="7" name="Text Box 22"/>
          <p:cNvSpPr txBox="1">
            <a:spLocks noChangeArrowheads="1"/>
          </p:cNvSpPr>
          <p:nvPr/>
        </p:nvSpPr>
        <p:spPr bwMode="auto">
          <a:xfrm>
            <a:off x="9635460" y="4095111"/>
            <a:ext cx="1314411"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FFFFFF"/>
                </a:solidFill>
              </a:rPr>
              <a:t>www.huawei.com</a:t>
            </a:r>
          </a:p>
        </p:txBody>
      </p:sp>
      <p:sp>
        <p:nvSpPr>
          <p:cNvPr id="8" name="Rectangle 23"/>
          <p:cNvSpPr>
            <a:spLocks noChangeArrowheads="1"/>
          </p:cNvSpPr>
          <p:nvPr/>
        </p:nvSpPr>
        <p:spPr bwMode="auto">
          <a:xfrm>
            <a:off x="5314217" y="6208563"/>
            <a:ext cx="1564415" cy="26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Confidential </a:t>
            </a:r>
          </a:p>
        </p:txBody>
      </p:sp>
      <p:sp>
        <p:nvSpPr>
          <p:cNvPr id="9" name="Rectangle 25"/>
          <p:cNvSpPr>
            <a:spLocks noChangeArrowheads="1"/>
          </p:cNvSpPr>
          <p:nvPr/>
        </p:nvSpPr>
        <p:spPr bwMode="auto">
          <a:xfrm>
            <a:off x="9059576" y="247707"/>
            <a:ext cx="1368848" cy="29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400" b="1" smtClean="0">
                <a:solidFill>
                  <a:srgbClr val="666666"/>
                </a:solidFill>
              </a:rPr>
              <a:t>Security Level:</a:t>
            </a:r>
            <a:r>
              <a:rPr lang="zh-CN" altLang="en-US" sz="1400" b="1" smtClean="0">
                <a:solidFill>
                  <a:srgbClr val="666666"/>
                </a:solidFill>
              </a:rPr>
              <a:t> </a:t>
            </a:r>
          </a:p>
        </p:txBody>
      </p:sp>
      <p:sp>
        <p:nvSpPr>
          <p:cNvPr id="10" name="Text Box 66"/>
          <p:cNvSpPr txBox="1">
            <a:spLocks noChangeArrowheads="1"/>
          </p:cNvSpPr>
          <p:nvPr/>
        </p:nvSpPr>
        <p:spPr bwMode="auto">
          <a:xfrm>
            <a:off x="-2625350" y="1322694"/>
            <a:ext cx="2625350" cy="375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80158" tIns="40078" rIns="80158" bIns="40078">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英文标题</a:t>
            </a:r>
            <a:r>
              <a:rPr lang="en-US" altLang="zh-CN" sz="1100" smtClean="0">
                <a:solidFill>
                  <a:srgbClr val="FFFFFF"/>
                </a:solidFill>
                <a:latin typeface="Arial" panose="020B0604020202020204" pitchFamily="34" charset="0"/>
                <a:ea typeface="华文细黑" panose="02010600040101010101" pitchFamily="2" charset="-122"/>
              </a:rPr>
              <a:t>:40-47pt  </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副标题</a:t>
            </a:r>
            <a:r>
              <a:rPr lang="en-US" altLang="zh-CN" sz="1100" smtClean="0">
                <a:solidFill>
                  <a:srgbClr val="FFFFFF"/>
                </a:solidFill>
                <a:latin typeface="Arial" panose="020B0604020202020204" pitchFamily="34" charset="0"/>
                <a:ea typeface="华文细黑" panose="02010600040101010101" pitchFamily="2" charset="-122"/>
              </a:rPr>
              <a:t>:26-30pt</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反白</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内部使用字体 </a:t>
            </a:r>
            <a:r>
              <a:rPr lang="en-US" altLang="zh-CN" sz="1100" smtClean="0">
                <a:solidFill>
                  <a:srgbClr val="FFFFFF"/>
                </a:solidFill>
                <a:latin typeface="Arial" panose="020B0604020202020204" pitchFamily="34" charset="0"/>
                <a:ea typeface="华文细黑" panose="02010600040101010101" pitchFamily="2" charset="-122"/>
              </a:rPr>
              <a:t>:</a:t>
            </a:r>
          </a:p>
          <a:p>
            <a:pPr algn="r" eaLnBrk="0" fontAlgn="base" hangingPunct="0">
              <a:lnSpc>
                <a:spcPct val="125000"/>
              </a:lnSpc>
              <a:spcBef>
                <a:spcPct val="0"/>
              </a:spcBef>
              <a:spcAft>
                <a:spcPct val="0"/>
              </a:spcAft>
              <a:defRPr/>
            </a:pPr>
            <a:r>
              <a:rPr lang="en-US" altLang="zh-CN" sz="1100" smtClean="0">
                <a:solidFill>
                  <a:srgbClr val="FFFFFF"/>
                </a:solidFill>
                <a:latin typeface="Arial" panose="020B0604020202020204" pitchFamily="34" charset="0"/>
                <a:ea typeface="华文细黑" panose="02010600040101010101" pitchFamily="2" charset="-122"/>
              </a:rPr>
              <a:t>FrutigerNext LT Medium</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外部使用字体 </a:t>
            </a:r>
            <a:r>
              <a:rPr lang="en-US" altLang="zh-CN" sz="1100" smtClean="0">
                <a:solidFill>
                  <a:srgbClr val="FFFFFF"/>
                </a:solidFill>
                <a:latin typeface="Arial" panose="020B0604020202020204" pitchFamily="34" charset="0"/>
                <a:ea typeface="华文细黑" panose="02010600040101010101" pitchFamily="2" charset="-122"/>
              </a:rPr>
              <a:t>: Arial</a:t>
            </a: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中文标题</a:t>
            </a:r>
            <a:r>
              <a:rPr lang="en-US" altLang="zh-CN" sz="1100" smtClean="0">
                <a:solidFill>
                  <a:srgbClr val="FFFFFF"/>
                </a:solidFill>
                <a:latin typeface="Arial" panose="020B0604020202020204" pitchFamily="34" charset="0"/>
                <a:ea typeface="华文细黑" panose="02010600040101010101" pitchFamily="2" charset="-122"/>
              </a:rPr>
              <a:t>:35-47pt</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黑体</a:t>
            </a:r>
          </a:p>
          <a:p>
            <a:pPr algn="r" eaLnBrk="0" fontAlgn="base" hangingPunct="0">
              <a:lnSpc>
                <a:spcPct val="125000"/>
              </a:lnSpc>
              <a:spcBef>
                <a:spcPct val="0"/>
              </a:spcBef>
              <a:spcAft>
                <a:spcPct val="0"/>
              </a:spcAft>
              <a:defRPr/>
            </a:pPr>
            <a:r>
              <a:rPr lang="en-US" altLang="zh-CN" sz="1100" smtClean="0">
                <a:solidFill>
                  <a:srgbClr val="FFFFFF"/>
                </a:solidFill>
                <a:latin typeface="Arial" panose="020B0604020202020204" pitchFamily="34" charset="0"/>
                <a:ea typeface="华文细黑" panose="02010600040101010101" pitchFamily="2" charset="-122"/>
              </a:rPr>
              <a:t>  </a:t>
            </a:r>
            <a:r>
              <a:rPr lang="zh-CN" altLang="en-US" sz="1100" smtClean="0">
                <a:solidFill>
                  <a:srgbClr val="FFFFFF"/>
                </a:solidFill>
                <a:latin typeface="Arial" panose="020B0604020202020204" pitchFamily="34" charset="0"/>
                <a:ea typeface="华文细黑" panose="02010600040101010101" pitchFamily="2" charset="-122"/>
              </a:rPr>
              <a:t>副标题</a:t>
            </a:r>
            <a:r>
              <a:rPr lang="en-US" altLang="zh-CN" sz="1100" smtClean="0">
                <a:solidFill>
                  <a:srgbClr val="FFFFFF"/>
                </a:solidFill>
                <a:latin typeface="Arial" panose="020B0604020202020204" pitchFamily="34" charset="0"/>
                <a:ea typeface="华文细黑" panose="02010600040101010101" pitchFamily="2" charset="-122"/>
              </a:rPr>
              <a:t>:24-28pt</a:t>
            </a: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反白</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细黑体</a:t>
            </a: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50000"/>
              </a:spcBef>
              <a:spcAft>
                <a:spcPct val="0"/>
              </a:spcAft>
              <a:defRPr/>
            </a:pPr>
            <a:endParaRPr lang="zh-CN" altLang="en-US" sz="1100" smtClean="0">
              <a:solidFill>
                <a:srgbClr val="000000"/>
              </a:solidFill>
              <a:latin typeface="Arial" panose="020B0604020202020204" pitchFamily="34" charset="0"/>
              <a:ea typeface="华文细黑" panose="02010600040101010101" pitchFamily="2" charset="-122"/>
            </a:endParaRPr>
          </a:p>
        </p:txBody>
      </p:sp>
      <p:sp>
        <p:nvSpPr>
          <p:cNvPr id="44047" name="Rectangle 15"/>
          <p:cNvSpPr>
            <a:spLocks noGrp="1" noChangeArrowheads="1"/>
          </p:cNvSpPr>
          <p:nvPr>
            <p:ph type="ctrTitle" sz="quarter"/>
          </p:nvPr>
        </p:nvSpPr>
        <p:spPr>
          <a:xfrm>
            <a:off x="849006" y="1392561"/>
            <a:ext cx="7073624" cy="1667261"/>
          </a:xfrm>
        </p:spPr>
        <p:txBody>
          <a:bodyPr/>
          <a:lstStyle>
            <a:lvl1pPr>
              <a:defRPr sz="4301"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2" y="3183676"/>
            <a:ext cx="7075742" cy="865387"/>
          </a:xfrm>
        </p:spPr>
        <p:txBody>
          <a:bodyPr lIns="80139" tIns="40069" rIns="80139" bIns="40069"/>
          <a:lstStyle>
            <a:lvl1pPr marL="0" indent="0">
              <a:buFont typeface="Wingdings" pitchFamily="2" charset="2"/>
              <a:buNone/>
              <a:defRPr sz="2801">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2521" y="282641"/>
            <a:ext cx="2845541" cy="474773"/>
          </a:xfrm>
        </p:spPr>
        <p:txBody>
          <a:bodyPr lIns="80139" tIns="40069" rIns="80139" bIns="40069"/>
          <a:lstStyle>
            <a:lvl1pPr>
              <a:lnSpc>
                <a:spcPct val="100000"/>
              </a:lnSpc>
              <a:defRPr>
                <a:latin typeface="FrutigerNext LT Regular" pitchFamily="34" charset="0"/>
              </a:defRPr>
            </a:lvl1pPr>
          </a:lstStyle>
          <a:p>
            <a:pPr>
              <a:defRPr/>
            </a:pPr>
            <a:fld id="{A889BF20-933A-4875-8C67-85922E11E432}" type="datetime1">
              <a:rPr lang="zh-CN" altLang="en-US">
                <a:solidFill>
                  <a:srgbClr val="000000"/>
                </a:solidFill>
              </a:rPr>
              <a:pPr>
                <a:defRPr/>
              </a:pPr>
              <a:t>2018/8/20</a:t>
            </a:fld>
            <a:endParaRPr lang="en-US" altLang="zh-CN">
              <a:solidFill>
                <a:srgbClr val="000000"/>
              </a:solidFill>
            </a:endParaRPr>
          </a:p>
        </p:txBody>
      </p:sp>
    </p:spTree>
    <p:extLst>
      <p:ext uri="{BB962C8B-B14F-4D97-AF65-F5344CB8AC3E}">
        <p14:creationId xmlns:p14="http://schemas.microsoft.com/office/powerpoint/2010/main" val="7315302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69A1A0D9-9416-4437-A9D9-E42D910186D4}"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0222360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5" y="4407921"/>
            <a:ext cx="10365899" cy="1362390"/>
          </a:xfrm>
        </p:spPr>
        <p:txBody>
          <a:bodyPr anchor="t"/>
          <a:lstStyle>
            <a:lvl1pPr algn="l">
              <a:defRPr sz="4001"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335" y="2907387"/>
            <a:ext cx="10365899" cy="1500534"/>
          </a:xfrm>
        </p:spPr>
        <p:txBody>
          <a:bodyPr anchor="b"/>
          <a:lstStyle>
            <a:lvl1pPr marL="0" indent="0">
              <a:buNone/>
              <a:defRPr sz="2000"/>
            </a:lvl1pPr>
            <a:lvl2pPr marL="457291" indent="0">
              <a:buNone/>
              <a:defRPr sz="1800"/>
            </a:lvl2pPr>
            <a:lvl3pPr marL="914583" indent="0">
              <a:buNone/>
              <a:defRPr sz="1600"/>
            </a:lvl3pPr>
            <a:lvl4pPr marL="1371874" indent="0">
              <a:buNone/>
              <a:defRPr sz="1400"/>
            </a:lvl4pPr>
            <a:lvl5pPr marL="1829166" indent="0">
              <a:buNone/>
              <a:defRPr sz="1400"/>
            </a:lvl5pPr>
            <a:lvl6pPr marL="2286457" indent="0">
              <a:buNone/>
              <a:defRPr sz="1400"/>
            </a:lvl6pPr>
            <a:lvl7pPr marL="2743749" indent="0">
              <a:buNone/>
              <a:defRPr sz="1400"/>
            </a:lvl7pPr>
            <a:lvl8pPr marL="3201040" indent="0">
              <a:buNone/>
              <a:defRPr sz="1400"/>
            </a:lvl8pPr>
            <a:lvl9pPr marL="3658332" indent="0">
              <a:buNone/>
              <a:defRPr sz="1400"/>
            </a:lvl9pPr>
          </a:lstStyle>
          <a:p>
            <a:pPr lvl="0"/>
            <a:r>
              <a:rPr lang="zh-CN" altLang="en-US" smtClean="0"/>
              <a:t>单击此处编辑母版文本样式</a:t>
            </a:r>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0F52200-9E72-4EE3-9E7C-664045E10B7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8124236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70178" y="1641856"/>
            <a:ext cx="5185066" cy="4195146"/>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58497" y="1641856"/>
            <a:ext cx="5187184" cy="4195146"/>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807821BE-178B-4B71-AD86-EE8E2BF016C4}"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5214058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701"/>
            <a:ext cx="10975658" cy="1143265"/>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759" y="1535469"/>
            <a:ext cx="5388320" cy="639910"/>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759" y="2175379"/>
            <a:ext cx="5388320"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4980" y="1535469"/>
            <a:ext cx="5390437" cy="639910"/>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4980" y="2175379"/>
            <a:ext cx="5390437"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DBD277B8-576D-4817-B2C0-4E749382795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8060011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83C48F94-53DC-4BBE-B42F-3D6C751BFC95}"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8187104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6434AF00-ABFE-47E0-9358-3A27B0A8C0D8}"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5581868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59" y="273113"/>
            <a:ext cx="4012129" cy="1162319"/>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7974" y="273114"/>
            <a:ext cx="6817442" cy="5854468"/>
          </a:xfrm>
        </p:spPr>
        <p:txBody>
          <a:bodyPr/>
          <a:lstStyle>
            <a:lvl1pPr>
              <a:defRPr sz="3201"/>
            </a:lvl1pPr>
            <a:lvl2pPr>
              <a:defRPr sz="2801"/>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759" y="1435433"/>
            <a:ext cx="4012129" cy="4692149"/>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zh-CN" altLang="en-US" smtClean="0"/>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ED9ED908-D553-430C-8FDB-0177D35829F3}"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8555912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0" y="4801712"/>
            <a:ext cx="7317105" cy="56686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90340" y="612917"/>
            <a:ext cx="7317105" cy="4115753"/>
          </a:xfrm>
        </p:spPr>
        <p:txBody>
          <a:bodyPr/>
          <a:lstStyle>
            <a:lvl1pPr marL="0" indent="0">
              <a:buNone/>
              <a:defRPr sz="3201"/>
            </a:lvl1pPr>
            <a:lvl2pPr marL="457291" indent="0">
              <a:buNone/>
              <a:defRPr sz="2801"/>
            </a:lvl2pPr>
            <a:lvl3pPr marL="914583" indent="0">
              <a:buNone/>
              <a:defRPr sz="2400"/>
            </a:lvl3pPr>
            <a:lvl4pPr marL="1371874" indent="0">
              <a:buNone/>
              <a:defRPr sz="2000"/>
            </a:lvl4pPr>
            <a:lvl5pPr marL="1829166" indent="0">
              <a:buNone/>
              <a:defRPr sz="2000"/>
            </a:lvl5pPr>
            <a:lvl6pPr marL="2286457" indent="0">
              <a:buNone/>
              <a:defRPr sz="2000"/>
            </a:lvl6pPr>
            <a:lvl7pPr marL="2743749" indent="0">
              <a:buNone/>
              <a:defRPr sz="2000"/>
            </a:lvl7pPr>
            <a:lvl8pPr marL="3201040" indent="0">
              <a:buNone/>
              <a:defRPr sz="2000"/>
            </a:lvl8pPr>
            <a:lvl9pPr marL="3658332" indent="0">
              <a:buNone/>
              <a:defRPr sz="2000"/>
            </a:lvl9pPr>
          </a:lstStyle>
          <a:p>
            <a:pPr lvl="0"/>
            <a:endParaRPr lang="zh-CN" altLang="en-US" noProof="0" smtClean="0"/>
          </a:p>
        </p:txBody>
      </p:sp>
      <p:sp>
        <p:nvSpPr>
          <p:cNvPr id="4" name="文本占位符 3"/>
          <p:cNvSpPr>
            <a:spLocks noGrp="1"/>
          </p:cNvSpPr>
          <p:nvPr>
            <p:ph type="body" sz="half" idx="2"/>
          </p:nvPr>
        </p:nvSpPr>
        <p:spPr>
          <a:xfrm>
            <a:off x="2390340" y="5368581"/>
            <a:ext cx="7317105" cy="805048"/>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zh-CN" altLang="en-US" smtClean="0"/>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FCBE31D0-D1D7-417B-BD27-E7DE9F7D3D0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1256140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64F09BF-DF5D-4B60-AD47-903398D979E0}"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2707771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16587" y="44460"/>
            <a:ext cx="2729093" cy="5792541"/>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27188" y="44460"/>
            <a:ext cx="7986146" cy="5792541"/>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ADB26AB7-B1E1-4C7E-941A-1CB5182E2A05}"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0751762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70177" y="1641856"/>
            <a:ext cx="10575503" cy="4195146"/>
          </a:xfrm>
        </p:spPr>
        <p:txBody>
          <a:bodyPr/>
          <a:lstStyle/>
          <a:p>
            <a:pPr lvl="0"/>
            <a:endParaRPr lang="zh-CN" altLang="en-US" noProof="0" smtClean="0"/>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F26565DC-0FBE-4263-845D-CDD8634FF10C}"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6166088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70178" y="1641856"/>
            <a:ext cx="5185066"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58497" y="1641856"/>
            <a:ext cx="5187184"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865E4AF-C80B-4468-A675-EDE3E3F7E566}"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7741454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27189" y="44460"/>
            <a:ext cx="10918492" cy="5792541"/>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9A1EEA9E-2284-41A2-8867-C929643366B0}"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4980945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70178" y="1641856"/>
            <a:ext cx="5185066"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6258497" y="1641855"/>
            <a:ext cx="5187184" cy="202135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6258497" y="3815647"/>
            <a:ext cx="5187184" cy="202135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9E015096-202A-45D0-8463-ACD680004A5C}"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9808421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14441" y="5590883"/>
            <a:ext cx="1018382" cy="763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82819"/>
            <a:ext cx="12195175" cy="38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20"/>
          <p:cNvSpPr txBox="1">
            <a:spLocks noChangeArrowheads="1"/>
          </p:cNvSpPr>
          <p:nvPr/>
        </p:nvSpPr>
        <p:spPr bwMode="auto">
          <a:xfrm>
            <a:off x="870178" y="6208563"/>
            <a:ext cx="2447733"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TECHNOLOGIES CO., LTD.</a:t>
            </a:r>
            <a:endParaRPr lang="en-US" altLang="zh-CN" sz="2200" smtClean="0">
              <a:solidFill>
                <a:srgbClr val="000000"/>
              </a:solidFill>
              <a:latin typeface="Arial" panose="020B0604020202020204" pitchFamily="34" charset="0"/>
            </a:endParaRPr>
          </a:p>
        </p:txBody>
      </p:sp>
      <p:sp>
        <p:nvSpPr>
          <p:cNvPr id="7" name="Text Box 22"/>
          <p:cNvSpPr txBox="1">
            <a:spLocks noChangeArrowheads="1"/>
          </p:cNvSpPr>
          <p:nvPr/>
        </p:nvSpPr>
        <p:spPr bwMode="auto">
          <a:xfrm>
            <a:off x="9635460" y="4095111"/>
            <a:ext cx="1314411"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FFFFFF"/>
                </a:solidFill>
              </a:rPr>
              <a:t>www.huawei.com</a:t>
            </a:r>
          </a:p>
        </p:txBody>
      </p:sp>
      <p:sp>
        <p:nvSpPr>
          <p:cNvPr id="8" name="Rectangle 23"/>
          <p:cNvSpPr>
            <a:spLocks noChangeArrowheads="1"/>
          </p:cNvSpPr>
          <p:nvPr/>
        </p:nvSpPr>
        <p:spPr bwMode="auto">
          <a:xfrm>
            <a:off x="5314217" y="6208563"/>
            <a:ext cx="1564415" cy="26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Confidential </a:t>
            </a:r>
          </a:p>
        </p:txBody>
      </p:sp>
      <p:sp>
        <p:nvSpPr>
          <p:cNvPr id="9" name="Rectangle 25"/>
          <p:cNvSpPr>
            <a:spLocks noChangeArrowheads="1"/>
          </p:cNvSpPr>
          <p:nvPr/>
        </p:nvSpPr>
        <p:spPr bwMode="auto">
          <a:xfrm>
            <a:off x="9059576" y="247707"/>
            <a:ext cx="1368848" cy="29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400" b="1" smtClean="0">
                <a:solidFill>
                  <a:srgbClr val="666666"/>
                </a:solidFill>
              </a:rPr>
              <a:t>Security Level:</a:t>
            </a:r>
            <a:r>
              <a:rPr lang="zh-CN" altLang="en-US" sz="1400" b="1" smtClean="0">
                <a:solidFill>
                  <a:srgbClr val="666666"/>
                </a:solidFill>
              </a:rPr>
              <a:t> </a:t>
            </a:r>
          </a:p>
        </p:txBody>
      </p:sp>
      <p:sp>
        <p:nvSpPr>
          <p:cNvPr id="10" name="Text Box 66"/>
          <p:cNvSpPr txBox="1">
            <a:spLocks noChangeArrowheads="1"/>
          </p:cNvSpPr>
          <p:nvPr/>
        </p:nvSpPr>
        <p:spPr bwMode="auto">
          <a:xfrm>
            <a:off x="-2625350" y="1322694"/>
            <a:ext cx="2625350" cy="375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80158" tIns="40078" rIns="80158" bIns="40078">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英文标题</a:t>
            </a:r>
            <a:r>
              <a:rPr lang="en-US" altLang="zh-CN" sz="1100" smtClean="0">
                <a:solidFill>
                  <a:srgbClr val="FFFFFF"/>
                </a:solidFill>
                <a:latin typeface="Arial" panose="020B0604020202020204" pitchFamily="34" charset="0"/>
                <a:ea typeface="华文细黑" panose="02010600040101010101" pitchFamily="2" charset="-122"/>
              </a:rPr>
              <a:t>:40-47pt  </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副标题</a:t>
            </a:r>
            <a:r>
              <a:rPr lang="en-US" altLang="zh-CN" sz="1100" smtClean="0">
                <a:solidFill>
                  <a:srgbClr val="FFFFFF"/>
                </a:solidFill>
                <a:latin typeface="Arial" panose="020B0604020202020204" pitchFamily="34" charset="0"/>
                <a:ea typeface="华文细黑" panose="02010600040101010101" pitchFamily="2" charset="-122"/>
              </a:rPr>
              <a:t>:26-30pt</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反白</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内部使用字体 </a:t>
            </a:r>
            <a:r>
              <a:rPr lang="en-US" altLang="zh-CN" sz="1100" smtClean="0">
                <a:solidFill>
                  <a:srgbClr val="FFFFFF"/>
                </a:solidFill>
                <a:latin typeface="Arial" panose="020B0604020202020204" pitchFamily="34" charset="0"/>
                <a:ea typeface="华文细黑" panose="02010600040101010101" pitchFamily="2" charset="-122"/>
              </a:rPr>
              <a:t>:</a:t>
            </a:r>
          </a:p>
          <a:p>
            <a:pPr algn="r" eaLnBrk="0" fontAlgn="base" hangingPunct="0">
              <a:lnSpc>
                <a:spcPct val="125000"/>
              </a:lnSpc>
              <a:spcBef>
                <a:spcPct val="0"/>
              </a:spcBef>
              <a:spcAft>
                <a:spcPct val="0"/>
              </a:spcAft>
              <a:defRPr/>
            </a:pPr>
            <a:r>
              <a:rPr lang="en-US" altLang="zh-CN" sz="1100" smtClean="0">
                <a:solidFill>
                  <a:srgbClr val="FFFFFF"/>
                </a:solidFill>
                <a:latin typeface="Arial" panose="020B0604020202020204" pitchFamily="34" charset="0"/>
                <a:ea typeface="华文细黑" panose="02010600040101010101" pitchFamily="2" charset="-122"/>
              </a:rPr>
              <a:t>FrutigerNext LT Medium</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外部使用字体 </a:t>
            </a:r>
            <a:r>
              <a:rPr lang="en-US" altLang="zh-CN" sz="1100" smtClean="0">
                <a:solidFill>
                  <a:srgbClr val="FFFFFF"/>
                </a:solidFill>
                <a:latin typeface="Arial" panose="020B0604020202020204" pitchFamily="34" charset="0"/>
                <a:ea typeface="华文细黑" panose="02010600040101010101" pitchFamily="2" charset="-122"/>
              </a:rPr>
              <a:t>: Arial</a:t>
            </a: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中文标题</a:t>
            </a:r>
            <a:r>
              <a:rPr lang="en-US" altLang="zh-CN" sz="1100" smtClean="0">
                <a:solidFill>
                  <a:srgbClr val="FFFFFF"/>
                </a:solidFill>
                <a:latin typeface="Arial" panose="020B0604020202020204" pitchFamily="34" charset="0"/>
                <a:ea typeface="华文细黑" panose="02010600040101010101" pitchFamily="2" charset="-122"/>
              </a:rPr>
              <a:t>:35-47pt</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黑体</a:t>
            </a:r>
          </a:p>
          <a:p>
            <a:pPr algn="r" eaLnBrk="0" fontAlgn="base" hangingPunct="0">
              <a:lnSpc>
                <a:spcPct val="125000"/>
              </a:lnSpc>
              <a:spcBef>
                <a:spcPct val="0"/>
              </a:spcBef>
              <a:spcAft>
                <a:spcPct val="0"/>
              </a:spcAft>
              <a:defRPr/>
            </a:pPr>
            <a:r>
              <a:rPr lang="en-US" altLang="zh-CN" sz="1100" smtClean="0">
                <a:solidFill>
                  <a:srgbClr val="FFFFFF"/>
                </a:solidFill>
                <a:latin typeface="Arial" panose="020B0604020202020204" pitchFamily="34" charset="0"/>
                <a:ea typeface="华文细黑" panose="02010600040101010101" pitchFamily="2" charset="-122"/>
              </a:rPr>
              <a:t>  </a:t>
            </a:r>
            <a:r>
              <a:rPr lang="zh-CN" altLang="en-US" sz="1100" smtClean="0">
                <a:solidFill>
                  <a:srgbClr val="FFFFFF"/>
                </a:solidFill>
                <a:latin typeface="Arial" panose="020B0604020202020204" pitchFamily="34" charset="0"/>
                <a:ea typeface="华文细黑" panose="02010600040101010101" pitchFamily="2" charset="-122"/>
              </a:rPr>
              <a:t>副标题</a:t>
            </a:r>
            <a:r>
              <a:rPr lang="en-US" altLang="zh-CN" sz="1100" smtClean="0">
                <a:solidFill>
                  <a:srgbClr val="FFFFFF"/>
                </a:solidFill>
                <a:latin typeface="Arial" panose="020B0604020202020204" pitchFamily="34" charset="0"/>
                <a:ea typeface="华文细黑" panose="02010600040101010101" pitchFamily="2" charset="-122"/>
              </a:rPr>
              <a:t>:24-28pt</a:t>
            </a: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反白</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细黑体</a:t>
            </a: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50000"/>
              </a:spcBef>
              <a:spcAft>
                <a:spcPct val="0"/>
              </a:spcAft>
              <a:defRPr/>
            </a:pPr>
            <a:endParaRPr lang="zh-CN" altLang="en-US" sz="1100" smtClean="0">
              <a:solidFill>
                <a:srgbClr val="000000"/>
              </a:solidFill>
              <a:latin typeface="Arial" panose="020B0604020202020204" pitchFamily="34" charset="0"/>
              <a:ea typeface="华文细黑" panose="02010600040101010101" pitchFamily="2" charset="-122"/>
            </a:endParaRPr>
          </a:p>
        </p:txBody>
      </p:sp>
      <p:sp>
        <p:nvSpPr>
          <p:cNvPr id="44047" name="Rectangle 15"/>
          <p:cNvSpPr>
            <a:spLocks noGrp="1" noChangeArrowheads="1"/>
          </p:cNvSpPr>
          <p:nvPr>
            <p:ph type="ctrTitle" sz="quarter"/>
          </p:nvPr>
        </p:nvSpPr>
        <p:spPr>
          <a:xfrm>
            <a:off x="849006" y="1392561"/>
            <a:ext cx="7073624" cy="1667261"/>
          </a:xfrm>
        </p:spPr>
        <p:txBody>
          <a:bodyPr/>
          <a:lstStyle>
            <a:lvl1pPr>
              <a:defRPr sz="4301"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2" y="3183676"/>
            <a:ext cx="7075742" cy="865387"/>
          </a:xfrm>
        </p:spPr>
        <p:txBody>
          <a:bodyPr lIns="80139" tIns="40069" rIns="80139" bIns="40069"/>
          <a:lstStyle>
            <a:lvl1pPr marL="0" indent="0">
              <a:buFont typeface="Wingdings" pitchFamily="2" charset="2"/>
              <a:buNone/>
              <a:defRPr sz="2801">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2521" y="282641"/>
            <a:ext cx="2845541" cy="474773"/>
          </a:xfrm>
        </p:spPr>
        <p:txBody>
          <a:bodyPr lIns="80139" tIns="40069" rIns="80139" bIns="40069"/>
          <a:lstStyle>
            <a:lvl1pPr>
              <a:lnSpc>
                <a:spcPct val="100000"/>
              </a:lnSpc>
              <a:defRPr>
                <a:latin typeface="FrutigerNext LT Regular" pitchFamily="34" charset="0"/>
              </a:defRPr>
            </a:lvl1pPr>
          </a:lstStyle>
          <a:p>
            <a:pPr>
              <a:defRPr/>
            </a:pPr>
            <a:fld id="{A889BF20-933A-4875-8C67-85922E11E432}" type="datetime1">
              <a:rPr lang="zh-CN" altLang="en-US">
                <a:solidFill>
                  <a:srgbClr val="000000"/>
                </a:solidFill>
              </a:rPr>
              <a:pPr>
                <a:defRPr/>
              </a:pPr>
              <a:t>2018/8/20</a:t>
            </a:fld>
            <a:endParaRPr lang="en-US" altLang="zh-CN">
              <a:solidFill>
                <a:srgbClr val="000000"/>
              </a:solidFill>
            </a:endParaRPr>
          </a:p>
        </p:txBody>
      </p:sp>
    </p:spTree>
    <p:extLst>
      <p:ext uri="{BB962C8B-B14F-4D97-AF65-F5344CB8AC3E}">
        <p14:creationId xmlns:p14="http://schemas.microsoft.com/office/powerpoint/2010/main" val="32934455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69A1A0D9-9416-4437-A9D9-E42D910186D4}"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7580509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5" y="4407921"/>
            <a:ext cx="10365899" cy="1362390"/>
          </a:xfrm>
        </p:spPr>
        <p:txBody>
          <a:bodyPr anchor="t"/>
          <a:lstStyle>
            <a:lvl1pPr algn="l">
              <a:defRPr sz="4001"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335" y="2907387"/>
            <a:ext cx="10365899" cy="1500534"/>
          </a:xfrm>
        </p:spPr>
        <p:txBody>
          <a:bodyPr anchor="b"/>
          <a:lstStyle>
            <a:lvl1pPr marL="0" indent="0">
              <a:buNone/>
              <a:defRPr sz="2000"/>
            </a:lvl1pPr>
            <a:lvl2pPr marL="457291" indent="0">
              <a:buNone/>
              <a:defRPr sz="1800"/>
            </a:lvl2pPr>
            <a:lvl3pPr marL="914583" indent="0">
              <a:buNone/>
              <a:defRPr sz="1600"/>
            </a:lvl3pPr>
            <a:lvl4pPr marL="1371874" indent="0">
              <a:buNone/>
              <a:defRPr sz="1400"/>
            </a:lvl4pPr>
            <a:lvl5pPr marL="1829166" indent="0">
              <a:buNone/>
              <a:defRPr sz="1400"/>
            </a:lvl5pPr>
            <a:lvl6pPr marL="2286457" indent="0">
              <a:buNone/>
              <a:defRPr sz="1400"/>
            </a:lvl6pPr>
            <a:lvl7pPr marL="2743749" indent="0">
              <a:buNone/>
              <a:defRPr sz="1400"/>
            </a:lvl7pPr>
            <a:lvl8pPr marL="3201040" indent="0">
              <a:buNone/>
              <a:defRPr sz="1400"/>
            </a:lvl8pPr>
            <a:lvl9pPr marL="3658332" indent="0">
              <a:buNone/>
              <a:defRPr sz="1400"/>
            </a:lvl9pPr>
          </a:lstStyle>
          <a:p>
            <a:pPr lvl="0"/>
            <a:r>
              <a:rPr lang="zh-CN" altLang="en-US" smtClean="0"/>
              <a:t>单击此处编辑母版文本样式</a:t>
            </a:r>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0F52200-9E72-4EE3-9E7C-664045E10B7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44852010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70178" y="1641856"/>
            <a:ext cx="5185066" cy="4195146"/>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58497" y="1641856"/>
            <a:ext cx="5187184" cy="4195146"/>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807821BE-178B-4B71-AD86-EE8E2BF016C4}"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82024699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701"/>
            <a:ext cx="10975658" cy="1143265"/>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759" y="1535469"/>
            <a:ext cx="5388320" cy="639910"/>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759" y="2175379"/>
            <a:ext cx="5388320"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4980" y="1535469"/>
            <a:ext cx="5390437" cy="639910"/>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4980" y="2175379"/>
            <a:ext cx="5390437"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DBD277B8-576D-4817-B2C0-4E749382795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82524497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83C48F94-53DC-4BBE-B42F-3D6C751BFC95}"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3398885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6434AF00-ABFE-47E0-9358-3A27B0A8C0D8}"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0817535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59" y="273113"/>
            <a:ext cx="4012129" cy="1162319"/>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7974" y="273114"/>
            <a:ext cx="6817442" cy="5854468"/>
          </a:xfrm>
        </p:spPr>
        <p:txBody>
          <a:bodyPr/>
          <a:lstStyle>
            <a:lvl1pPr>
              <a:defRPr sz="3201"/>
            </a:lvl1pPr>
            <a:lvl2pPr>
              <a:defRPr sz="2801"/>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759" y="1435433"/>
            <a:ext cx="4012129" cy="4692149"/>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zh-CN" altLang="en-US" smtClean="0"/>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ED9ED908-D553-430C-8FDB-0177D35829F3}"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41036720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0" y="4801712"/>
            <a:ext cx="7317105" cy="56686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90340" y="612917"/>
            <a:ext cx="7317105" cy="4115753"/>
          </a:xfrm>
        </p:spPr>
        <p:txBody>
          <a:bodyPr/>
          <a:lstStyle>
            <a:lvl1pPr marL="0" indent="0">
              <a:buNone/>
              <a:defRPr sz="3201"/>
            </a:lvl1pPr>
            <a:lvl2pPr marL="457291" indent="0">
              <a:buNone/>
              <a:defRPr sz="2801"/>
            </a:lvl2pPr>
            <a:lvl3pPr marL="914583" indent="0">
              <a:buNone/>
              <a:defRPr sz="2400"/>
            </a:lvl3pPr>
            <a:lvl4pPr marL="1371874" indent="0">
              <a:buNone/>
              <a:defRPr sz="2000"/>
            </a:lvl4pPr>
            <a:lvl5pPr marL="1829166" indent="0">
              <a:buNone/>
              <a:defRPr sz="2000"/>
            </a:lvl5pPr>
            <a:lvl6pPr marL="2286457" indent="0">
              <a:buNone/>
              <a:defRPr sz="2000"/>
            </a:lvl6pPr>
            <a:lvl7pPr marL="2743749" indent="0">
              <a:buNone/>
              <a:defRPr sz="2000"/>
            </a:lvl7pPr>
            <a:lvl8pPr marL="3201040" indent="0">
              <a:buNone/>
              <a:defRPr sz="2000"/>
            </a:lvl8pPr>
            <a:lvl9pPr marL="3658332" indent="0">
              <a:buNone/>
              <a:defRPr sz="2000"/>
            </a:lvl9pPr>
          </a:lstStyle>
          <a:p>
            <a:pPr lvl="0"/>
            <a:endParaRPr lang="zh-CN" altLang="en-US" noProof="0" smtClean="0"/>
          </a:p>
        </p:txBody>
      </p:sp>
      <p:sp>
        <p:nvSpPr>
          <p:cNvPr id="4" name="文本占位符 3"/>
          <p:cNvSpPr>
            <a:spLocks noGrp="1"/>
          </p:cNvSpPr>
          <p:nvPr>
            <p:ph type="body" sz="half" idx="2"/>
          </p:nvPr>
        </p:nvSpPr>
        <p:spPr>
          <a:xfrm>
            <a:off x="2390340" y="5368581"/>
            <a:ext cx="7317105" cy="805048"/>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zh-CN" altLang="en-US" smtClean="0"/>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FCBE31D0-D1D7-417B-BD27-E7DE9F7D3D0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46510154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64F09BF-DF5D-4B60-AD47-903398D979E0}"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40328345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16587" y="44460"/>
            <a:ext cx="2729093" cy="5792541"/>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27188" y="44460"/>
            <a:ext cx="7986146" cy="5792541"/>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ADB26AB7-B1E1-4C7E-941A-1CB5182E2A05}"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05625411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70177" y="1641856"/>
            <a:ext cx="10575503" cy="4195146"/>
          </a:xfrm>
        </p:spPr>
        <p:txBody>
          <a:bodyPr/>
          <a:lstStyle/>
          <a:p>
            <a:pPr lvl="0"/>
            <a:endParaRPr lang="zh-CN" altLang="en-US" noProof="0" smtClean="0"/>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F26565DC-0FBE-4263-845D-CDD8634FF10C}"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8056203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70178" y="1641856"/>
            <a:ext cx="5185066"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58497" y="1641856"/>
            <a:ext cx="5187184"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865E4AF-C80B-4468-A675-EDE3E3F7E566}"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2620083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27189" y="44460"/>
            <a:ext cx="10918492" cy="5792541"/>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9A1EEA9E-2284-41A2-8867-C929643366B0}"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7995975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70178" y="1641856"/>
            <a:ext cx="5185066"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6258497" y="1641855"/>
            <a:ext cx="5187184" cy="202135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6258497" y="3815647"/>
            <a:ext cx="5187184" cy="202135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9E015096-202A-45D0-8463-ACD680004A5C}"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8574046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14441" y="5590883"/>
            <a:ext cx="1018382" cy="763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82819"/>
            <a:ext cx="12195175" cy="38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20"/>
          <p:cNvSpPr txBox="1">
            <a:spLocks noChangeArrowheads="1"/>
          </p:cNvSpPr>
          <p:nvPr/>
        </p:nvSpPr>
        <p:spPr bwMode="auto">
          <a:xfrm>
            <a:off x="870178" y="6208563"/>
            <a:ext cx="2447733"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TECHNOLOGIES CO., LTD.</a:t>
            </a:r>
            <a:endParaRPr lang="en-US" altLang="zh-CN" sz="2200" smtClean="0">
              <a:solidFill>
                <a:srgbClr val="000000"/>
              </a:solidFill>
              <a:latin typeface="Arial" panose="020B0604020202020204" pitchFamily="34" charset="0"/>
            </a:endParaRPr>
          </a:p>
        </p:txBody>
      </p:sp>
      <p:sp>
        <p:nvSpPr>
          <p:cNvPr id="7" name="Text Box 22"/>
          <p:cNvSpPr txBox="1">
            <a:spLocks noChangeArrowheads="1"/>
          </p:cNvSpPr>
          <p:nvPr/>
        </p:nvSpPr>
        <p:spPr bwMode="auto">
          <a:xfrm>
            <a:off x="9635460" y="4095111"/>
            <a:ext cx="1314411"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FFFFFF"/>
                </a:solidFill>
              </a:rPr>
              <a:t>www.huawei.com</a:t>
            </a:r>
          </a:p>
        </p:txBody>
      </p:sp>
      <p:sp>
        <p:nvSpPr>
          <p:cNvPr id="8" name="Rectangle 23"/>
          <p:cNvSpPr>
            <a:spLocks noChangeArrowheads="1"/>
          </p:cNvSpPr>
          <p:nvPr/>
        </p:nvSpPr>
        <p:spPr bwMode="auto">
          <a:xfrm>
            <a:off x="5314217" y="6208563"/>
            <a:ext cx="1564415" cy="26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Confidential </a:t>
            </a:r>
          </a:p>
        </p:txBody>
      </p:sp>
      <p:sp>
        <p:nvSpPr>
          <p:cNvPr id="9" name="Rectangle 25"/>
          <p:cNvSpPr>
            <a:spLocks noChangeArrowheads="1"/>
          </p:cNvSpPr>
          <p:nvPr/>
        </p:nvSpPr>
        <p:spPr bwMode="auto">
          <a:xfrm>
            <a:off x="9059576" y="247707"/>
            <a:ext cx="1368848" cy="29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400" b="1" smtClean="0">
                <a:solidFill>
                  <a:srgbClr val="666666"/>
                </a:solidFill>
              </a:rPr>
              <a:t>Security Level:</a:t>
            </a:r>
            <a:r>
              <a:rPr lang="zh-CN" altLang="en-US" sz="1400" b="1" smtClean="0">
                <a:solidFill>
                  <a:srgbClr val="666666"/>
                </a:solidFill>
              </a:rPr>
              <a:t> </a:t>
            </a:r>
          </a:p>
        </p:txBody>
      </p:sp>
      <p:sp>
        <p:nvSpPr>
          <p:cNvPr id="10" name="Text Box 66"/>
          <p:cNvSpPr txBox="1">
            <a:spLocks noChangeArrowheads="1"/>
          </p:cNvSpPr>
          <p:nvPr/>
        </p:nvSpPr>
        <p:spPr bwMode="auto">
          <a:xfrm>
            <a:off x="-2625350" y="1322694"/>
            <a:ext cx="2625350" cy="375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80158" tIns="40078" rIns="80158" bIns="40078">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英文标题</a:t>
            </a:r>
            <a:r>
              <a:rPr lang="en-US" altLang="zh-CN" sz="1100" smtClean="0">
                <a:solidFill>
                  <a:srgbClr val="FFFFFF"/>
                </a:solidFill>
                <a:latin typeface="Arial" panose="020B0604020202020204" pitchFamily="34" charset="0"/>
                <a:ea typeface="华文细黑" panose="02010600040101010101" pitchFamily="2" charset="-122"/>
              </a:rPr>
              <a:t>:40-47pt  </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副标题</a:t>
            </a:r>
            <a:r>
              <a:rPr lang="en-US" altLang="zh-CN" sz="1100" smtClean="0">
                <a:solidFill>
                  <a:srgbClr val="FFFFFF"/>
                </a:solidFill>
                <a:latin typeface="Arial" panose="020B0604020202020204" pitchFamily="34" charset="0"/>
                <a:ea typeface="华文细黑" panose="02010600040101010101" pitchFamily="2" charset="-122"/>
              </a:rPr>
              <a:t>:26-30pt</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反白</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内部使用字体 </a:t>
            </a:r>
            <a:r>
              <a:rPr lang="en-US" altLang="zh-CN" sz="1100" smtClean="0">
                <a:solidFill>
                  <a:srgbClr val="FFFFFF"/>
                </a:solidFill>
                <a:latin typeface="Arial" panose="020B0604020202020204" pitchFamily="34" charset="0"/>
                <a:ea typeface="华文细黑" panose="02010600040101010101" pitchFamily="2" charset="-122"/>
              </a:rPr>
              <a:t>:</a:t>
            </a:r>
          </a:p>
          <a:p>
            <a:pPr algn="r" eaLnBrk="0" fontAlgn="base" hangingPunct="0">
              <a:lnSpc>
                <a:spcPct val="125000"/>
              </a:lnSpc>
              <a:spcBef>
                <a:spcPct val="0"/>
              </a:spcBef>
              <a:spcAft>
                <a:spcPct val="0"/>
              </a:spcAft>
              <a:defRPr/>
            </a:pPr>
            <a:r>
              <a:rPr lang="en-US" altLang="zh-CN" sz="1100" smtClean="0">
                <a:solidFill>
                  <a:srgbClr val="FFFFFF"/>
                </a:solidFill>
                <a:latin typeface="Arial" panose="020B0604020202020204" pitchFamily="34" charset="0"/>
                <a:ea typeface="华文细黑" panose="02010600040101010101" pitchFamily="2" charset="-122"/>
              </a:rPr>
              <a:t>FrutigerNext LT Medium</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外部使用字体 </a:t>
            </a:r>
            <a:r>
              <a:rPr lang="en-US" altLang="zh-CN" sz="1100" smtClean="0">
                <a:solidFill>
                  <a:srgbClr val="FFFFFF"/>
                </a:solidFill>
                <a:latin typeface="Arial" panose="020B0604020202020204" pitchFamily="34" charset="0"/>
                <a:ea typeface="华文细黑" panose="02010600040101010101" pitchFamily="2" charset="-122"/>
              </a:rPr>
              <a:t>: Arial</a:t>
            </a: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中文标题</a:t>
            </a:r>
            <a:r>
              <a:rPr lang="en-US" altLang="zh-CN" sz="1100" smtClean="0">
                <a:solidFill>
                  <a:srgbClr val="FFFFFF"/>
                </a:solidFill>
                <a:latin typeface="Arial" panose="020B0604020202020204" pitchFamily="34" charset="0"/>
                <a:ea typeface="华文细黑" panose="02010600040101010101" pitchFamily="2" charset="-122"/>
              </a:rPr>
              <a:t>:35-47pt</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黑体</a:t>
            </a:r>
          </a:p>
          <a:p>
            <a:pPr algn="r" eaLnBrk="0" fontAlgn="base" hangingPunct="0">
              <a:lnSpc>
                <a:spcPct val="125000"/>
              </a:lnSpc>
              <a:spcBef>
                <a:spcPct val="0"/>
              </a:spcBef>
              <a:spcAft>
                <a:spcPct val="0"/>
              </a:spcAft>
              <a:defRPr/>
            </a:pPr>
            <a:r>
              <a:rPr lang="en-US" altLang="zh-CN" sz="1100" smtClean="0">
                <a:solidFill>
                  <a:srgbClr val="FFFFFF"/>
                </a:solidFill>
                <a:latin typeface="Arial" panose="020B0604020202020204" pitchFamily="34" charset="0"/>
                <a:ea typeface="华文细黑" panose="02010600040101010101" pitchFamily="2" charset="-122"/>
              </a:rPr>
              <a:t>  </a:t>
            </a:r>
            <a:r>
              <a:rPr lang="zh-CN" altLang="en-US" sz="1100" smtClean="0">
                <a:solidFill>
                  <a:srgbClr val="FFFFFF"/>
                </a:solidFill>
                <a:latin typeface="Arial" panose="020B0604020202020204" pitchFamily="34" charset="0"/>
                <a:ea typeface="华文细黑" panose="02010600040101010101" pitchFamily="2" charset="-122"/>
              </a:rPr>
              <a:t>副标题</a:t>
            </a:r>
            <a:r>
              <a:rPr lang="en-US" altLang="zh-CN" sz="1100" smtClean="0">
                <a:solidFill>
                  <a:srgbClr val="FFFFFF"/>
                </a:solidFill>
                <a:latin typeface="Arial" panose="020B0604020202020204" pitchFamily="34" charset="0"/>
                <a:ea typeface="华文细黑" panose="02010600040101010101" pitchFamily="2" charset="-122"/>
              </a:rPr>
              <a:t>:24-28pt</a:t>
            </a: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反白</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细黑体</a:t>
            </a: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50000"/>
              </a:spcBef>
              <a:spcAft>
                <a:spcPct val="0"/>
              </a:spcAft>
              <a:defRPr/>
            </a:pPr>
            <a:endParaRPr lang="zh-CN" altLang="en-US" sz="1100" smtClean="0">
              <a:solidFill>
                <a:srgbClr val="000000"/>
              </a:solidFill>
              <a:latin typeface="Arial" panose="020B0604020202020204" pitchFamily="34" charset="0"/>
              <a:ea typeface="华文细黑" panose="02010600040101010101" pitchFamily="2" charset="-122"/>
            </a:endParaRPr>
          </a:p>
        </p:txBody>
      </p:sp>
      <p:sp>
        <p:nvSpPr>
          <p:cNvPr id="44047" name="Rectangle 15"/>
          <p:cNvSpPr>
            <a:spLocks noGrp="1" noChangeArrowheads="1"/>
          </p:cNvSpPr>
          <p:nvPr>
            <p:ph type="ctrTitle" sz="quarter"/>
          </p:nvPr>
        </p:nvSpPr>
        <p:spPr>
          <a:xfrm>
            <a:off x="849006" y="1392561"/>
            <a:ext cx="7073624" cy="1667261"/>
          </a:xfrm>
        </p:spPr>
        <p:txBody>
          <a:bodyPr/>
          <a:lstStyle>
            <a:lvl1pPr>
              <a:defRPr sz="4301"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2" y="3183676"/>
            <a:ext cx="7075742" cy="865387"/>
          </a:xfrm>
        </p:spPr>
        <p:txBody>
          <a:bodyPr lIns="80139" tIns="40069" rIns="80139" bIns="40069"/>
          <a:lstStyle>
            <a:lvl1pPr marL="0" indent="0">
              <a:buFont typeface="Wingdings" pitchFamily="2" charset="2"/>
              <a:buNone/>
              <a:defRPr sz="2801">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2521" y="282641"/>
            <a:ext cx="2845541" cy="474773"/>
          </a:xfrm>
        </p:spPr>
        <p:txBody>
          <a:bodyPr lIns="80139" tIns="40069" rIns="80139" bIns="40069"/>
          <a:lstStyle>
            <a:lvl1pPr>
              <a:lnSpc>
                <a:spcPct val="100000"/>
              </a:lnSpc>
              <a:defRPr>
                <a:latin typeface="FrutigerNext LT Regular" pitchFamily="34" charset="0"/>
              </a:defRPr>
            </a:lvl1pPr>
          </a:lstStyle>
          <a:p>
            <a:pPr>
              <a:defRPr/>
            </a:pPr>
            <a:fld id="{A889BF20-933A-4875-8C67-85922E11E432}" type="datetime1">
              <a:rPr lang="zh-CN" altLang="en-US">
                <a:solidFill>
                  <a:srgbClr val="000000"/>
                </a:solidFill>
              </a:rPr>
              <a:pPr>
                <a:defRPr/>
              </a:pPr>
              <a:t>2018/8/20</a:t>
            </a:fld>
            <a:endParaRPr lang="en-US" altLang="zh-CN">
              <a:solidFill>
                <a:srgbClr val="000000"/>
              </a:solidFill>
            </a:endParaRPr>
          </a:p>
        </p:txBody>
      </p:sp>
    </p:spTree>
    <p:extLst>
      <p:ext uri="{BB962C8B-B14F-4D97-AF65-F5344CB8AC3E}">
        <p14:creationId xmlns:p14="http://schemas.microsoft.com/office/powerpoint/2010/main" val="255268578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69A1A0D9-9416-4437-A9D9-E42D910186D4}"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8240609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5" y="4407921"/>
            <a:ext cx="10365899" cy="1362390"/>
          </a:xfrm>
        </p:spPr>
        <p:txBody>
          <a:bodyPr anchor="t"/>
          <a:lstStyle>
            <a:lvl1pPr algn="l">
              <a:defRPr sz="4001"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335" y="2907387"/>
            <a:ext cx="10365899" cy="1500534"/>
          </a:xfrm>
        </p:spPr>
        <p:txBody>
          <a:bodyPr anchor="b"/>
          <a:lstStyle>
            <a:lvl1pPr marL="0" indent="0">
              <a:buNone/>
              <a:defRPr sz="2000"/>
            </a:lvl1pPr>
            <a:lvl2pPr marL="457291" indent="0">
              <a:buNone/>
              <a:defRPr sz="1800"/>
            </a:lvl2pPr>
            <a:lvl3pPr marL="914583" indent="0">
              <a:buNone/>
              <a:defRPr sz="1600"/>
            </a:lvl3pPr>
            <a:lvl4pPr marL="1371874" indent="0">
              <a:buNone/>
              <a:defRPr sz="1400"/>
            </a:lvl4pPr>
            <a:lvl5pPr marL="1829166" indent="0">
              <a:buNone/>
              <a:defRPr sz="1400"/>
            </a:lvl5pPr>
            <a:lvl6pPr marL="2286457" indent="0">
              <a:buNone/>
              <a:defRPr sz="1400"/>
            </a:lvl6pPr>
            <a:lvl7pPr marL="2743749" indent="0">
              <a:buNone/>
              <a:defRPr sz="1400"/>
            </a:lvl7pPr>
            <a:lvl8pPr marL="3201040" indent="0">
              <a:buNone/>
              <a:defRPr sz="1400"/>
            </a:lvl8pPr>
            <a:lvl9pPr marL="3658332" indent="0">
              <a:buNone/>
              <a:defRPr sz="1400"/>
            </a:lvl9pPr>
          </a:lstStyle>
          <a:p>
            <a:pPr lvl="0"/>
            <a:r>
              <a:rPr lang="zh-CN" altLang="en-US" smtClean="0"/>
              <a:t>单击此处编辑母版文本样式</a:t>
            </a:r>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0F52200-9E72-4EE3-9E7C-664045E10B7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0713146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70178" y="1641856"/>
            <a:ext cx="5185066" cy="4195146"/>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58497" y="1641856"/>
            <a:ext cx="5187184" cy="4195146"/>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807821BE-178B-4B71-AD86-EE8E2BF016C4}"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62358422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701"/>
            <a:ext cx="10975658" cy="1143265"/>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759" y="1535469"/>
            <a:ext cx="5388320" cy="639910"/>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759" y="2175379"/>
            <a:ext cx="5388320"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4980" y="1535469"/>
            <a:ext cx="5390437" cy="639910"/>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4980" y="2175379"/>
            <a:ext cx="5390437"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DBD277B8-576D-4817-B2C0-4E749382795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18517943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83C48F94-53DC-4BBE-B42F-3D6C751BFC95}"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04536459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6434AF00-ABFE-47E0-9358-3A27B0A8C0D8}"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77624908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59" y="273113"/>
            <a:ext cx="4012129" cy="1162319"/>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7974" y="273114"/>
            <a:ext cx="6817442" cy="5854468"/>
          </a:xfrm>
        </p:spPr>
        <p:txBody>
          <a:bodyPr/>
          <a:lstStyle>
            <a:lvl1pPr>
              <a:defRPr sz="3201"/>
            </a:lvl1pPr>
            <a:lvl2pPr>
              <a:defRPr sz="2801"/>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759" y="1435433"/>
            <a:ext cx="4012129" cy="4692149"/>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zh-CN" altLang="en-US" smtClean="0"/>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ED9ED908-D553-430C-8FDB-0177D35829F3}"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5881080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0" y="4801712"/>
            <a:ext cx="7317105" cy="56686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90340" y="612917"/>
            <a:ext cx="7317105" cy="4115753"/>
          </a:xfrm>
        </p:spPr>
        <p:txBody>
          <a:bodyPr/>
          <a:lstStyle>
            <a:lvl1pPr marL="0" indent="0">
              <a:buNone/>
              <a:defRPr sz="3201"/>
            </a:lvl1pPr>
            <a:lvl2pPr marL="457291" indent="0">
              <a:buNone/>
              <a:defRPr sz="2801"/>
            </a:lvl2pPr>
            <a:lvl3pPr marL="914583" indent="0">
              <a:buNone/>
              <a:defRPr sz="2400"/>
            </a:lvl3pPr>
            <a:lvl4pPr marL="1371874" indent="0">
              <a:buNone/>
              <a:defRPr sz="2000"/>
            </a:lvl4pPr>
            <a:lvl5pPr marL="1829166" indent="0">
              <a:buNone/>
              <a:defRPr sz="2000"/>
            </a:lvl5pPr>
            <a:lvl6pPr marL="2286457" indent="0">
              <a:buNone/>
              <a:defRPr sz="2000"/>
            </a:lvl6pPr>
            <a:lvl7pPr marL="2743749" indent="0">
              <a:buNone/>
              <a:defRPr sz="2000"/>
            </a:lvl7pPr>
            <a:lvl8pPr marL="3201040" indent="0">
              <a:buNone/>
              <a:defRPr sz="2000"/>
            </a:lvl8pPr>
            <a:lvl9pPr marL="3658332" indent="0">
              <a:buNone/>
              <a:defRPr sz="2000"/>
            </a:lvl9pPr>
          </a:lstStyle>
          <a:p>
            <a:pPr lvl="0"/>
            <a:endParaRPr lang="zh-CN" altLang="en-US" noProof="0" smtClean="0"/>
          </a:p>
        </p:txBody>
      </p:sp>
      <p:sp>
        <p:nvSpPr>
          <p:cNvPr id="4" name="文本占位符 3"/>
          <p:cNvSpPr>
            <a:spLocks noGrp="1"/>
          </p:cNvSpPr>
          <p:nvPr>
            <p:ph type="body" sz="half" idx="2"/>
          </p:nvPr>
        </p:nvSpPr>
        <p:spPr>
          <a:xfrm>
            <a:off x="2390340" y="5368581"/>
            <a:ext cx="7317105" cy="805048"/>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zh-CN" altLang="en-US" smtClean="0"/>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FCBE31D0-D1D7-417B-BD27-E7DE9F7D3D0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558029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64F09BF-DF5D-4B60-AD47-903398D979E0}"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53340690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16587" y="44460"/>
            <a:ext cx="2729093" cy="5792541"/>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27188" y="44460"/>
            <a:ext cx="7986146" cy="5792541"/>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ADB26AB7-B1E1-4C7E-941A-1CB5182E2A05}"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34295550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70177" y="1641856"/>
            <a:ext cx="10575503" cy="4195146"/>
          </a:xfrm>
        </p:spPr>
        <p:txBody>
          <a:bodyPr/>
          <a:lstStyle/>
          <a:p>
            <a:pPr lvl="0"/>
            <a:endParaRPr lang="zh-CN" altLang="en-US" noProof="0" smtClean="0"/>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F26565DC-0FBE-4263-845D-CDD8634FF10C}"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61213148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70178" y="1641856"/>
            <a:ext cx="5185066"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58497" y="1641856"/>
            <a:ext cx="5187184"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865E4AF-C80B-4468-A675-EDE3E3F7E566}"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414451628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27189" y="44460"/>
            <a:ext cx="10918492" cy="5792541"/>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9A1EEA9E-2284-41A2-8867-C929643366B0}"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4908333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70178" y="1641856"/>
            <a:ext cx="5185066"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6258497" y="1641855"/>
            <a:ext cx="5187184" cy="202135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6258497" y="3815647"/>
            <a:ext cx="5187184" cy="202135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9E015096-202A-45D0-8463-ACD680004A5C}"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80383368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14441" y="5590883"/>
            <a:ext cx="1018382" cy="763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82819"/>
            <a:ext cx="12195175" cy="38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20"/>
          <p:cNvSpPr txBox="1">
            <a:spLocks noChangeArrowheads="1"/>
          </p:cNvSpPr>
          <p:nvPr/>
        </p:nvSpPr>
        <p:spPr bwMode="auto">
          <a:xfrm>
            <a:off x="870178" y="6208563"/>
            <a:ext cx="2447733"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TECHNOLOGIES CO., LTD.</a:t>
            </a:r>
            <a:endParaRPr lang="en-US" altLang="zh-CN" sz="2200" smtClean="0">
              <a:solidFill>
                <a:srgbClr val="000000"/>
              </a:solidFill>
              <a:latin typeface="Arial" panose="020B0604020202020204" pitchFamily="34" charset="0"/>
            </a:endParaRPr>
          </a:p>
        </p:txBody>
      </p:sp>
      <p:sp>
        <p:nvSpPr>
          <p:cNvPr id="7" name="Text Box 22"/>
          <p:cNvSpPr txBox="1">
            <a:spLocks noChangeArrowheads="1"/>
          </p:cNvSpPr>
          <p:nvPr/>
        </p:nvSpPr>
        <p:spPr bwMode="auto">
          <a:xfrm>
            <a:off x="9635460" y="4095111"/>
            <a:ext cx="1314411"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FFFFFF"/>
                </a:solidFill>
              </a:rPr>
              <a:t>www.huawei.com</a:t>
            </a:r>
          </a:p>
        </p:txBody>
      </p:sp>
      <p:sp>
        <p:nvSpPr>
          <p:cNvPr id="8" name="Rectangle 23"/>
          <p:cNvSpPr>
            <a:spLocks noChangeArrowheads="1"/>
          </p:cNvSpPr>
          <p:nvPr/>
        </p:nvSpPr>
        <p:spPr bwMode="auto">
          <a:xfrm>
            <a:off x="5314217" y="6208563"/>
            <a:ext cx="1564415" cy="26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Confidential </a:t>
            </a:r>
          </a:p>
        </p:txBody>
      </p:sp>
      <p:sp>
        <p:nvSpPr>
          <p:cNvPr id="9" name="Rectangle 25"/>
          <p:cNvSpPr>
            <a:spLocks noChangeArrowheads="1"/>
          </p:cNvSpPr>
          <p:nvPr/>
        </p:nvSpPr>
        <p:spPr bwMode="auto">
          <a:xfrm>
            <a:off x="9059576" y="247707"/>
            <a:ext cx="1368848" cy="29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400" b="1" smtClean="0">
                <a:solidFill>
                  <a:srgbClr val="666666"/>
                </a:solidFill>
              </a:rPr>
              <a:t>Security Level:</a:t>
            </a:r>
            <a:r>
              <a:rPr lang="zh-CN" altLang="en-US" sz="1400" b="1" smtClean="0">
                <a:solidFill>
                  <a:srgbClr val="666666"/>
                </a:solidFill>
              </a:rPr>
              <a:t> </a:t>
            </a:r>
          </a:p>
        </p:txBody>
      </p:sp>
      <p:sp>
        <p:nvSpPr>
          <p:cNvPr id="10" name="Text Box 66"/>
          <p:cNvSpPr txBox="1">
            <a:spLocks noChangeArrowheads="1"/>
          </p:cNvSpPr>
          <p:nvPr/>
        </p:nvSpPr>
        <p:spPr bwMode="auto">
          <a:xfrm>
            <a:off x="-2625350" y="1322694"/>
            <a:ext cx="2625350" cy="375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80158" tIns="40078" rIns="80158" bIns="40078">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英文标题</a:t>
            </a:r>
            <a:r>
              <a:rPr lang="en-US" altLang="zh-CN" sz="1100" smtClean="0">
                <a:solidFill>
                  <a:srgbClr val="FFFFFF"/>
                </a:solidFill>
                <a:latin typeface="Arial" panose="020B0604020202020204" pitchFamily="34" charset="0"/>
                <a:ea typeface="华文细黑" panose="02010600040101010101" pitchFamily="2" charset="-122"/>
              </a:rPr>
              <a:t>:40-47pt  </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副标题</a:t>
            </a:r>
            <a:r>
              <a:rPr lang="en-US" altLang="zh-CN" sz="1100" smtClean="0">
                <a:solidFill>
                  <a:srgbClr val="FFFFFF"/>
                </a:solidFill>
                <a:latin typeface="Arial" panose="020B0604020202020204" pitchFamily="34" charset="0"/>
                <a:ea typeface="华文细黑" panose="02010600040101010101" pitchFamily="2" charset="-122"/>
              </a:rPr>
              <a:t>:26-30pt</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反白</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内部使用字体 </a:t>
            </a:r>
            <a:r>
              <a:rPr lang="en-US" altLang="zh-CN" sz="1100" smtClean="0">
                <a:solidFill>
                  <a:srgbClr val="FFFFFF"/>
                </a:solidFill>
                <a:latin typeface="Arial" panose="020B0604020202020204" pitchFamily="34" charset="0"/>
                <a:ea typeface="华文细黑" panose="02010600040101010101" pitchFamily="2" charset="-122"/>
              </a:rPr>
              <a:t>:</a:t>
            </a:r>
          </a:p>
          <a:p>
            <a:pPr algn="r" eaLnBrk="0" fontAlgn="base" hangingPunct="0">
              <a:lnSpc>
                <a:spcPct val="125000"/>
              </a:lnSpc>
              <a:spcBef>
                <a:spcPct val="0"/>
              </a:spcBef>
              <a:spcAft>
                <a:spcPct val="0"/>
              </a:spcAft>
              <a:defRPr/>
            </a:pPr>
            <a:r>
              <a:rPr lang="en-US" altLang="zh-CN" sz="1100" smtClean="0">
                <a:solidFill>
                  <a:srgbClr val="FFFFFF"/>
                </a:solidFill>
                <a:latin typeface="Arial" panose="020B0604020202020204" pitchFamily="34" charset="0"/>
                <a:ea typeface="华文细黑" panose="02010600040101010101" pitchFamily="2" charset="-122"/>
              </a:rPr>
              <a:t>FrutigerNext LT Medium</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外部使用字体 </a:t>
            </a:r>
            <a:r>
              <a:rPr lang="en-US" altLang="zh-CN" sz="1100" smtClean="0">
                <a:solidFill>
                  <a:srgbClr val="FFFFFF"/>
                </a:solidFill>
                <a:latin typeface="Arial" panose="020B0604020202020204" pitchFamily="34" charset="0"/>
                <a:ea typeface="华文细黑" panose="02010600040101010101" pitchFamily="2" charset="-122"/>
              </a:rPr>
              <a:t>: Arial</a:t>
            </a: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中文标题</a:t>
            </a:r>
            <a:r>
              <a:rPr lang="en-US" altLang="zh-CN" sz="1100" smtClean="0">
                <a:solidFill>
                  <a:srgbClr val="FFFFFF"/>
                </a:solidFill>
                <a:latin typeface="Arial" panose="020B0604020202020204" pitchFamily="34" charset="0"/>
                <a:ea typeface="华文细黑" panose="02010600040101010101" pitchFamily="2" charset="-122"/>
              </a:rPr>
              <a:t>:35-47pt</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黑体</a:t>
            </a:r>
          </a:p>
          <a:p>
            <a:pPr algn="r" eaLnBrk="0" fontAlgn="base" hangingPunct="0">
              <a:lnSpc>
                <a:spcPct val="125000"/>
              </a:lnSpc>
              <a:spcBef>
                <a:spcPct val="0"/>
              </a:spcBef>
              <a:spcAft>
                <a:spcPct val="0"/>
              </a:spcAft>
              <a:defRPr/>
            </a:pPr>
            <a:r>
              <a:rPr lang="en-US" altLang="zh-CN" sz="1100" smtClean="0">
                <a:solidFill>
                  <a:srgbClr val="FFFFFF"/>
                </a:solidFill>
                <a:latin typeface="Arial" panose="020B0604020202020204" pitchFamily="34" charset="0"/>
                <a:ea typeface="华文细黑" panose="02010600040101010101" pitchFamily="2" charset="-122"/>
              </a:rPr>
              <a:t>  </a:t>
            </a:r>
            <a:r>
              <a:rPr lang="zh-CN" altLang="en-US" sz="1100" smtClean="0">
                <a:solidFill>
                  <a:srgbClr val="FFFFFF"/>
                </a:solidFill>
                <a:latin typeface="Arial" panose="020B0604020202020204" pitchFamily="34" charset="0"/>
                <a:ea typeface="华文细黑" panose="02010600040101010101" pitchFamily="2" charset="-122"/>
              </a:rPr>
              <a:t>副标题</a:t>
            </a:r>
            <a:r>
              <a:rPr lang="en-US" altLang="zh-CN" sz="1100" smtClean="0">
                <a:solidFill>
                  <a:srgbClr val="FFFFFF"/>
                </a:solidFill>
                <a:latin typeface="Arial" panose="020B0604020202020204" pitchFamily="34" charset="0"/>
                <a:ea typeface="华文细黑" panose="02010600040101010101" pitchFamily="2" charset="-122"/>
              </a:rPr>
              <a:t>:24-28pt</a:t>
            </a: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反白</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细黑体</a:t>
            </a: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50000"/>
              </a:spcBef>
              <a:spcAft>
                <a:spcPct val="0"/>
              </a:spcAft>
              <a:defRPr/>
            </a:pPr>
            <a:endParaRPr lang="zh-CN" altLang="en-US" sz="1100" smtClean="0">
              <a:solidFill>
                <a:srgbClr val="000000"/>
              </a:solidFill>
              <a:latin typeface="Arial" panose="020B0604020202020204" pitchFamily="34" charset="0"/>
              <a:ea typeface="华文细黑" panose="02010600040101010101" pitchFamily="2" charset="-122"/>
            </a:endParaRPr>
          </a:p>
        </p:txBody>
      </p:sp>
      <p:sp>
        <p:nvSpPr>
          <p:cNvPr id="44047" name="Rectangle 15"/>
          <p:cNvSpPr>
            <a:spLocks noGrp="1" noChangeArrowheads="1"/>
          </p:cNvSpPr>
          <p:nvPr>
            <p:ph type="ctrTitle" sz="quarter"/>
          </p:nvPr>
        </p:nvSpPr>
        <p:spPr>
          <a:xfrm>
            <a:off x="849006" y="1392561"/>
            <a:ext cx="7073624" cy="1667261"/>
          </a:xfrm>
        </p:spPr>
        <p:txBody>
          <a:bodyPr/>
          <a:lstStyle>
            <a:lvl1pPr>
              <a:defRPr sz="4301"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2" y="3183676"/>
            <a:ext cx="7075742" cy="865387"/>
          </a:xfrm>
        </p:spPr>
        <p:txBody>
          <a:bodyPr lIns="80139" tIns="40069" rIns="80139" bIns="40069"/>
          <a:lstStyle>
            <a:lvl1pPr marL="0" indent="0">
              <a:buFont typeface="Wingdings" pitchFamily="2" charset="2"/>
              <a:buNone/>
              <a:defRPr sz="2801">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2521" y="282641"/>
            <a:ext cx="2845541" cy="474773"/>
          </a:xfrm>
        </p:spPr>
        <p:txBody>
          <a:bodyPr lIns="80139" tIns="40069" rIns="80139" bIns="40069"/>
          <a:lstStyle>
            <a:lvl1pPr>
              <a:lnSpc>
                <a:spcPct val="100000"/>
              </a:lnSpc>
              <a:defRPr>
                <a:latin typeface="FrutigerNext LT Regular" pitchFamily="34" charset="0"/>
              </a:defRPr>
            </a:lvl1pPr>
          </a:lstStyle>
          <a:p>
            <a:pPr>
              <a:defRPr/>
            </a:pPr>
            <a:fld id="{A889BF20-933A-4875-8C67-85922E11E432}" type="datetime1">
              <a:rPr lang="zh-CN" altLang="en-US">
                <a:solidFill>
                  <a:srgbClr val="000000"/>
                </a:solidFill>
              </a:rPr>
              <a:pPr>
                <a:defRPr/>
              </a:pPr>
              <a:t>2018/8/20</a:t>
            </a:fld>
            <a:endParaRPr lang="en-US" altLang="zh-CN">
              <a:solidFill>
                <a:srgbClr val="000000"/>
              </a:solidFill>
            </a:endParaRPr>
          </a:p>
        </p:txBody>
      </p:sp>
    </p:spTree>
    <p:extLst>
      <p:ext uri="{BB962C8B-B14F-4D97-AF65-F5344CB8AC3E}">
        <p14:creationId xmlns:p14="http://schemas.microsoft.com/office/powerpoint/2010/main" val="36830131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69A1A0D9-9416-4437-A9D9-E42D910186D4}"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405838060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5" y="4407921"/>
            <a:ext cx="10365899" cy="1362390"/>
          </a:xfrm>
        </p:spPr>
        <p:txBody>
          <a:bodyPr anchor="t"/>
          <a:lstStyle>
            <a:lvl1pPr algn="l">
              <a:defRPr sz="4001"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335" y="2907387"/>
            <a:ext cx="10365899" cy="1500534"/>
          </a:xfrm>
        </p:spPr>
        <p:txBody>
          <a:bodyPr anchor="b"/>
          <a:lstStyle>
            <a:lvl1pPr marL="0" indent="0">
              <a:buNone/>
              <a:defRPr sz="2000"/>
            </a:lvl1pPr>
            <a:lvl2pPr marL="457291" indent="0">
              <a:buNone/>
              <a:defRPr sz="1800"/>
            </a:lvl2pPr>
            <a:lvl3pPr marL="914583" indent="0">
              <a:buNone/>
              <a:defRPr sz="1600"/>
            </a:lvl3pPr>
            <a:lvl4pPr marL="1371874" indent="0">
              <a:buNone/>
              <a:defRPr sz="1400"/>
            </a:lvl4pPr>
            <a:lvl5pPr marL="1829166" indent="0">
              <a:buNone/>
              <a:defRPr sz="1400"/>
            </a:lvl5pPr>
            <a:lvl6pPr marL="2286457" indent="0">
              <a:buNone/>
              <a:defRPr sz="1400"/>
            </a:lvl6pPr>
            <a:lvl7pPr marL="2743749" indent="0">
              <a:buNone/>
              <a:defRPr sz="1400"/>
            </a:lvl7pPr>
            <a:lvl8pPr marL="3201040" indent="0">
              <a:buNone/>
              <a:defRPr sz="1400"/>
            </a:lvl8pPr>
            <a:lvl9pPr marL="3658332" indent="0">
              <a:buNone/>
              <a:defRPr sz="1400"/>
            </a:lvl9pPr>
          </a:lstStyle>
          <a:p>
            <a:pPr lvl="0"/>
            <a:r>
              <a:rPr lang="zh-CN" altLang="en-US" smtClean="0"/>
              <a:t>单击此处编辑母版文本样式</a:t>
            </a:r>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0F52200-9E72-4EE3-9E7C-664045E10B7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9287478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70178" y="1641856"/>
            <a:ext cx="5185066" cy="4195146"/>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58497" y="1641856"/>
            <a:ext cx="5187184" cy="4195146"/>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807821BE-178B-4B71-AD86-EE8E2BF016C4}"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79888924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701"/>
            <a:ext cx="10975658" cy="1143265"/>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759" y="1535469"/>
            <a:ext cx="5388320" cy="639910"/>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759" y="2175379"/>
            <a:ext cx="5388320"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4980" y="1535469"/>
            <a:ext cx="5390437" cy="639910"/>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4980" y="2175379"/>
            <a:ext cx="5390437"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DBD277B8-576D-4817-B2C0-4E749382795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58618968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83C48F94-53DC-4BBE-B42F-3D6C751BFC95}"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52507361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6434AF00-ABFE-47E0-9358-3A27B0A8C0D8}"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8036947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59" y="273113"/>
            <a:ext cx="4012129" cy="1162319"/>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7974" y="273114"/>
            <a:ext cx="6817442" cy="5854468"/>
          </a:xfrm>
        </p:spPr>
        <p:txBody>
          <a:bodyPr/>
          <a:lstStyle>
            <a:lvl1pPr>
              <a:defRPr sz="3201"/>
            </a:lvl1pPr>
            <a:lvl2pPr>
              <a:defRPr sz="2801"/>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759" y="1435433"/>
            <a:ext cx="4012129" cy="4692149"/>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zh-CN" altLang="en-US" smtClean="0"/>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ED9ED908-D553-430C-8FDB-0177D35829F3}"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9601426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0" y="4801712"/>
            <a:ext cx="7317105" cy="56686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90340" y="612917"/>
            <a:ext cx="7317105" cy="4115753"/>
          </a:xfrm>
        </p:spPr>
        <p:txBody>
          <a:bodyPr/>
          <a:lstStyle>
            <a:lvl1pPr marL="0" indent="0">
              <a:buNone/>
              <a:defRPr sz="3201"/>
            </a:lvl1pPr>
            <a:lvl2pPr marL="457291" indent="0">
              <a:buNone/>
              <a:defRPr sz="2801"/>
            </a:lvl2pPr>
            <a:lvl3pPr marL="914583" indent="0">
              <a:buNone/>
              <a:defRPr sz="2400"/>
            </a:lvl3pPr>
            <a:lvl4pPr marL="1371874" indent="0">
              <a:buNone/>
              <a:defRPr sz="2000"/>
            </a:lvl4pPr>
            <a:lvl5pPr marL="1829166" indent="0">
              <a:buNone/>
              <a:defRPr sz="2000"/>
            </a:lvl5pPr>
            <a:lvl6pPr marL="2286457" indent="0">
              <a:buNone/>
              <a:defRPr sz="2000"/>
            </a:lvl6pPr>
            <a:lvl7pPr marL="2743749" indent="0">
              <a:buNone/>
              <a:defRPr sz="2000"/>
            </a:lvl7pPr>
            <a:lvl8pPr marL="3201040" indent="0">
              <a:buNone/>
              <a:defRPr sz="2000"/>
            </a:lvl8pPr>
            <a:lvl9pPr marL="3658332" indent="0">
              <a:buNone/>
              <a:defRPr sz="2000"/>
            </a:lvl9pPr>
          </a:lstStyle>
          <a:p>
            <a:pPr lvl="0"/>
            <a:endParaRPr lang="zh-CN" altLang="en-US" noProof="0" smtClean="0"/>
          </a:p>
        </p:txBody>
      </p:sp>
      <p:sp>
        <p:nvSpPr>
          <p:cNvPr id="4" name="文本占位符 3"/>
          <p:cNvSpPr>
            <a:spLocks noGrp="1"/>
          </p:cNvSpPr>
          <p:nvPr>
            <p:ph type="body" sz="half" idx="2"/>
          </p:nvPr>
        </p:nvSpPr>
        <p:spPr>
          <a:xfrm>
            <a:off x="2390340" y="5368581"/>
            <a:ext cx="7317105" cy="805048"/>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zh-CN" altLang="en-US" smtClean="0"/>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FCBE31D0-D1D7-417B-BD27-E7DE9F7D3D0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48860945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64F09BF-DF5D-4B60-AD47-903398D979E0}"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72328661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16587" y="44460"/>
            <a:ext cx="2729093" cy="5792541"/>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27188" y="44460"/>
            <a:ext cx="7986146" cy="5792541"/>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ADB26AB7-B1E1-4C7E-941A-1CB5182E2A05}"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19130815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70177" y="1641856"/>
            <a:ext cx="10575503" cy="4195146"/>
          </a:xfrm>
        </p:spPr>
        <p:txBody>
          <a:bodyPr/>
          <a:lstStyle/>
          <a:p>
            <a:pPr lvl="0"/>
            <a:endParaRPr lang="zh-CN" altLang="en-US" noProof="0" smtClean="0"/>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F26565DC-0FBE-4263-845D-CDD8634FF10C}"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51837857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70178" y="1641856"/>
            <a:ext cx="5185066"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58497" y="1641856"/>
            <a:ext cx="5187184"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865E4AF-C80B-4468-A675-EDE3E3F7E566}"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25187666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27189" y="44460"/>
            <a:ext cx="10918492" cy="5792541"/>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9A1EEA9E-2284-41A2-8867-C929643366B0}"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418265391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70178" y="1641856"/>
            <a:ext cx="5185066"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6258497" y="1641855"/>
            <a:ext cx="5187184" cy="202135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6258497" y="3815647"/>
            <a:ext cx="5187184" cy="202135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9E015096-202A-45D0-8463-ACD680004A5C}"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29699251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14441" y="5590883"/>
            <a:ext cx="1018382" cy="763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82819"/>
            <a:ext cx="12195175" cy="38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20"/>
          <p:cNvSpPr txBox="1">
            <a:spLocks noChangeArrowheads="1"/>
          </p:cNvSpPr>
          <p:nvPr/>
        </p:nvSpPr>
        <p:spPr bwMode="auto">
          <a:xfrm>
            <a:off x="870178" y="6208563"/>
            <a:ext cx="2447733"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TECHNOLOGIES CO., LTD.</a:t>
            </a:r>
            <a:endParaRPr lang="en-US" altLang="zh-CN" sz="2200" smtClean="0">
              <a:solidFill>
                <a:srgbClr val="000000"/>
              </a:solidFill>
              <a:latin typeface="Arial" panose="020B0604020202020204" pitchFamily="34" charset="0"/>
            </a:endParaRPr>
          </a:p>
        </p:txBody>
      </p:sp>
      <p:sp>
        <p:nvSpPr>
          <p:cNvPr id="7" name="Text Box 22"/>
          <p:cNvSpPr txBox="1">
            <a:spLocks noChangeArrowheads="1"/>
          </p:cNvSpPr>
          <p:nvPr/>
        </p:nvSpPr>
        <p:spPr bwMode="auto">
          <a:xfrm>
            <a:off x="9635460" y="4095111"/>
            <a:ext cx="1314411"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FFFFFF"/>
                </a:solidFill>
              </a:rPr>
              <a:t>www.huawei.com</a:t>
            </a:r>
          </a:p>
        </p:txBody>
      </p:sp>
      <p:sp>
        <p:nvSpPr>
          <p:cNvPr id="8" name="Rectangle 23"/>
          <p:cNvSpPr>
            <a:spLocks noChangeArrowheads="1"/>
          </p:cNvSpPr>
          <p:nvPr/>
        </p:nvSpPr>
        <p:spPr bwMode="auto">
          <a:xfrm>
            <a:off x="5314217" y="6208563"/>
            <a:ext cx="1564415" cy="26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Confidential </a:t>
            </a:r>
          </a:p>
        </p:txBody>
      </p:sp>
      <p:sp>
        <p:nvSpPr>
          <p:cNvPr id="9" name="Rectangle 25"/>
          <p:cNvSpPr>
            <a:spLocks noChangeArrowheads="1"/>
          </p:cNvSpPr>
          <p:nvPr/>
        </p:nvSpPr>
        <p:spPr bwMode="auto">
          <a:xfrm>
            <a:off x="9059576" y="247707"/>
            <a:ext cx="1368848" cy="29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400" b="1" smtClean="0">
                <a:solidFill>
                  <a:srgbClr val="666666"/>
                </a:solidFill>
              </a:rPr>
              <a:t>Security Level:</a:t>
            </a:r>
            <a:r>
              <a:rPr lang="zh-CN" altLang="en-US" sz="1400" b="1" smtClean="0">
                <a:solidFill>
                  <a:srgbClr val="666666"/>
                </a:solidFill>
              </a:rPr>
              <a:t> </a:t>
            </a:r>
          </a:p>
        </p:txBody>
      </p:sp>
      <p:sp>
        <p:nvSpPr>
          <p:cNvPr id="10" name="Text Box 66"/>
          <p:cNvSpPr txBox="1">
            <a:spLocks noChangeArrowheads="1"/>
          </p:cNvSpPr>
          <p:nvPr/>
        </p:nvSpPr>
        <p:spPr bwMode="auto">
          <a:xfrm>
            <a:off x="-2625350" y="1322694"/>
            <a:ext cx="2625350" cy="375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80158" tIns="40078" rIns="80158" bIns="40078">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英文标题</a:t>
            </a:r>
            <a:r>
              <a:rPr lang="en-US" altLang="zh-CN" sz="1100" smtClean="0">
                <a:solidFill>
                  <a:srgbClr val="FFFFFF"/>
                </a:solidFill>
                <a:latin typeface="Arial" panose="020B0604020202020204" pitchFamily="34" charset="0"/>
                <a:ea typeface="华文细黑" panose="02010600040101010101" pitchFamily="2" charset="-122"/>
              </a:rPr>
              <a:t>:40-47pt  </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副标题</a:t>
            </a:r>
            <a:r>
              <a:rPr lang="en-US" altLang="zh-CN" sz="1100" smtClean="0">
                <a:solidFill>
                  <a:srgbClr val="FFFFFF"/>
                </a:solidFill>
                <a:latin typeface="Arial" panose="020B0604020202020204" pitchFamily="34" charset="0"/>
                <a:ea typeface="华文细黑" panose="02010600040101010101" pitchFamily="2" charset="-122"/>
              </a:rPr>
              <a:t>:26-30pt</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反白</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内部使用字体 </a:t>
            </a:r>
            <a:r>
              <a:rPr lang="en-US" altLang="zh-CN" sz="1100" smtClean="0">
                <a:solidFill>
                  <a:srgbClr val="FFFFFF"/>
                </a:solidFill>
                <a:latin typeface="Arial" panose="020B0604020202020204" pitchFamily="34" charset="0"/>
                <a:ea typeface="华文细黑" panose="02010600040101010101" pitchFamily="2" charset="-122"/>
              </a:rPr>
              <a:t>:</a:t>
            </a:r>
          </a:p>
          <a:p>
            <a:pPr algn="r" eaLnBrk="0" fontAlgn="base" hangingPunct="0">
              <a:lnSpc>
                <a:spcPct val="125000"/>
              </a:lnSpc>
              <a:spcBef>
                <a:spcPct val="0"/>
              </a:spcBef>
              <a:spcAft>
                <a:spcPct val="0"/>
              </a:spcAft>
              <a:defRPr/>
            </a:pPr>
            <a:r>
              <a:rPr lang="en-US" altLang="zh-CN" sz="1100" smtClean="0">
                <a:solidFill>
                  <a:srgbClr val="FFFFFF"/>
                </a:solidFill>
                <a:latin typeface="Arial" panose="020B0604020202020204" pitchFamily="34" charset="0"/>
                <a:ea typeface="华文细黑" panose="02010600040101010101" pitchFamily="2" charset="-122"/>
              </a:rPr>
              <a:t>FrutigerNext LT Medium</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外部使用字体 </a:t>
            </a:r>
            <a:r>
              <a:rPr lang="en-US" altLang="zh-CN" sz="1100" smtClean="0">
                <a:solidFill>
                  <a:srgbClr val="FFFFFF"/>
                </a:solidFill>
                <a:latin typeface="Arial" panose="020B0604020202020204" pitchFamily="34" charset="0"/>
                <a:ea typeface="华文细黑" panose="02010600040101010101" pitchFamily="2" charset="-122"/>
              </a:rPr>
              <a:t>: Arial</a:t>
            </a: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中文标题</a:t>
            </a:r>
            <a:r>
              <a:rPr lang="en-US" altLang="zh-CN" sz="1100" smtClean="0">
                <a:solidFill>
                  <a:srgbClr val="FFFFFF"/>
                </a:solidFill>
                <a:latin typeface="Arial" panose="020B0604020202020204" pitchFamily="34" charset="0"/>
                <a:ea typeface="华文细黑" panose="02010600040101010101" pitchFamily="2" charset="-122"/>
              </a:rPr>
              <a:t>:35-47pt</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黑体</a:t>
            </a:r>
          </a:p>
          <a:p>
            <a:pPr algn="r" eaLnBrk="0" fontAlgn="base" hangingPunct="0">
              <a:lnSpc>
                <a:spcPct val="125000"/>
              </a:lnSpc>
              <a:spcBef>
                <a:spcPct val="0"/>
              </a:spcBef>
              <a:spcAft>
                <a:spcPct val="0"/>
              </a:spcAft>
              <a:defRPr/>
            </a:pPr>
            <a:r>
              <a:rPr lang="en-US" altLang="zh-CN" sz="1100" smtClean="0">
                <a:solidFill>
                  <a:srgbClr val="FFFFFF"/>
                </a:solidFill>
                <a:latin typeface="Arial" panose="020B0604020202020204" pitchFamily="34" charset="0"/>
                <a:ea typeface="华文细黑" panose="02010600040101010101" pitchFamily="2" charset="-122"/>
              </a:rPr>
              <a:t>  </a:t>
            </a:r>
            <a:r>
              <a:rPr lang="zh-CN" altLang="en-US" sz="1100" smtClean="0">
                <a:solidFill>
                  <a:srgbClr val="FFFFFF"/>
                </a:solidFill>
                <a:latin typeface="Arial" panose="020B0604020202020204" pitchFamily="34" charset="0"/>
                <a:ea typeface="华文细黑" panose="02010600040101010101" pitchFamily="2" charset="-122"/>
              </a:rPr>
              <a:t>副标题</a:t>
            </a:r>
            <a:r>
              <a:rPr lang="en-US" altLang="zh-CN" sz="1100" smtClean="0">
                <a:solidFill>
                  <a:srgbClr val="FFFFFF"/>
                </a:solidFill>
                <a:latin typeface="Arial" panose="020B0604020202020204" pitchFamily="34" charset="0"/>
                <a:ea typeface="华文细黑" panose="02010600040101010101" pitchFamily="2" charset="-122"/>
              </a:rPr>
              <a:t>:24-28pt</a:t>
            </a: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反白</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细黑体</a:t>
            </a: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50000"/>
              </a:spcBef>
              <a:spcAft>
                <a:spcPct val="0"/>
              </a:spcAft>
              <a:defRPr/>
            </a:pPr>
            <a:endParaRPr lang="zh-CN" altLang="en-US" sz="1100" smtClean="0">
              <a:solidFill>
                <a:srgbClr val="000000"/>
              </a:solidFill>
              <a:latin typeface="Arial" panose="020B0604020202020204" pitchFamily="34" charset="0"/>
              <a:ea typeface="华文细黑" panose="02010600040101010101" pitchFamily="2" charset="-122"/>
            </a:endParaRPr>
          </a:p>
        </p:txBody>
      </p:sp>
      <p:sp>
        <p:nvSpPr>
          <p:cNvPr id="44047" name="Rectangle 15"/>
          <p:cNvSpPr>
            <a:spLocks noGrp="1" noChangeArrowheads="1"/>
          </p:cNvSpPr>
          <p:nvPr>
            <p:ph type="ctrTitle" sz="quarter"/>
          </p:nvPr>
        </p:nvSpPr>
        <p:spPr>
          <a:xfrm>
            <a:off x="849006" y="1392561"/>
            <a:ext cx="7073624" cy="1667261"/>
          </a:xfrm>
        </p:spPr>
        <p:txBody>
          <a:bodyPr/>
          <a:lstStyle>
            <a:lvl1pPr>
              <a:defRPr sz="4301"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2" y="3183676"/>
            <a:ext cx="7075742" cy="865387"/>
          </a:xfrm>
        </p:spPr>
        <p:txBody>
          <a:bodyPr lIns="80139" tIns="40069" rIns="80139" bIns="40069"/>
          <a:lstStyle>
            <a:lvl1pPr marL="0" indent="0">
              <a:buFont typeface="Wingdings" pitchFamily="2" charset="2"/>
              <a:buNone/>
              <a:defRPr sz="2801">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2521" y="282641"/>
            <a:ext cx="2845541" cy="474773"/>
          </a:xfrm>
        </p:spPr>
        <p:txBody>
          <a:bodyPr lIns="80139" tIns="40069" rIns="80139" bIns="40069"/>
          <a:lstStyle>
            <a:lvl1pPr>
              <a:lnSpc>
                <a:spcPct val="100000"/>
              </a:lnSpc>
              <a:defRPr>
                <a:latin typeface="FrutigerNext LT Regular" pitchFamily="34" charset="0"/>
              </a:defRPr>
            </a:lvl1pPr>
          </a:lstStyle>
          <a:p>
            <a:pPr>
              <a:defRPr/>
            </a:pPr>
            <a:fld id="{A889BF20-933A-4875-8C67-85922E11E432}" type="datetime1">
              <a:rPr lang="zh-CN" altLang="en-US">
                <a:solidFill>
                  <a:srgbClr val="000000"/>
                </a:solidFill>
              </a:rPr>
              <a:pPr>
                <a:defRPr/>
              </a:pPr>
              <a:t>2018/8/20</a:t>
            </a:fld>
            <a:endParaRPr lang="en-US" altLang="zh-CN">
              <a:solidFill>
                <a:srgbClr val="000000"/>
              </a:solidFill>
            </a:endParaRPr>
          </a:p>
        </p:txBody>
      </p:sp>
    </p:spTree>
    <p:extLst>
      <p:ext uri="{BB962C8B-B14F-4D97-AF65-F5344CB8AC3E}">
        <p14:creationId xmlns:p14="http://schemas.microsoft.com/office/powerpoint/2010/main" val="285612679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69A1A0D9-9416-4437-A9D9-E42D910186D4}"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58734705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5" y="4407921"/>
            <a:ext cx="10365899" cy="1362390"/>
          </a:xfrm>
        </p:spPr>
        <p:txBody>
          <a:bodyPr anchor="t"/>
          <a:lstStyle>
            <a:lvl1pPr algn="l">
              <a:defRPr sz="4001"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335" y="2907387"/>
            <a:ext cx="10365899" cy="1500534"/>
          </a:xfrm>
        </p:spPr>
        <p:txBody>
          <a:bodyPr anchor="b"/>
          <a:lstStyle>
            <a:lvl1pPr marL="0" indent="0">
              <a:buNone/>
              <a:defRPr sz="2000"/>
            </a:lvl1pPr>
            <a:lvl2pPr marL="457291" indent="0">
              <a:buNone/>
              <a:defRPr sz="1800"/>
            </a:lvl2pPr>
            <a:lvl3pPr marL="914583" indent="0">
              <a:buNone/>
              <a:defRPr sz="1600"/>
            </a:lvl3pPr>
            <a:lvl4pPr marL="1371874" indent="0">
              <a:buNone/>
              <a:defRPr sz="1400"/>
            </a:lvl4pPr>
            <a:lvl5pPr marL="1829166" indent="0">
              <a:buNone/>
              <a:defRPr sz="1400"/>
            </a:lvl5pPr>
            <a:lvl6pPr marL="2286457" indent="0">
              <a:buNone/>
              <a:defRPr sz="1400"/>
            </a:lvl6pPr>
            <a:lvl7pPr marL="2743749" indent="0">
              <a:buNone/>
              <a:defRPr sz="1400"/>
            </a:lvl7pPr>
            <a:lvl8pPr marL="3201040" indent="0">
              <a:buNone/>
              <a:defRPr sz="1400"/>
            </a:lvl8pPr>
            <a:lvl9pPr marL="3658332" indent="0">
              <a:buNone/>
              <a:defRPr sz="1400"/>
            </a:lvl9pPr>
          </a:lstStyle>
          <a:p>
            <a:pPr lvl="0"/>
            <a:r>
              <a:rPr lang="zh-CN" altLang="en-US" smtClean="0"/>
              <a:t>单击此处编辑母版文本样式</a:t>
            </a:r>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0F52200-9E72-4EE3-9E7C-664045E10B7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12052966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70178" y="1641856"/>
            <a:ext cx="5185066" cy="4195146"/>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58497" y="1641856"/>
            <a:ext cx="5187184" cy="4195146"/>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807821BE-178B-4B71-AD86-EE8E2BF016C4}"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40071372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701"/>
            <a:ext cx="10975658" cy="1143265"/>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759" y="1535469"/>
            <a:ext cx="5388320" cy="639910"/>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759" y="2175379"/>
            <a:ext cx="5388320"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4980" y="1535469"/>
            <a:ext cx="5390437" cy="639910"/>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4980" y="2175379"/>
            <a:ext cx="5390437"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DBD277B8-576D-4817-B2C0-4E749382795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90218811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83C48F94-53DC-4BBE-B42F-3D6C751BFC95}"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86571004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6434AF00-ABFE-47E0-9358-3A27B0A8C0D8}"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65226300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59" y="273113"/>
            <a:ext cx="4012129" cy="1162319"/>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7974" y="273114"/>
            <a:ext cx="6817442" cy="5854468"/>
          </a:xfrm>
        </p:spPr>
        <p:txBody>
          <a:bodyPr/>
          <a:lstStyle>
            <a:lvl1pPr>
              <a:defRPr sz="3201"/>
            </a:lvl1pPr>
            <a:lvl2pPr>
              <a:defRPr sz="2801"/>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759" y="1435433"/>
            <a:ext cx="4012129" cy="4692149"/>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zh-CN" altLang="en-US" smtClean="0"/>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ED9ED908-D553-430C-8FDB-0177D35829F3}"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44379266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0" y="4801712"/>
            <a:ext cx="7317105" cy="56686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90340" y="612917"/>
            <a:ext cx="7317105" cy="4115753"/>
          </a:xfrm>
        </p:spPr>
        <p:txBody>
          <a:bodyPr/>
          <a:lstStyle>
            <a:lvl1pPr marL="0" indent="0">
              <a:buNone/>
              <a:defRPr sz="3201"/>
            </a:lvl1pPr>
            <a:lvl2pPr marL="457291" indent="0">
              <a:buNone/>
              <a:defRPr sz="2801"/>
            </a:lvl2pPr>
            <a:lvl3pPr marL="914583" indent="0">
              <a:buNone/>
              <a:defRPr sz="2400"/>
            </a:lvl3pPr>
            <a:lvl4pPr marL="1371874" indent="0">
              <a:buNone/>
              <a:defRPr sz="2000"/>
            </a:lvl4pPr>
            <a:lvl5pPr marL="1829166" indent="0">
              <a:buNone/>
              <a:defRPr sz="2000"/>
            </a:lvl5pPr>
            <a:lvl6pPr marL="2286457" indent="0">
              <a:buNone/>
              <a:defRPr sz="2000"/>
            </a:lvl6pPr>
            <a:lvl7pPr marL="2743749" indent="0">
              <a:buNone/>
              <a:defRPr sz="2000"/>
            </a:lvl7pPr>
            <a:lvl8pPr marL="3201040" indent="0">
              <a:buNone/>
              <a:defRPr sz="2000"/>
            </a:lvl8pPr>
            <a:lvl9pPr marL="3658332" indent="0">
              <a:buNone/>
              <a:defRPr sz="2000"/>
            </a:lvl9pPr>
          </a:lstStyle>
          <a:p>
            <a:pPr lvl="0"/>
            <a:endParaRPr lang="zh-CN" altLang="en-US" noProof="0" smtClean="0"/>
          </a:p>
        </p:txBody>
      </p:sp>
      <p:sp>
        <p:nvSpPr>
          <p:cNvPr id="4" name="文本占位符 3"/>
          <p:cNvSpPr>
            <a:spLocks noGrp="1"/>
          </p:cNvSpPr>
          <p:nvPr>
            <p:ph type="body" sz="half" idx="2"/>
          </p:nvPr>
        </p:nvSpPr>
        <p:spPr>
          <a:xfrm>
            <a:off x="2390340" y="5368581"/>
            <a:ext cx="7317105" cy="805048"/>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zh-CN" altLang="en-US" smtClean="0"/>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FCBE31D0-D1D7-417B-BD27-E7DE9F7D3D0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09244412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64F09BF-DF5D-4B60-AD47-903398D979E0}"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75713776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16587" y="44460"/>
            <a:ext cx="2729093" cy="5792541"/>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27188" y="44460"/>
            <a:ext cx="7986146" cy="5792541"/>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ADB26AB7-B1E1-4C7E-941A-1CB5182E2A05}"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62212824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70177" y="1641856"/>
            <a:ext cx="10575503" cy="4195146"/>
          </a:xfrm>
        </p:spPr>
        <p:txBody>
          <a:bodyPr/>
          <a:lstStyle/>
          <a:p>
            <a:pPr lvl="0"/>
            <a:endParaRPr lang="zh-CN" altLang="en-US" noProof="0" smtClean="0"/>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F26565DC-0FBE-4263-845D-CDD8634FF10C}"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24602998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70178" y="1641856"/>
            <a:ext cx="5185066"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58497" y="1641856"/>
            <a:ext cx="5187184"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865E4AF-C80B-4468-A675-EDE3E3F7E566}"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49542051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27189" y="44460"/>
            <a:ext cx="10918492" cy="5792541"/>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9A1EEA9E-2284-41A2-8867-C929643366B0}"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1744822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70178" y="1641856"/>
            <a:ext cx="5185066"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6258497" y="1641855"/>
            <a:ext cx="5187184" cy="202135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6258497" y="3815647"/>
            <a:ext cx="5187184" cy="202135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9E015096-202A-45D0-8463-ACD680004A5C}"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72775119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14441" y="5590883"/>
            <a:ext cx="1018382" cy="763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82819"/>
            <a:ext cx="12195175" cy="38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20"/>
          <p:cNvSpPr txBox="1">
            <a:spLocks noChangeArrowheads="1"/>
          </p:cNvSpPr>
          <p:nvPr/>
        </p:nvSpPr>
        <p:spPr bwMode="auto">
          <a:xfrm>
            <a:off x="870178" y="6208563"/>
            <a:ext cx="2447733"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mtClean="0">
                <a:solidFill>
                  <a:srgbClr val="000000"/>
                </a:solidFill>
                <a:latin typeface="FrutigerNext LT Bold" panose="020B0803040504020204" pitchFamily="34" charset="0"/>
              </a:rPr>
              <a:t>HUAWEI TECHNOLOGIES CO., LTD.</a:t>
            </a:r>
            <a:endParaRPr lang="en-US" altLang="zh-CN" sz="2200" smtClean="0">
              <a:solidFill>
                <a:srgbClr val="000000"/>
              </a:solidFill>
              <a:latin typeface="Arial" panose="020B0604020202020204" pitchFamily="34" charset="0"/>
            </a:endParaRPr>
          </a:p>
        </p:txBody>
      </p:sp>
      <p:sp>
        <p:nvSpPr>
          <p:cNvPr id="7" name="Text Box 22"/>
          <p:cNvSpPr txBox="1">
            <a:spLocks noChangeArrowheads="1"/>
          </p:cNvSpPr>
          <p:nvPr/>
        </p:nvSpPr>
        <p:spPr bwMode="auto">
          <a:xfrm>
            <a:off x="9635460" y="4095111"/>
            <a:ext cx="1314411"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mtClean="0">
                <a:solidFill>
                  <a:srgbClr val="FFFFFF"/>
                </a:solidFill>
              </a:rPr>
              <a:t>www.huawei.com</a:t>
            </a:r>
          </a:p>
        </p:txBody>
      </p:sp>
      <p:sp>
        <p:nvSpPr>
          <p:cNvPr id="8" name="Rectangle 23"/>
          <p:cNvSpPr>
            <a:spLocks noChangeArrowheads="1"/>
          </p:cNvSpPr>
          <p:nvPr/>
        </p:nvSpPr>
        <p:spPr bwMode="auto">
          <a:xfrm>
            <a:off x="5314217" y="6208563"/>
            <a:ext cx="1564415" cy="26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mtClean="0">
                <a:solidFill>
                  <a:srgbClr val="000000"/>
                </a:solidFill>
                <a:latin typeface="FrutigerNext LT Bold" panose="020B0803040504020204" pitchFamily="34" charset="0"/>
              </a:rPr>
              <a:t>Huawei Confidential </a:t>
            </a:r>
          </a:p>
        </p:txBody>
      </p:sp>
      <p:sp>
        <p:nvSpPr>
          <p:cNvPr id="9" name="Rectangle 25"/>
          <p:cNvSpPr>
            <a:spLocks noChangeArrowheads="1"/>
          </p:cNvSpPr>
          <p:nvPr/>
        </p:nvSpPr>
        <p:spPr bwMode="auto">
          <a:xfrm>
            <a:off x="9059576" y="247707"/>
            <a:ext cx="1368848" cy="29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400" b="1" smtClean="0">
                <a:solidFill>
                  <a:srgbClr val="666666"/>
                </a:solidFill>
              </a:rPr>
              <a:t>Security Level:</a:t>
            </a:r>
            <a:r>
              <a:rPr lang="zh-CN" altLang="en-US" sz="1400" b="1" smtClean="0">
                <a:solidFill>
                  <a:srgbClr val="666666"/>
                </a:solidFill>
              </a:rPr>
              <a:t> </a:t>
            </a:r>
          </a:p>
        </p:txBody>
      </p:sp>
      <p:sp>
        <p:nvSpPr>
          <p:cNvPr id="10" name="Text Box 66"/>
          <p:cNvSpPr txBox="1">
            <a:spLocks noChangeArrowheads="1"/>
          </p:cNvSpPr>
          <p:nvPr/>
        </p:nvSpPr>
        <p:spPr bwMode="auto">
          <a:xfrm>
            <a:off x="-2625350" y="1322694"/>
            <a:ext cx="2625350" cy="375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80158" tIns="40078" rIns="80158" bIns="40078">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英文标题</a:t>
            </a:r>
            <a:r>
              <a:rPr lang="en-US" altLang="zh-CN" sz="1100" smtClean="0">
                <a:solidFill>
                  <a:srgbClr val="FFFFFF"/>
                </a:solidFill>
                <a:latin typeface="Arial" panose="020B0604020202020204" pitchFamily="34" charset="0"/>
                <a:ea typeface="华文细黑" panose="02010600040101010101" pitchFamily="2" charset="-122"/>
              </a:rPr>
              <a:t>:40-47pt  </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副标题</a:t>
            </a:r>
            <a:r>
              <a:rPr lang="en-US" altLang="zh-CN" sz="1100" smtClean="0">
                <a:solidFill>
                  <a:srgbClr val="FFFFFF"/>
                </a:solidFill>
                <a:latin typeface="Arial" panose="020B0604020202020204" pitchFamily="34" charset="0"/>
                <a:ea typeface="华文细黑" panose="02010600040101010101" pitchFamily="2" charset="-122"/>
              </a:rPr>
              <a:t>:26-30pt</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反白</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内部使用字体 </a:t>
            </a:r>
            <a:r>
              <a:rPr lang="en-US" altLang="zh-CN" sz="1100" smtClean="0">
                <a:solidFill>
                  <a:srgbClr val="FFFFFF"/>
                </a:solidFill>
                <a:latin typeface="Arial" panose="020B0604020202020204" pitchFamily="34" charset="0"/>
                <a:ea typeface="华文细黑" panose="02010600040101010101" pitchFamily="2" charset="-122"/>
              </a:rPr>
              <a:t>:</a:t>
            </a:r>
          </a:p>
          <a:p>
            <a:pPr algn="r" eaLnBrk="0" fontAlgn="base" hangingPunct="0">
              <a:lnSpc>
                <a:spcPct val="125000"/>
              </a:lnSpc>
              <a:spcBef>
                <a:spcPct val="0"/>
              </a:spcBef>
              <a:spcAft>
                <a:spcPct val="0"/>
              </a:spcAft>
              <a:defRPr/>
            </a:pPr>
            <a:r>
              <a:rPr lang="en-US" altLang="zh-CN" sz="1100" smtClean="0">
                <a:solidFill>
                  <a:srgbClr val="FFFFFF"/>
                </a:solidFill>
                <a:latin typeface="Arial" panose="020B0604020202020204" pitchFamily="34" charset="0"/>
                <a:ea typeface="华文细黑" panose="02010600040101010101" pitchFamily="2" charset="-122"/>
              </a:rPr>
              <a:t>FrutigerNext LT Medium</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外部使用字体 </a:t>
            </a:r>
            <a:r>
              <a:rPr lang="en-US" altLang="zh-CN" sz="1100" smtClean="0">
                <a:solidFill>
                  <a:srgbClr val="FFFFFF"/>
                </a:solidFill>
                <a:latin typeface="Arial" panose="020B0604020202020204" pitchFamily="34" charset="0"/>
                <a:ea typeface="华文细黑" panose="02010600040101010101" pitchFamily="2" charset="-122"/>
              </a:rPr>
              <a:t>: Arial</a:t>
            </a: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中文标题</a:t>
            </a:r>
            <a:r>
              <a:rPr lang="en-US" altLang="zh-CN" sz="1100" smtClean="0">
                <a:solidFill>
                  <a:srgbClr val="FFFFFF"/>
                </a:solidFill>
                <a:latin typeface="Arial" panose="020B0604020202020204" pitchFamily="34" charset="0"/>
                <a:ea typeface="华文细黑" panose="02010600040101010101" pitchFamily="2" charset="-122"/>
              </a:rPr>
              <a:t>:35-47pt</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黑体</a:t>
            </a:r>
          </a:p>
          <a:p>
            <a:pPr algn="r" eaLnBrk="0" fontAlgn="base" hangingPunct="0">
              <a:lnSpc>
                <a:spcPct val="125000"/>
              </a:lnSpc>
              <a:spcBef>
                <a:spcPct val="0"/>
              </a:spcBef>
              <a:spcAft>
                <a:spcPct val="0"/>
              </a:spcAft>
              <a:defRPr/>
            </a:pPr>
            <a:r>
              <a:rPr lang="en-US" altLang="zh-CN" sz="1100" smtClean="0">
                <a:solidFill>
                  <a:srgbClr val="FFFFFF"/>
                </a:solidFill>
                <a:latin typeface="Arial" panose="020B0604020202020204" pitchFamily="34" charset="0"/>
                <a:ea typeface="华文细黑" panose="02010600040101010101" pitchFamily="2" charset="-122"/>
              </a:rPr>
              <a:t>  </a:t>
            </a:r>
            <a:r>
              <a:rPr lang="zh-CN" altLang="en-US" sz="1100" smtClean="0">
                <a:solidFill>
                  <a:srgbClr val="FFFFFF"/>
                </a:solidFill>
                <a:latin typeface="Arial" panose="020B0604020202020204" pitchFamily="34" charset="0"/>
                <a:ea typeface="华文细黑" panose="02010600040101010101" pitchFamily="2" charset="-122"/>
              </a:rPr>
              <a:t>副标题</a:t>
            </a:r>
            <a:r>
              <a:rPr lang="en-US" altLang="zh-CN" sz="1100" smtClean="0">
                <a:solidFill>
                  <a:srgbClr val="FFFFFF"/>
                </a:solidFill>
                <a:latin typeface="Arial" panose="020B0604020202020204" pitchFamily="34" charset="0"/>
                <a:ea typeface="华文细黑" panose="02010600040101010101" pitchFamily="2" charset="-122"/>
              </a:rPr>
              <a:t>:24-28pt</a:t>
            </a: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反白</a:t>
            </a:r>
          </a:p>
          <a:p>
            <a:pPr algn="r" eaLnBrk="0" fontAlgn="base" hangingPunct="0">
              <a:lnSpc>
                <a:spcPct val="125000"/>
              </a:lnSpc>
              <a:spcBef>
                <a:spcPct val="0"/>
              </a:spcBef>
              <a:spcAft>
                <a:spcPct val="0"/>
              </a:spcAft>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细黑体</a:t>
            </a: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0"/>
              </a:spcBef>
              <a:spcAft>
                <a:spcPct val="0"/>
              </a:spcAft>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eaLnBrk="0" fontAlgn="base" hangingPunct="0">
              <a:lnSpc>
                <a:spcPct val="125000"/>
              </a:lnSpc>
              <a:spcBef>
                <a:spcPct val="50000"/>
              </a:spcBef>
              <a:spcAft>
                <a:spcPct val="0"/>
              </a:spcAft>
              <a:defRPr/>
            </a:pPr>
            <a:endParaRPr lang="zh-CN" altLang="en-US" sz="1100" smtClean="0">
              <a:solidFill>
                <a:srgbClr val="000000"/>
              </a:solidFill>
              <a:latin typeface="Arial" panose="020B0604020202020204" pitchFamily="34" charset="0"/>
              <a:ea typeface="华文细黑" panose="02010600040101010101" pitchFamily="2" charset="-122"/>
            </a:endParaRPr>
          </a:p>
        </p:txBody>
      </p:sp>
      <p:sp>
        <p:nvSpPr>
          <p:cNvPr id="44047" name="Rectangle 15"/>
          <p:cNvSpPr>
            <a:spLocks noGrp="1" noChangeArrowheads="1"/>
          </p:cNvSpPr>
          <p:nvPr>
            <p:ph type="ctrTitle" sz="quarter"/>
          </p:nvPr>
        </p:nvSpPr>
        <p:spPr>
          <a:xfrm>
            <a:off x="849006" y="1392561"/>
            <a:ext cx="7073624" cy="1667261"/>
          </a:xfrm>
        </p:spPr>
        <p:txBody>
          <a:bodyPr/>
          <a:lstStyle>
            <a:lvl1pPr>
              <a:defRPr sz="4301"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2" y="3183676"/>
            <a:ext cx="7075742" cy="865387"/>
          </a:xfrm>
        </p:spPr>
        <p:txBody>
          <a:bodyPr lIns="80139" tIns="40069" rIns="80139" bIns="40069"/>
          <a:lstStyle>
            <a:lvl1pPr marL="0" indent="0">
              <a:buFont typeface="Wingdings" pitchFamily="2" charset="2"/>
              <a:buNone/>
              <a:defRPr sz="2801">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2521" y="282641"/>
            <a:ext cx="2845541" cy="474773"/>
          </a:xfrm>
        </p:spPr>
        <p:txBody>
          <a:bodyPr lIns="80139" tIns="40069" rIns="80139" bIns="40069"/>
          <a:lstStyle>
            <a:lvl1pPr>
              <a:lnSpc>
                <a:spcPct val="100000"/>
              </a:lnSpc>
              <a:defRPr>
                <a:latin typeface="FrutigerNext LT Regular" pitchFamily="34" charset="0"/>
              </a:defRPr>
            </a:lvl1pPr>
          </a:lstStyle>
          <a:p>
            <a:pPr>
              <a:defRPr/>
            </a:pPr>
            <a:fld id="{A889BF20-933A-4875-8C67-85922E11E432}" type="datetime1">
              <a:rPr lang="zh-CN" altLang="en-US">
                <a:solidFill>
                  <a:srgbClr val="000000"/>
                </a:solidFill>
              </a:rPr>
              <a:pPr>
                <a:defRPr/>
              </a:pPr>
              <a:t>2018/8/20</a:t>
            </a:fld>
            <a:endParaRPr lang="en-US" altLang="zh-CN">
              <a:solidFill>
                <a:srgbClr val="000000"/>
              </a:solidFill>
            </a:endParaRPr>
          </a:p>
        </p:txBody>
      </p:sp>
    </p:spTree>
    <p:extLst>
      <p:ext uri="{BB962C8B-B14F-4D97-AF65-F5344CB8AC3E}">
        <p14:creationId xmlns:p14="http://schemas.microsoft.com/office/powerpoint/2010/main" val="353057592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69A1A0D9-9416-4437-A9D9-E42D910186D4}"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71772470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5" y="4407921"/>
            <a:ext cx="10365899" cy="1362390"/>
          </a:xfrm>
        </p:spPr>
        <p:txBody>
          <a:bodyPr anchor="t"/>
          <a:lstStyle>
            <a:lvl1pPr algn="l">
              <a:defRPr sz="4001"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335" y="2907387"/>
            <a:ext cx="10365899" cy="1500534"/>
          </a:xfrm>
        </p:spPr>
        <p:txBody>
          <a:bodyPr anchor="b"/>
          <a:lstStyle>
            <a:lvl1pPr marL="0" indent="0">
              <a:buNone/>
              <a:defRPr sz="2000"/>
            </a:lvl1pPr>
            <a:lvl2pPr marL="457291" indent="0">
              <a:buNone/>
              <a:defRPr sz="1800"/>
            </a:lvl2pPr>
            <a:lvl3pPr marL="914583" indent="0">
              <a:buNone/>
              <a:defRPr sz="1600"/>
            </a:lvl3pPr>
            <a:lvl4pPr marL="1371874" indent="0">
              <a:buNone/>
              <a:defRPr sz="1400"/>
            </a:lvl4pPr>
            <a:lvl5pPr marL="1829166" indent="0">
              <a:buNone/>
              <a:defRPr sz="1400"/>
            </a:lvl5pPr>
            <a:lvl6pPr marL="2286457" indent="0">
              <a:buNone/>
              <a:defRPr sz="1400"/>
            </a:lvl6pPr>
            <a:lvl7pPr marL="2743749" indent="0">
              <a:buNone/>
              <a:defRPr sz="1400"/>
            </a:lvl7pPr>
            <a:lvl8pPr marL="3201040" indent="0">
              <a:buNone/>
              <a:defRPr sz="1400"/>
            </a:lvl8pPr>
            <a:lvl9pPr marL="3658332" indent="0">
              <a:buNone/>
              <a:defRPr sz="1400"/>
            </a:lvl9pPr>
          </a:lstStyle>
          <a:p>
            <a:pPr lvl="0"/>
            <a:r>
              <a:rPr lang="zh-CN" altLang="en-US" smtClean="0"/>
              <a:t>单击此处编辑母版文本样式</a:t>
            </a:r>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0F52200-9E72-4EE3-9E7C-664045E10B7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62648376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70178" y="1641856"/>
            <a:ext cx="5185066" cy="4195146"/>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58497" y="1641856"/>
            <a:ext cx="5187184" cy="4195146"/>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807821BE-178B-4B71-AD86-EE8E2BF016C4}"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26446600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701"/>
            <a:ext cx="10975658" cy="1143265"/>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759" y="1535469"/>
            <a:ext cx="5388320" cy="639910"/>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759" y="2175379"/>
            <a:ext cx="5388320"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4980" y="1535469"/>
            <a:ext cx="5390437" cy="639910"/>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4980" y="2175379"/>
            <a:ext cx="5390437"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DBD277B8-576D-4817-B2C0-4E749382795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416182071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83C48F94-53DC-4BBE-B42F-3D6C751BFC95}"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31271837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6434AF00-ABFE-47E0-9358-3A27B0A8C0D8}"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54199850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59" y="273113"/>
            <a:ext cx="4012129" cy="1162319"/>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7974" y="273114"/>
            <a:ext cx="6817442" cy="5854468"/>
          </a:xfrm>
        </p:spPr>
        <p:txBody>
          <a:bodyPr/>
          <a:lstStyle>
            <a:lvl1pPr>
              <a:defRPr sz="3201"/>
            </a:lvl1pPr>
            <a:lvl2pPr>
              <a:defRPr sz="2801"/>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759" y="1435433"/>
            <a:ext cx="4012129" cy="4692149"/>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zh-CN" altLang="en-US" smtClean="0"/>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ED9ED908-D553-430C-8FDB-0177D35829F3}"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458311336"/>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0" y="4801712"/>
            <a:ext cx="7317105" cy="56686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90340" y="612917"/>
            <a:ext cx="7317105" cy="4115753"/>
          </a:xfrm>
        </p:spPr>
        <p:txBody>
          <a:bodyPr/>
          <a:lstStyle>
            <a:lvl1pPr marL="0" indent="0">
              <a:buNone/>
              <a:defRPr sz="3201"/>
            </a:lvl1pPr>
            <a:lvl2pPr marL="457291" indent="0">
              <a:buNone/>
              <a:defRPr sz="2801"/>
            </a:lvl2pPr>
            <a:lvl3pPr marL="914583" indent="0">
              <a:buNone/>
              <a:defRPr sz="2400"/>
            </a:lvl3pPr>
            <a:lvl4pPr marL="1371874" indent="0">
              <a:buNone/>
              <a:defRPr sz="2000"/>
            </a:lvl4pPr>
            <a:lvl5pPr marL="1829166" indent="0">
              <a:buNone/>
              <a:defRPr sz="2000"/>
            </a:lvl5pPr>
            <a:lvl6pPr marL="2286457" indent="0">
              <a:buNone/>
              <a:defRPr sz="2000"/>
            </a:lvl6pPr>
            <a:lvl7pPr marL="2743749" indent="0">
              <a:buNone/>
              <a:defRPr sz="2000"/>
            </a:lvl7pPr>
            <a:lvl8pPr marL="3201040" indent="0">
              <a:buNone/>
              <a:defRPr sz="2000"/>
            </a:lvl8pPr>
            <a:lvl9pPr marL="3658332" indent="0">
              <a:buNone/>
              <a:defRPr sz="2000"/>
            </a:lvl9pPr>
          </a:lstStyle>
          <a:p>
            <a:pPr lvl="0"/>
            <a:endParaRPr lang="zh-CN" altLang="en-US" noProof="0" smtClean="0"/>
          </a:p>
        </p:txBody>
      </p:sp>
      <p:sp>
        <p:nvSpPr>
          <p:cNvPr id="4" name="文本占位符 3"/>
          <p:cNvSpPr>
            <a:spLocks noGrp="1"/>
          </p:cNvSpPr>
          <p:nvPr>
            <p:ph type="body" sz="half" idx="2"/>
          </p:nvPr>
        </p:nvSpPr>
        <p:spPr>
          <a:xfrm>
            <a:off x="2390340" y="5368581"/>
            <a:ext cx="7317105" cy="805048"/>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zh-CN" altLang="en-US" smtClean="0"/>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FCBE31D0-D1D7-417B-BD27-E7DE9F7D3D0D}"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53762796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64F09BF-DF5D-4B60-AD47-903398D979E0}"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25270934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16587" y="44460"/>
            <a:ext cx="2729093" cy="5792541"/>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27188" y="44460"/>
            <a:ext cx="7986146" cy="5792541"/>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ADB26AB7-B1E1-4C7E-941A-1CB5182E2A05}"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63850820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70177" y="1641856"/>
            <a:ext cx="10575503" cy="4195146"/>
          </a:xfrm>
        </p:spPr>
        <p:txBody>
          <a:bodyPr/>
          <a:lstStyle/>
          <a:p>
            <a:pPr lvl="0"/>
            <a:endParaRPr lang="zh-CN" altLang="en-US" noProof="0" smtClean="0"/>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F26565DC-0FBE-4263-845D-CDD8634FF10C}"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61951097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70178" y="1641856"/>
            <a:ext cx="5185066"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58497" y="1641856"/>
            <a:ext cx="5187184"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865E4AF-C80B-4468-A675-EDE3E3F7E566}"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52357851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27189" y="44460"/>
            <a:ext cx="10918492" cy="5792541"/>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9A1EEA9E-2284-41A2-8867-C929643366B0}"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02568409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527188" y="44460"/>
            <a:ext cx="10329905" cy="87174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70178" y="1641856"/>
            <a:ext cx="5185066" cy="419514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6258497" y="1641855"/>
            <a:ext cx="5187184" cy="202135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6258497" y="3815647"/>
            <a:ext cx="5187184" cy="202135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9E015096-202A-45D0-8463-ACD680004A5C}"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2658728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image" Target="../media/image6.png"/><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image" Target="../media/image5.png"/><Relationship Id="rId2" Type="http://schemas.openxmlformats.org/officeDocument/2006/relationships/slideLayout" Target="../slideLayouts/slideLayout6.xml"/><Relationship Id="rId16" Type="http://schemas.openxmlformats.org/officeDocument/2006/relationships/theme" Target="../theme/theme5.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image" Target="../media/image6.png"/><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image" Target="../media/image5.png"/><Relationship Id="rId2" Type="http://schemas.openxmlformats.org/officeDocument/2006/relationships/slideLayout" Target="../slideLayouts/slideLayout21.xml"/><Relationship Id="rId16" Type="http://schemas.openxmlformats.org/officeDocument/2006/relationships/theme" Target="../theme/theme6.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image" Target="../media/image6.pn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image" Target="../media/image5.png"/><Relationship Id="rId2" Type="http://schemas.openxmlformats.org/officeDocument/2006/relationships/slideLayout" Target="../slideLayouts/slideLayout36.xml"/><Relationship Id="rId16" Type="http://schemas.openxmlformats.org/officeDocument/2006/relationships/theme" Target="../theme/theme7.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image" Target="../media/image6.png"/><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image" Target="../media/image5.png"/><Relationship Id="rId2" Type="http://schemas.openxmlformats.org/officeDocument/2006/relationships/slideLayout" Target="../slideLayouts/slideLayout51.xml"/><Relationship Id="rId16" Type="http://schemas.openxmlformats.org/officeDocument/2006/relationships/theme" Target="../theme/theme8.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18" Type="http://schemas.openxmlformats.org/officeDocument/2006/relationships/image" Target="../media/image6.png"/><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17" Type="http://schemas.openxmlformats.org/officeDocument/2006/relationships/image" Target="../media/image5.png"/><Relationship Id="rId2" Type="http://schemas.openxmlformats.org/officeDocument/2006/relationships/slideLayout" Target="../slideLayouts/slideLayout66.xml"/><Relationship Id="rId16" Type="http://schemas.openxmlformats.org/officeDocument/2006/relationships/theme" Target="../theme/theme9.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slideLayout" Target="../slideLayouts/slideLayout7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slideLayout" Target="../slideLayouts/slideLayout78.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7.xml"/><Relationship Id="rId13" Type="http://schemas.openxmlformats.org/officeDocument/2006/relationships/slideLayout" Target="../slideLayouts/slideLayout92.xml"/><Relationship Id="rId18" Type="http://schemas.openxmlformats.org/officeDocument/2006/relationships/image" Target="../media/image6.png"/><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slideLayout" Target="../slideLayouts/slideLayout91.xml"/><Relationship Id="rId17" Type="http://schemas.openxmlformats.org/officeDocument/2006/relationships/image" Target="../media/image5.png"/><Relationship Id="rId2" Type="http://schemas.openxmlformats.org/officeDocument/2006/relationships/slideLayout" Target="../slideLayouts/slideLayout81.xml"/><Relationship Id="rId16" Type="http://schemas.openxmlformats.org/officeDocument/2006/relationships/theme" Target="../theme/theme10.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5" Type="http://schemas.openxmlformats.org/officeDocument/2006/relationships/slideLayout" Target="../slideLayouts/slideLayout9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 Id="rId14" Type="http://schemas.openxmlformats.org/officeDocument/2006/relationships/slideLayout" Target="../slideLayouts/slideLayout93.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02.xml"/><Relationship Id="rId13" Type="http://schemas.openxmlformats.org/officeDocument/2006/relationships/slideLayout" Target="../slideLayouts/slideLayout107.xml"/><Relationship Id="rId18" Type="http://schemas.openxmlformats.org/officeDocument/2006/relationships/image" Target="../media/image6.png"/><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slideLayout" Target="../slideLayouts/slideLayout106.xml"/><Relationship Id="rId17" Type="http://schemas.openxmlformats.org/officeDocument/2006/relationships/image" Target="../media/image5.png"/><Relationship Id="rId2" Type="http://schemas.openxmlformats.org/officeDocument/2006/relationships/slideLayout" Target="../slideLayouts/slideLayout96.xml"/><Relationship Id="rId16" Type="http://schemas.openxmlformats.org/officeDocument/2006/relationships/theme" Target="../theme/theme11.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5" Type="http://schemas.openxmlformats.org/officeDocument/2006/relationships/slideLayout" Target="../slideLayouts/slideLayout109.xml"/><Relationship Id="rId10" Type="http://schemas.openxmlformats.org/officeDocument/2006/relationships/slideLayout" Target="../slideLayouts/slideLayout104.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14"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sp>
        <p:nvSpPr>
          <p:cNvPr id="1031" name="Rectangle 2"/>
          <p:cNvSpPr>
            <a:spLocks noGrp="1" noChangeArrowheads="1"/>
          </p:cNvSpPr>
          <p:nvPr>
            <p:ph type="title"/>
          </p:nvPr>
        </p:nvSpPr>
        <p:spPr bwMode="auto">
          <a:xfrm>
            <a:off x="1007797" y="1805533"/>
            <a:ext cx="7250029" cy="1325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6800" rIns="91440" bIns="46800" numCol="1" anchor="ctr" anchorCtr="0" compatLnSpc="1">
            <a:prstTxWarp prst="textNoShape">
              <a:avLst/>
            </a:prstTxWarp>
            <a:spAutoFit/>
          </a:bodyPr>
          <a:lstStyle/>
          <a:p>
            <a:pPr lvl="0"/>
            <a:r>
              <a:rPr lang="en-US" altLang="zh-CN" dirty="0" smtClean="0"/>
              <a:t>Headline in Arial Regular 40 point</a:t>
            </a:r>
            <a:endParaRPr lang="zh-CN" altLang="en-US" dirty="0" smtClean="0"/>
          </a:p>
        </p:txBody>
      </p:sp>
      <p:sp>
        <p:nvSpPr>
          <p:cNvPr id="1032" name="Rectangle 3"/>
          <p:cNvSpPr>
            <a:spLocks noGrp="1" noChangeArrowheads="1"/>
          </p:cNvSpPr>
          <p:nvPr>
            <p:ph type="body" idx="1"/>
          </p:nvPr>
        </p:nvSpPr>
        <p:spPr bwMode="auto">
          <a:xfrm>
            <a:off x="1007796" y="3069348"/>
            <a:ext cx="45857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marL="342969" marR="0" lvl="0" indent="-342969" algn="l" defTabSz="914400" rtl="0" eaLnBrk="1" fontAlgn="base" latinLnBrk="0" hangingPunct="1">
              <a:lnSpc>
                <a:spcPct val="100000"/>
              </a:lnSpc>
              <a:spcBef>
                <a:spcPct val="20000"/>
              </a:spcBef>
              <a:spcAft>
                <a:spcPct val="0"/>
              </a:spcAft>
              <a:buClr>
                <a:srgbClr val="990000"/>
              </a:buClr>
              <a:buSzTx/>
              <a:buFontTx/>
              <a:buNone/>
              <a:tabLst/>
              <a:defRPr/>
            </a:pPr>
            <a:r>
              <a:rPr lang="en-US" altLang="zh-CN" dirty="0" smtClean="0"/>
              <a:t>Department name</a:t>
            </a:r>
            <a:endParaRPr lang="zh-CN" altLang="en-US" dirty="0" smtClean="0"/>
          </a:p>
        </p:txBody>
      </p:sp>
      <p:sp>
        <p:nvSpPr>
          <p:cNvPr id="6" name="Rectangle 13"/>
          <p:cNvSpPr>
            <a:spLocks noChangeArrowheads="1"/>
          </p:cNvSpPr>
          <p:nvPr userDrawn="1"/>
        </p:nvSpPr>
        <p:spPr bwMode="auto">
          <a:xfrm>
            <a:off x="10322246" y="429698"/>
            <a:ext cx="1368152"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p>
            <a:pPr defTabSz="784225" eaLnBrk="0" hangingPunct="0"/>
            <a:r>
              <a:rPr lang="en-US" altLang="zh-CN" sz="1000" b="1" dirty="0">
                <a:solidFill>
                  <a:srgbClr val="666666"/>
                </a:solidFill>
                <a:latin typeface="Arial" panose="020B0604020202020204" pitchFamily="34" charset="0"/>
                <a:ea typeface="MS PGothic" pitchFamily="34" charset="-128"/>
                <a:cs typeface="Arial" panose="020B0604020202020204" pitchFamily="34" charset="0"/>
              </a:rPr>
              <a:t>Security Level: </a:t>
            </a:r>
          </a:p>
        </p:txBody>
      </p:sp>
      <p:sp>
        <p:nvSpPr>
          <p:cNvPr id="8" name="Text Box 81"/>
          <p:cNvSpPr txBox="1">
            <a:spLocks noChangeArrowheads="1"/>
          </p:cNvSpPr>
          <p:nvPr userDrawn="1"/>
        </p:nvSpPr>
        <p:spPr bwMode="auto">
          <a:xfrm>
            <a:off x="-2903413" y="397"/>
            <a:ext cx="2579439" cy="1591254"/>
          </a:xfrm>
          <a:prstGeom prst="rect">
            <a:avLst/>
          </a:prstGeom>
          <a:noFill/>
          <a:ln w="9525" algn="ctr">
            <a:noFill/>
            <a:miter lim="800000"/>
            <a:headEnd/>
            <a:tailEnd/>
          </a:ln>
          <a:effectLst/>
        </p:spPr>
        <p:txBody>
          <a:bodyPr wrap="square" lIns="78345" tIns="39172" rIns="78345" bIns="39172">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algn="r" defTabSz="784225" eaLnBrk="0" hangingPunct="0">
              <a:lnSpc>
                <a:spcPct val="125000"/>
              </a:lnSpc>
              <a:defRPr/>
            </a:pPr>
            <a:r>
              <a:rPr lang="en-US" sz="1600" noProof="1">
                <a:solidFill>
                  <a:srgbClr val="FFFFFF"/>
                </a:solidFill>
                <a:latin typeface="FrutigerNext LT Regular" pitchFamily="34" charset="0"/>
                <a:ea typeface="ＭＳ Ｐゴシック" pitchFamily="34" charset="-128"/>
              </a:rPr>
              <a:t>Slide </a:t>
            </a:r>
            <a:r>
              <a:rPr lang="en-US" sz="1600" noProof="1" smtClean="0">
                <a:solidFill>
                  <a:srgbClr val="FFFFFF"/>
                </a:solidFill>
                <a:latin typeface="FrutigerNext LT Regular" pitchFamily="34" charset="0"/>
                <a:ea typeface="ＭＳ Ｐゴシック" pitchFamily="34" charset="-128"/>
              </a:rPr>
              <a:t>title</a:t>
            </a:r>
            <a:r>
              <a:rPr lang="en-US" altLang="zh-CN" sz="1600" dirty="0" smtClean="0">
                <a:solidFill>
                  <a:srgbClr val="FFFFFF"/>
                </a:solidFill>
                <a:latin typeface="FrutigerNext LT Regular" pitchFamily="34" charset="0"/>
                <a:ea typeface="华文细黑" pitchFamily="2" charset="-122"/>
              </a:rPr>
              <a:t>: 36-40pt </a:t>
            </a:r>
            <a:endParaRPr lang="en-US" altLang="zh-CN" sz="1600" dirty="0">
              <a:solidFill>
                <a:srgbClr val="FFFFFF"/>
              </a:solidFill>
              <a:latin typeface="FrutigerNext LT Regular" pitchFamily="34" charset="0"/>
              <a:ea typeface="华文细黑" pitchFamily="2" charset="-122"/>
            </a:endParaRPr>
          </a:p>
          <a:p>
            <a:pPr algn="r" defTabSz="784225" eaLnBrk="0" hangingPunct="0">
              <a:lnSpc>
                <a:spcPct val="125000"/>
              </a:lnSpc>
              <a:defRPr/>
            </a:pPr>
            <a:r>
              <a:rPr lang="en-US" sz="1600" noProof="1">
                <a:solidFill>
                  <a:srgbClr val="FFFFFF"/>
                </a:solidFill>
                <a:latin typeface="FrutigerNext LT Regular" pitchFamily="34" charset="0"/>
                <a:ea typeface="ＭＳ Ｐゴシック" pitchFamily="34" charset="-128"/>
              </a:rPr>
              <a:t>Slide </a:t>
            </a:r>
            <a:r>
              <a:rPr lang="en-US" sz="1600" noProof="1" smtClean="0">
                <a:solidFill>
                  <a:srgbClr val="FFFFFF"/>
                </a:solidFill>
                <a:latin typeface="FrutigerNext LT Regular" pitchFamily="34" charset="0"/>
                <a:ea typeface="ＭＳ Ｐゴシック" pitchFamily="34" charset="-128"/>
              </a:rPr>
              <a:t>subtitle</a:t>
            </a:r>
            <a:r>
              <a:rPr lang="en-US" altLang="zh-CN" sz="1600" dirty="0" smtClean="0">
                <a:solidFill>
                  <a:srgbClr val="FFFFFF"/>
                </a:solidFill>
                <a:latin typeface="FrutigerNext LT Regular" pitchFamily="34" charset="0"/>
                <a:ea typeface="华文细黑" pitchFamily="2" charset="-122"/>
              </a:rPr>
              <a:t>: 24pt</a:t>
            </a:r>
            <a:endParaRPr lang="en-US" altLang="zh-CN" sz="1600" dirty="0">
              <a:solidFill>
                <a:srgbClr val="FFFFFF"/>
              </a:solidFill>
              <a:latin typeface="FrutigerNext LT Regular" pitchFamily="34" charset="0"/>
              <a:ea typeface="华文细黑" pitchFamily="2" charset="-122"/>
            </a:endParaRPr>
          </a:p>
          <a:p>
            <a:pPr algn="r" defTabSz="784225" eaLnBrk="0" hangingPunct="0">
              <a:lnSpc>
                <a:spcPct val="125000"/>
              </a:lnSpc>
              <a:defRPr/>
            </a:pPr>
            <a:r>
              <a:rPr lang="en-US" altLang="zh-CN" sz="1600" kern="1200" dirty="0" smtClean="0">
                <a:solidFill>
                  <a:srgbClr val="FFFFFF"/>
                </a:solidFill>
                <a:latin typeface="FrutigerNext LT Regular" pitchFamily="34" charset="0"/>
                <a:ea typeface="ＭＳ Ｐゴシック" pitchFamily="34" charset="-128"/>
                <a:cs typeface="+mn-cs"/>
              </a:rPr>
              <a:t>Copy text: 20-32pt</a:t>
            </a:r>
          </a:p>
          <a:p>
            <a:pPr marL="0" marR="0" indent="0" algn="r" defTabSz="784225" rtl="0" eaLnBrk="0" fontAlgn="auto" latinLnBrk="0" hangingPunct="0">
              <a:lnSpc>
                <a:spcPct val="125000"/>
              </a:lnSpc>
              <a:spcBef>
                <a:spcPts val="0"/>
              </a:spcBef>
              <a:spcAft>
                <a:spcPts val="0"/>
              </a:spcAft>
              <a:buClrTx/>
              <a:buSzTx/>
              <a:buFontTx/>
              <a:buNone/>
              <a:tabLst/>
              <a:defRPr/>
            </a:pPr>
            <a:r>
              <a:rPr lang="en-US" altLang="zh-CN" sz="1600" dirty="0" smtClean="0">
                <a:solidFill>
                  <a:srgbClr val="FFFFFF"/>
                </a:solidFill>
                <a:latin typeface="FrutigerNext LT Regular" pitchFamily="34" charset="0"/>
                <a:ea typeface="华文细黑" pitchFamily="2" charset="-122"/>
              </a:rPr>
              <a:t>Color: black</a:t>
            </a:r>
          </a:p>
          <a:p>
            <a:pPr algn="r" defTabSz="784225" eaLnBrk="0" hangingPunct="0">
              <a:lnSpc>
                <a:spcPct val="125000"/>
              </a:lnSpc>
              <a:defRPr/>
            </a:pPr>
            <a:r>
              <a:rPr lang="zh-CN" altLang="en-US" sz="1600" dirty="0" smtClean="0">
                <a:solidFill>
                  <a:srgbClr val="FFFFFF"/>
                </a:solidFill>
                <a:latin typeface="FrutigerNext LT Regular" pitchFamily="34" charset="0"/>
                <a:ea typeface="ＭＳ Ｐゴシック" pitchFamily="34" charset="-128"/>
              </a:rPr>
              <a:t> </a:t>
            </a:r>
            <a:r>
              <a:rPr lang="en-US" altLang="zh-CN" sz="1600" dirty="0" smtClean="0">
                <a:solidFill>
                  <a:srgbClr val="FFFFFF"/>
                </a:solidFill>
                <a:latin typeface="FrutigerNext LT Regular" pitchFamily="34" charset="0"/>
                <a:ea typeface="ＭＳ Ｐゴシック" pitchFamily="34" charset="-128"/>
              </a:rPr>
              <a:t>Corporate Font</a:t>
            </a:r>
            <a:r>
              <a:rPr lang="en-US" altLang="zh-CN" sz="1600" dirty="0" smtClean="0">
                <a:solidFill>
                  <a:srgbClr val="FFFFFF"/>
                </a:solidFill>
                <a:latin typeface="FrutigerNext LT Regular" pitchFamily="34" charset="0"/>
                <a:ea typeface="华文细黑" pitchFamily="2" charset="-122"/>
              </a:rPr>
              <a:t>:</a:t>
            </a:r>
            <a:r>
              <a:rPr lang="en-US" altLang="zh-CN" sz="1600" baseline="0" dirty="0" smtClean="0">
                <a:solidFill>
                  <a:srgbClr val="FFFFFF"/>
                </a:solidFill>
                <a:latin typeface="FrutigerNext LT Regular" pitchFamily="34" charset="0"/>
                <a:ea typeface="华文细黑" pitchFamily="2" charset="-122"/>
              </a:rPr>
              <a:t> </a:t>
            </a:r>
            <a:r>
              <a:rPr lang="en-US" altLang="zh-CN" sz="1600" kern="1200" dirty="0" smtClean="0">
                <a:solidFill>
                  <a:srgbClr val="FFFFFF"/>
                </a:solidFill>
                <a:latin typeface="FrutigerNext LT Regular" pitchFamily="34" charset="0"/>
                <a:ea typeface="ＭＳ Ｐゴシック" pitchFamily="34" charset="-128"/>
                <a:cs typeface="+mn-cs"/>
              </a:rPr>
              <a:t>Arial</a:t>
            </a:r>
            <a:endParaRPr lang="en-US" altLang="zh-CN" sz="1600" kern="1200" dirty="0">
              <a:solidFill>
                <a:srgbClr val="FFFFFF"/>
              </a:solidFill>
              <a:latin typeface="FrutigerNext LT Regular" pitchFamily="34" charset="0"/>
              <a:ea typeface="ＭＳ Ｐゴシック" pitchFamily="34" charset="-128"/>
              <a:cs typeface="+mn-cs"/>
            </a:endParaRPr>
          </a:p>
        </p:txBody>
      </p:sp>
      <p:sp>
        <p:nvSpPr>
          <p:cNvPr id="9" name="Text Box 81"/>
          <p:cNvSpPr txBox="1">
            <a:spLocks noChangeArrowheads="1"/>
          </p:cNvSpPr>
          <p:nvPr userDrawn="1"/>
        </p:nvSpPr>
        <p:spPr bwMode="auto">
          <a:xfrm>
            <a:off x="12475405" y="397"/>
            <a:ext cx="3240360" cy="694662"/>
          </a:xfrm>
          <a:prstGeom prst="rect">
            <a:avLst/>
          </a:prstGeom>
          <a:noFill/>
          <a:ln w="9525" algn="ctr">
            <a:noFill/>
            <a:miter lim="800000"/>
            <a:headEnd/>
            <a:tailEnd/>
          </a:ln>
          <a:effectLst/>
        </p:spPr>
        <p:txBody>
          <a:bodyPr wrap="square" lIns="78345" tIns="39172" rIns="78345" bIns="39172">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algn="l" defTabSz="784225" rtl="0" eaLnBrk="0" latinLnBrk="0" hangingPunct="0">
              <a:lnSpc>
                <a:spcPct val="125000"/>
              </a:lnSpc>
              <a:defRPr/>
            </a:pPr>
            <a:r>
              <a:rPr lang="en-US" altLang="zh-CN" sz="1600" kern="1200" dirty="0" smtClean="0">
                <a:solidFill>
                  <a:srgbClr val="FFFFFF"/>
                </a:solidFill>
                <a:latin typeface="FrutigerNext LT Regular" pitchFamily="34" charset="0"/>
                <a:ea typeface="ＭＳ Ｐゴシック" pitchFamily="34" charset="-128"/>
                <a:cs typeface="+mn-cs"/>
              </a:rPr>
              <a:t>Top right corner for field-mark, customer or partner logotypes.</a:t>
            </a:r>
            <a:endParaRPr lang="en-US" altLang="zh-CN" sz="1600" kern="1200" dirty="0">
              <a:solidFill>
                <a:srgbClr val="FFFFFF"/>
              </a:solidFill>
              <a:latin typeface="FrutigerNext LT Regular" pitchFamily="34" charset="0"/>
              <a:ea typeface="ＭＳ Ｐゴシック" pitchFamily="34" charset="-128"/>
              <a:cs typeface="+mn-cs"/>
            </a:endParaRPr>
          </a:p>
        </p:txBody>
      </p:sp>
      <p:sp>
        <p:nvSpPr>
          <p:cNvPr id="25" name="Text Box 81"/>
          <p:cNvSpPr txBox="1">
            <a:spLocks noChangeArrowheads="1"/>
          </p:cNvSpPr>
          <p:nvPr userDrawn="1"/>
        </p:nvSpPr>
        <p:spPr bwMode="auto">
          <a:xfrm>
            <a:off x="12519163" y="909514"/>
            <a:ext cx="3675904" cy="2295100"/>
          </a:xfrm>
          <a:prstGeom prst="rect">
            <a:avLst/>
          </a:prstGeom>
          <a:noFill/>
          <a:ln w="9525" algn="ctr">
            <a:noFill/>
            <a:miter lim="800000"/>
            <a:headEnd/>
            <a:tailEnd/>
          </a:ln>
          <a:effectLst/>
        </p:spPr>
        <p:txBody>
          <a:bodyPr wrap="square" lIns="78345" tIns="39172" rIns="78345" bIns="39172">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216000" indent="-216000" algn="l" defTabSz="784225" rtl="0" eaLnBrk="0" latinLnBrk="0" hangingPunct="0">
              <a:lnSpc>
                <a:spcPct val="100000"/>
              </a:lnSpc>
              <a:buFont typeface="Arial" panose="020B0604020202020204" pitchFamily="34" charset="0"/>
              <a:buChar char="•"/>
              <a:defRPr/>
            </a:pPr>
            <a:r>
              <a:rPr lang="en-US" altLang="zh-CN" sz="1600" kern="1200" dirty="0" smtClean="0">
                <a:solidFill>
                  <a:srgbClr val="FFFFFF"/>
                </a:solidFill>
                <a:latin typeface="FrutigerNext LT Regular" pitchFamily="34" charset="0"/>
                <a:ea typeface="ＭＳ Ｐゴシック" pitchFamily="34" charset="-128"/>
                <a:cs typeface="+mn-cs"/>
              </a:rPr>
              <a:t>The ten standard colors below are allowed.</a:t>
            </a:r>
          </a:p>
          <a:p>
            <a:pPr marL="216000" indent="-216000" algn="l" defTabSz="784225" rtl="0" eaLnBrk="0" latinLnBrk="0" hangingPunct="0">
              <a:lnSpc>
                <a:spcPct val="100000"/>
              </a:lnSpc>
              <a:buFont typeface="Arial" panose="020B0604020202020204" pitchFamily="34" charset="0"/>
              <a:buChar char="•"/>
              <a:defRPr/>
            </a:pPr>
            <a:r>
              <a:rPr lang="en-US" altLang="zh-CN" sz="1600" kern="1200" dirty="0" smtClean="0">
                <a:solidFill>
                  <a:srgbClr val="FFFFFF"/>
                </a:solidFill>
                <a:latin typeface="FrutigerNext LT Regular" pitchFamily="34" charset="0"/>
                <a:ea typeface="ＭＳ Ｐゴシック" pitchFamily="34" charset="-128"/>
                <a:cs typeface="+mn-cs"/>
              </a:rPr>
              <a:t>The colors should be used to be consistent with the structure and understanding of the content along the whole presentation.</a:t>
            </a:r>
          </a:p>
          <a:p>
            <a:pPr marL="216000" indent="-216000" algn="l" defTabSz="784225" rtl="0" eaLnBrk="0" latinLnBrk="0" hangingPunct="0">
              <a:lnSpc>
                <a:spcPct val="100000"/>
              </a:lnSpc>
              <a:buFont typeface="Arial" panose="020B0604020202020204" pitchFamily="34" charset="0"/>
              <a:buChar char="•"/>
              <a:defRPr/>
            </a:pPr>
            <a:r>
              <a:rPr lang="en-US" altLang="zh-CN" sz="1600" kern="1200" dirty="0" smtClean="0">
                <a:solidFill>
                  <a:srgbClr val="FFFFFF"/>
                </a:solidFill>
                <a:latin typeface="FrutigerNext LT Regular" pitchFamily="34" charset="0"/>
                <a:ea typeface="ＭＳ Ｐゴシック" pitchFamily="34" charset="-128"/>
                <a:cs typeface="+mn-cs"/>
              </a:rPr>
              <a:t>Do not use more and different colors in single slide.</a:t>
            </a:r>
          </a:p>
          <a:p>
            <a:pPr marL="0" algn="l" defTabSz="784225" rtl="0" eaLnBrk="0" latinLnBrk="0" hangingPunct="0">
              <a:lnSpc>
                <a:spcPct val="100000"/>
              </a:lnSpc>
              <a:defRPr/>
            </a:pPr>
            <a:r>
              <a:rPr lang="en-US" altLang="zh-CN" sz="1600" kern="1200" dirty="0" smtClean="0">
                <a:solidFill>
                  <a:srgbClr val="FFFFFF"/>
                </a:solidFill>
                <a:latin typeface="FrutigerNext LT Regular" pitchFamily="34" charset="0"/>
                <a:ea typeface="ＭＳ Ｐゴシック" pitchFamily="34" charset="-128"/>
                <a:cs typeface="+mn-cs"/>
              </a:rPr>
              <a:t> </a:t>
            </a:r>
            <a:endParaRPr lang="en-US" altLang="zh-CN" sz="1600" kern="1200" dirty="0">
              <a:solidFill>
                <a:srgbClr val="FFFFFF"/>
              </a:solidFill>
              <a:latin typeface="FrutigerNext LT Regular" pitchFamily="34" charset="0"/>
              <a:ea typeface="ＭＳ Ｐゴシック" pitchFamily="34" charset="-128"/>
              <a:cs typeface="+mn-cs"/>
            </a:endParaRPr>
          </a:p>
        </p:txBody>
      </p:sp>
      <p:grpSp>
        <p:nvGrpSpPr>
          <p:cNvPr id="26" name="组合 25"/>
          <p:cNvGrpSpPr/>
          <p:nvPr userDrawn="1"/>
        </p:nvGrpSpPr>
        <p:grpSpPr>
          <a:xfrm>
            <a:off x="12666683" y="3285778"/>
            <a:ext cx="1149916" cy="2874780"/>
            <a:chOff x="7770786" y="8619830"/>
            <a:chExt cx="928124" cy="2320305"/>
          </a:xfrm>
        </p:grpSpPr>
        <p:sp>
          <p:nvSpPr>
            <p:cNvPr id="27" name="矩形 26"/>
            <p:cNvSpPr/>
            <p:nvPr userDrawn="1"/>
          </p:nvSpPr>
          <p:spPr>
            <a:xfrm>
              <a:off x="7770786" y="8619830"/>
              <a:ext cx="464062" cy="464061"/>
            </a:xfrm>
            <a:prstGeom prst="rect">
              <a:avLst/>
            </a:prstGeom>
            <a:solidFill>
              <a:srgbClr val="F66F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28" name="矩形 27"/>
            <p:cNvSpPr/>
            <p:nvPr userDrawn="1"/>
          </p:nvSpPr>
          <p:spPr>
            <a:xfrm>
              <a:off x="8234848" y="8619830"/>
              <a:ext cx="464062" cy="464061"/>
            </a:xfrm>
            <a:prstGeom prst="rect">
              <a:avLst/>
            </a:prstGeom>
            <a:solidFill>
              <a:srgbClr val="15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29" name="矩形 28"/>
            <p:cNvSpPr/>
            <p:nvPr userDrawn="1"/>
          </p:nvSpPr>
          <p:spPr>
            <a:xfrm>
              <a:off x="7770786" y="9083891"/>
              <a:ext cx="464062" cy="464061"/>
            </a:xfrm>
            <a:prstGeom prst="rect">
              <a:avLst/>
            </a:prstGeom>
            <a:solidFill>
              <a:srgbClr val="F7A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0" name="矩形 29"/>
            <p:cNvSpPr/>
            <p:nvPr userDrawn="1"/>
          </p:nvSpPr>
          <p:spPr>
            <a:xfrm>
              <a:off x="8234848" y="9083891"/>
              <a:ext cx="464062" cy="464061"/>
            </a:xfrm>
            <a:prstGeom prst="rect">
              <a:avLst/>
            </a:prstGeom>
            <a:solidFill>
              <a:srgbClr val="59C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1" name="矩形 30"/>
            <p:cNvSpPr/>
            <p:nvPr userDrawn="1"/>
          </p:nvSpPr>
          <p:spPr>
            <a:xfrm>
              <a:off x="7770786" y="9547952"/>
              <a:ext cx="464062" cy="464061"/>
            </a:xfrm>
            <a:prstGeom prst="rect">
              <a:avLst/>
            </a:prstGeom>
            <a:solidFill>
              <a:srgbClr val="FFDF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2" name="矩形 31"/>
            <p:cNvSpPr/>
            <p:nvPr userDrawn="1"/>
          </p:nvSpPr>
          <p:spPr>
            <a:xfrm>
              <a:off x="8234848" y="9547952"/>
              <a:ext cx="464062" cy="464061"/>
            </a:xfrm>
            <a:prstGeom prst="rect">
              <a:avLst/>
            </a:prstGeom>
            <a:solidFill>
              <a:srgbClr val="84D0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3" name="矩形 32"/>
            <p:cNvSpPr/>
            <p:nvPr userDrawn="1"/>
          </p:nvSpPr>
          <p:spPr>
            <a:xfrm>
              <a:off x="7770786" y="10012013"/>
              <a:ext cx="464062" cy="464061"/>
            </a:xfrm>
            <a:prstGeom prst="rect">
              <a:avLst/>
            </a:prstGeom>
            <a:solidFill>
              <a:srgbClr val="FF0000"/>
            </a:solidFill>
            <a:ln w="9525">
              <a:noFill/>
              <a:miter lim="800000"/>
              <a:headEnd/>
              <a:tailEnd/>
            </a:ln>
            <a:effectLst/>
          </p:spPr>
          <p:txBody>
            <a:bodyPr wrap="none" anchor="ct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lvl="0"/>
              <a:endParaRPr lang="zh-CN" altLang="en-US" dirty="0">
                <a:solidFill>
                  <a:schemeClr val="tx1"/>
                </a:solidFill>
              </a:endParaRPr>
            </a:p>
          </p:txBody>
        </p:sp>
        <p:sp>
          <p:nvSpPr>
            <p:cNvPr id="34" name="矩形 33"/>
            <p:cNvSpPr/>
            <p:nvPr userDrawn="1"/>
          </p:nvSpPr>
          <p:spPr>
            <a:xfrm>
              <a:off x="8234848" y="10012013"/>
              <a:ext cx="464062" cy="464061"/>
            </a:xfrm>
            <a:prstGeom prst="rect">
              <a:avLst/>
            </a:prstGeom>
            <a:solidFill>
              <a:schemeClr val="tx1"/>
            </a:solidFill>
            <a:ln w="9525">
              <a:noFill/>
              <a:miter lim="800000"/>
              <a:headEnd/>
              <a:tailEnd/>
            </a:ln>
            <a:effectLst/>
          </p:spPr>
          <p:txBody>
            <a:bodyPr wrap="none" anchor="ct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lvl="0"/>
              <a:endParaRPr lang="zh-CN" altLang="en-US">
                <a:solidFill>
                  <a:schemeClr val="tx1"/>
                </a:solidFill>
              </a:endParaRPr>
            </a:p>
          </p:txBody>
        </p:sp>
        <p:sp>
          <p:nvSpPr>
            <p:cNvPr id="35" name="矩形 34"/>
            <p:cNvSpPr/>
            <p:nvPr userDrawn="1"/>
          </p:nvSpPr>
          <p:spPr>
            <a:xfrm>
              <a:off x="7770786" y="10476074"/>
              <a:ext cx="464062" cy="464061"/>
            </a:xfrm>
            <a:prstGeom prst="rect">
              <a:avLst/>
            </a:prstGeom>
            <a:solidFill>
              <a:srgbClr val="CCCCCC"/>
            </a:solidFill>
            <a:ln w="9525">
              <a:noFill/>
              <a:miter lim="800000"/>
              <a:headEnd/>
              <a:tailEnd/>
            </a:ln>
            <a:effectLst/>
          </p:spPr>
          <p:txBody>
            <a:bodyPr wrap="none" anchor="ct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lvl="0"/>
              <a:endParaRPr lang="zh-CN" altLang="en-US">
                <a:solidFill>
                  <a:schemeClr val="tx1"/>
                </a:solidFill>
              </a:endParaRPr>
            </a:p>
          </p:txBody>
        </p:sp>
        <p:sp>
          <p:nvSpPr>
            <p:cNvPr id="36" name="矩形 35"/>
            <p:cNvSpPr/>
            <p:nvPr userDrawn="1"/>
          </p:nvSpPr>
          <p:spPr>
            <a:xfrm>
              <a:off x="8234848" y="10476074"/>
              <a:ext cx="464062" cy="46406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grpSp>
    </p:spTree>
    <p:extLst>
      <p:ext uri="{BB962C8B-B14F-4D97-AF65-F5344CB8AC3E}">
        <p14:creationId xmlns:p14="http://schemas.microsoft.com/office/powerpoint/2010/main" val="606078438"/>
      </p:ext>
    </p:extLst>
  </p:cSld>
  <p:clrMap bg1="lt1" tx1="dk1" bg2="lt2" tx2="dk2" accent1="accent1" accent2="accent2" accent3="accent3" accent4="accent4" accent5="accent5" accent6="accent6" hlink="hlink" folHlink="folHlink"/>
  <p:sldLayoutIdLst>
    <p:sldLayoutId id="2147483673" r:id="rId1"/>
  </p:sldLayoutIdLst>
  <p:transition advClick="0" advTm="8000">
    <p:fade thruBlk="1"/>
  </p:transition>
  <p:timing>
    <p:tnLst>
      <p:par>
        <p:cTn id="1" dur="indefinite" restart="never" nodeType="tmRoot"/>
      </p:par>
    </p:tnLst>
  </p:timing>
  <p:txStyles>
    <p:titleStyle>
      <a:lvl1pPr algn="l" rtl="0" eaLnBrk="1" fontAlgn="base" hangingPunct="1">
        <a:spcBef>
          <a:spcPct val="0"/>
        </a:spcBef>
        <a:spcAft>
          <a:spcPct val="0"/>
        </a:spcAft>
        <a:defRPr lang="zh-CN" altLang="en-US" sz="4000" b="0" dirty="0">
          <a:solidFill>
            <a:schemeClr val="tx1">
              <a:lumMod val="95000"/>
              <a:lumOff val="5000"/>
            </a:schemeClr>
          </a:solidFill>
          <a:latin typeface="+mj-lt"/>
          <a:ea typeface="Arial Unicode MS" panose="020B0604020202020204" pitchFamily="34" charset="-122"/>
          <a:cs typeface="Arial" panose="020B0604020202020204" pitchFamily="34" charset="0"/>
        </a:defRPr>
      </a:lvl1pPr>
      <a:lvl2pPr algn="l" rtl="0" eaLnBrk="1" fontAlgn="base" hangingPunct="1">
        <a:spcBef>
          <a:spcPct val="0"/>
        </a:spcBef>
        <a:spcAft>
          <a:spcPct val="0"/>
        </a:spcAft>
        <a:defRPr sz="3201" b="1">
          <a:solidFill>
            <a:schemeClr val="bg1"/>
          </a:solidFill>
          <a:latin typeface="黑体" pitchFamily="49" charset="-122"/>
          <a:ea typeface="黑体" pitchFamily="49" charset="-122"/>
          <a:cs typeface="宋体" charset="-122"/>
        </a:defRPr>
      </a:lvl2pPr>
      <a:lvl3pPr algn="l" rtl="0" eaLnBrk="1" fontAlgn="base" hangingPunct="1">
        <a:spcBef>
          <a:spcPct val="0"/>
        </a:spcBef>
        <a:spcAft>
          <a:spcPct val="0"/>
        </a:spcAft>
        <a:defRPr sz="3201" b="1">
          <a:solidFill>
            <a:schemeClr val="bg1"/>
          </a:solidFill>
          <a:latin typeface="黑体" pitchFamily="49" charset="-122"/>
          <a:ea typeface="黑体" pitchFamily="49" charset="-122"/>
          <a:cs typeface="宋体" charset="-122"/>
        </a:defRPr>
      </a:lvl3pPr>
      <a:lvl4pPr algn="l" rtl="0" eaLnBrk="1" fontAlgn="base" hangingPunct="1">
        <a:spcBef>
          <a:spcPct val="0"/>
        </a:spcBef>
        <a:spcAft>
          <a:spcPct val="0"/>
        </a:spcAft>
        <a:defRPr sz="3201" b="1">
          <a:solidFill>
            <a:schemeClr val="bg1"/>
          </a:solidFill>
          <a:latin typeface="黑体" pitchFamily="49" charset="-122"/>
          <a:ea typeface="黑体" pitchFamily="49" charset="-122"/>
          <a:cs typeface="宋体" charset="-122"/>
        </a:defRPr>
      </a:lvl4pPr>
      <a:lvl5pPr algn="l" rtl="0" eaLnBrk="1" fontAlgn="base" hangingPunct="1">
        <a:spcBef>
          <a:spcPct val="0"/>
        </a:spcBef>
        <a:spcAft>
          <a:spcPct val="0"/>
        </a:spcAft>
        <a:defRPr sz="3201" b="1">
          <a:solidFill>
            <a:schemeClr val="bg1"/>
          </a:solidFill>
          <a:latin typeface="黑体" pitchFamily="49" charset="-122"/>
          <a:ea typeface="黑体" pitchFamily="49" charset="-122"/>
          <a:cs typeface="宋体" charset="-122"/>
        </a:defRPr>
      </a:lvl5pPr>
      <a:lvl6pPr marL="457291" algn="l" rtl="0" eaLnBrk="1" fontAlgn="base" hangingPunct="1">
        <a:spcBef>
          <a:spcPct val="0"/>
        </a:spcBef>
        <a:spcAft>
          <a:spcPct val="0"/>
        </a:spcAft>
        <a:defRPr sz="3201" b="1">
          <a:solidFill>
            <a:srgbClr val="990000"/>
          </a:solidFill>
          <a:latin typeface="FrutigerNext LT Medium" pitchFamily="34" charset="0"/>
          <a:ea typeface="华文细黑" pitchFamily="2" charset="-122"/>
          <a:cs typeface="宋体" charset="-122"/>
        </a:defRPr>
      </a:lvl6pPr>
      <a:lvl7pPr marL="914583" algn="l" rtl="0" eaLnBrk="1" fontAlgn="base" hangingPunct="1">
        <a:spcBef>
          <a:spcPct val="0"/>
        </a:spcBef>
        <a:spcAft>
          <a:spcPct val="0"/>
        </a:spcAft>
        <a:defRPr sz="3201" b="1">
          <a:solidFill>
            <a:srgbClr val="990000"/>
          </a:solidFill>
          <a:latin typeface="FrutigerNext LT Medium" pitchFamily="34" charset="0"/>
          <a:ea typeface="华文细黑" pitchFamily="2" charset="-122"/>
          <a:cs typeface="宋体" charset="-122"/>
        </a:defRPr>
      </a:lvl7pPr>
      <a:lvl8pPr marL="1371874" algn="l" rtl="0" eaLnBrk="1" fontAlgn="base" hangingPunct="1">
        <a:spcBef>
          <a:spcPct val="0"/>
        </a:spcBef>
        <a:spcAft>
          <a:spcPct val="0"/>
        </a:spcAft>
        <a:defRPr sz="3201" b="1">
          <a:solidFill>
            <a:srgbClr val="990000"/>
          </a:solidFill>
          <a:latin typeface="FrutigerNext LT Medium" pitchFamily="34" charset="0"/>
          <a:ea typeface="华文细黑" pitchFamily="2" charset="-122"/>
          <a:cs typeface="宋体" charset="-122"/>
        </a:defRPr>
      </a:lvl8pPr>
      <a:lvl9pPr marL="1829166" algn="l" rtl="0" eaLnBrk="1" fontAlgn="base" hangingPunct="1">
        <a:spcBef>
          <a:spcPct val="0"/>
        </a:spcBef>
        <a:spcAft>
          <a:spcPct val="0"/>
        </a:spcAft>
        <a:defRPr sz="3201" b="1">
          <a:solidFill>
            <a:srgbClr val="990000"/>
          </a:solidFill>
          <a:latin typeface="FrutigerNext LT Medium" pitchFamily="34" charset="0"/>
          <a:ea typeface="华文细黑" pitchFamily="2" charset="-122"/>
          <a:cs typeface="宋体" charset="-122"/>
        </a:defRPr>
      </a:lvl9pPr>
    </p:titleStyle>
    <p:bodyStyle>
      <a:lvl1pPr marL="342969" marR="0" indent="-342969" algn="l" defTabSz="914400" rtl="0" eaLnBrk="1" fontAlgn="base" latinLnBrk="0" hangingPunct="1">
        <a:lnSpc>
          <a:spcPct val="100000"/>
        </a:lnSpc>
        <a:spcBef>
          <a:spcPct val="20000"/>
        </a:spcBef>
        <a:spcAft>
          <a:spcPct val="0"/>
        </a:spcAft>
        <a:buClr>
          <a:srgbClr val="990000"/>
        </a:buClr>
        <a:buSzTx/>
        <a:buFontTx/>
        <a:buNone/>
        <a:tabLst/>
        <a:defRPr sz="2400" b="0">
          <a:solidFill>
            <a:schemeClr val="tx1">
              <a:lumMod val="95000"/>
              <a:lumOff val="5000"/>
            </a:schemeClr>
          </a:solidFill>
          <a:latin typeface="+mj-lt"/>
          <a:ea typeface="+mj-ea"/>
          <a:cs typeface="Arial" panose="020B0604020202020204" pitchFamily="34" charset="0"/>
        </a:defRPr>
      </a:lvl1pPr>
      <a:lvl2pPr marL="743099" indent="-285807" algn="l" rtl="0" eaLnBrk="1" fontAlgn="base" hangingPunct="1">
        <a:spcBef>
          <a:spcPct val="20000"/>
        </a:spcBef>
        <a:spcAft>
          <a:spcPct val="0"/>
        </a:spcAft>
        <a:buFont typeface="Arial" pitchFamily="34" charset="0"/>
        <a:buChar char="›"/>
        <a:defRPr sz="2000">
          <a:solidFill>
            <a:schemeClr val="tx1"/>
          </a:solidFill>
          <a:latin typeface="+mn-lt"/>
          <a:ea typeface="+mn-ea"/>
          <a:cs typeface="+mn-cs"/>
        </a:defRPr>
      </a:lvl2pPr>
      <a:lvl3pPr marL="1143229" indent="-228646" algn="l" rtl="0" eaLnBrk="1" fontAlgn="base" hangingPunct="1">
        <a:spcBef>
          <a:spcPct val="20000"/>
        </a:spcBef>
        <a:spcAft>
          <a:spcPct val="0"/>
        </a:spcAft>
        <a:buFont typeface="FrutigerNext LT Medium" pitchFamily="34" charset="0"/>
        <a:buChar char="»"/>
        <a:defRPr>
          <a:solidFill>
            <a:schemeClr val="tx1"/>
          </a:solidFill>
          <a:latin typeface="+mn-lt"/>
          <a:ea typeface="+mn-ea"/>
          <a:cs typeface="+mn-cs"/>
        </a:defRPr>
      </a:lvl3pPr>
      <a:lvl4pPr marL="1600520" indent="-228646" algn="l" rtl="0" eaLnBrk="1" fontAlgn="base" hangingPunct="1">
        <a:spcBef>
          <a:spcPct val="20000"/>
        </a:spcBef>
        <a:spcAft>
          <a:spcPct val="0"/>
        </a:spcAft>
        <a:buChar char="–"/>
        <a:defRPr sz="1600">
          <a:solidFill>
            <a:schemeClr val="tx1"/>
          </a:solidFill>
          <a:latin typeface="+mn-lt"/>
          <a:ea typeface="+mn-ea"/>
          <a:cs typeface="+mn-cs"/>
        </a:defRPr>
      </a:lvl4pPr>
      <a:lvl5pPr marL="2057811" indent="-228646" algn="l" rtl="0" eaLnBrk="1" fontAlgn="base" hangingPunct="1">
        <a:spcBef>
          <a:spcPct val="20000"/>
        </a:spcBef>
        <a:spcAft>
          <a:spcPct val="0"/>
        </a:spcAft>
        <a:buFont typeface="Arial" pitchFamily="34" charset="0"/>
        <a:buChar char="~"/>
        <a:defRPr sz="1600">
          <a:solidFill>
            <a:schemeClr val="tx1"/>
          </a:solidFill>
          <a:latin typeface="+mn-lt"/>
          <a:ea typeface="+mn-ea"/>
          <a:cs typeface="+mn-cs"/>
        </a:defRPr>
      </a:lvl5pPr>
      <a:lvl6pPr marL="2515103" indent="-228646"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2394" indent="-228646"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686" indent="-228646"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977" indent="-228646"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583" rtl="0" eaLnBrk="1" latinLnBrk="0" hangingPunct="1">
        <a:defRPr sz="1800" kern="1200">
          <a:solidFill>
            <a:schemeClr val="tx1"/>
          </a:solidFill>
          <a:latin typeface="+mn-lt"/>
          <a:ea typeface="+mn-ea"/>
          <a:cs typeface="+mn-cs"/>
        </a:defRPr>
      </a:lvl1pPr>
      <a:lvl2pPr marL="457291" algn="l" defTabSz="914583" rtl="0" eaLnBrk="1" latinLnBrk="0" hangingPunct="1">
        <a:defRPr sz="1800" kern="1200">
          <a:solidFill>
            <a:schemeClr val="tx1"/>
          </a:solidFill>
          <a:latin typeface="+mn-lt"/>
          <a:ea typeface="+mn-ea"/>
          <a:cs typeface="+mn-cs"/>
        </a:defRPr>
      </a:lvl2pPr>
      <a:lvl3pPr marL="914583" algn="l" defTabSz="914583" rtl="0" eaLnBrk="1" latinLnBrk="0" hangingPunct="1">
        <a:defRPr sz="1800" kern="1200">
          <a:solidFill>
            <a:schemeClr val="tx1"/>
          </a:solidFill>
          <a:latin typeface="+mn-lt"/>
          <a:ea typeface="+mn-ea"/>
          <a:cs typeface="+mn-cs"/>
        </a:defRPr>
      </a:lvl3pPr>
      <a:lvl4pPr marL="1371874" algn="l" defTabSz="914583" rtl="0" eaLnBrk="1" latinLnBrk="0" hangingPunct="1">
        <a:defRPr sz="1800" kern="1200">
          <a:solidFill>
            <a:schemeClr val="tx1"/>
          </a:solidFill>
          <a:latin typeface="+mn-lt"/>
          <a:ea typeface="+mn-ea"/>
          <a:cs typeface="+mn-cs"/>
        </a:defRPr>
      </a:lvl4pPr>
      <a:lvl5pPr marL="1829166" algn="l" defTabSz="914583" rtl="0" eaLnBrk="1" latinLnBrk="0" hangingPunct="1">
        <a:defRPr sz="1800" kern="1200">
          <a:solidFill>
            <a:schemeClr val="tx1"/>
          </a:solidFill>
          <a:latin typeface="+mn-lt"/>
          <a:ea typeface="+mn-ea"/>
          <a:cs typeface="+mn-cs"/>
        </a:defRPr>
      </a:lvl5pPr>
      <a:lvl6pPr marL="2286457" algn="l" defTabSz="914583" rtl="0" eaLnBrk="1" latinLnBrk="0" hangingPunct="1">
        <a:defRPr sz="1800" kern="1200">
          <a:solidFill>
            <a:schemeClr val="tx1"/>
          </a:solidFill>
          <a:latin typeface="+mn-lt"/>
          <a:ea typeface="+mn-ea"/>
          <a:cs typeface="+mn-cs"/>
        </a:defRPr>
      </a:lvl6pPr>
      <a:lvl7pPr marL="2743749" algn="l" defTabSz="914583" rtl="0" eaLnBrk="1" latinLnBrk="0" hangingPunct="1">
        <a:defRPr sz="1800" kern="1200">
          <a:solidFill>
            <a:schemeClr val="tx1"/>
          </a:solidFill>
          <a:latin typeface="+mn-lt"/>
          <a:ea typeface="+mn-ea"/>
          <a:cs typeface="+mn-cs"/>
        </a:defRPr>
      </a:lvl7pPr>
      <a:lvl8pPr marL="3201040" algn="l" defTabSz="914583" rtl="0" eaLnBrk="1" latinLnBrk="0" hangingPunct="1">
        <a:defRPr sz="1800" kern="1200">
          <a:solidFill>
            <a:schemeClr val="tx1"/>
          </a:solidFill>
          <a:latin typeface="+mn-lt"/>
          <a:ea typeface="+mn-ea"/>
          <a:cs typeface="+mn-cs"/>
        </a:defRPr>
      </a:lvl8pPr>
      <a:lvl9pPr marL="3658332" algn="l" defTabSz="91458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sp>
        <p:nvSpPr>
          <p:cNvPr id="2" name="标题占位符 1"/>
          <p:cNvSpPr>
            <a:spLocks noGrp="1"/>
          </p:cNvSpPr>
          <p:nvPr>
            <p:ph type="title"/>
          </p:nvPr>
        </p:nvSpPr>
        <p:spPr>
          <a:xfrm>
            <a:off x="609759" y="275231"/>
            <a:ext cx="10975658" cy="1143264"/>
          </a:xfrm>
          <a:prstGeom prst="rect">
            <a:avLst/>
          </a:prstGeom>
        </p:spPr>
        <p:txBody>
          <a:bodyPr vert="horz" lIns="121944" tIns="60972" rIns="121944" bIns="60972"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759" y="1600572"/>
            <a:ext cx="10975658" cy="4526481"/>
          </a:xfrm>
          <a:prstGeom prst="rect">
            <a:avLst/>
          </a:prstGeom>
        </p:spPr>
        <p:txBody>
          <a:bodyPr vert="horz" lIns="121944" tIns="60972" rIns="121944" bIns="60972"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2"/>
          </p:nvPr>
        </p:nvSpPr>
        <p:spPr>
          <a:xfrm>
            <a:off x="609759" y="6357824"/>
            <a:ext cx="2845541" cy="366267"/>
          </a:xfrm>
          <a:prstGeom prst="rect">
            <a:avLst/>
          </a:prstGeom>
        </p:spPr>
        <p:txBody>
          <a:bodyPr vert="horz" lIns="121944" tIns="60972" rIns="121944" bIns="60972" rtlCol="0" anchor="ctr"/>
          <a:lstStyle>
            <a:lvl1pPr algn="l">
              <a:defRPr sz="1600">
                <a:solidFill>
                  <a:schemeClr val="tx1"/>
                </a:solidFill>
              </a:defRPr>
            </a:lvl1pPr>
          </a:lstStyle>
          <a:p>
            <a:fld id="{1A5B2B23-E5F0-44D7-A9FF-4B8E82156B39}" type="datetimeFigureOut">
              <a:rPr lang="zh-CN" altLang="en-US" smtClean="0"/>
              <a:pPr/>
              <a:t>2018/8/20</a:t>
            </a:fld>
            <a:endParaRPr lang="zh-CN" altLang="en-US"/>
          </a:p>
        </p:txBody>
      </p:sp>
      <p:sp>
        <p:nvSpPr>
          <p:cNvPr id="5" name="页脚占位符 4"/>
          <p:cNvSpPr>
            <a:spLocks noGrp="1"/>
          </p:cNvSpPr>
          <p:nvPr>
            <p:ph type="ftr" sz="quarter" idx="3"/>
          </p:nvPr>
        </p:nvSpPr>
        <p:spPr>
          <a:xfrm>
            <a:off x="4166685" y="6357824"/>
            <a:ext cx="3861805" cy="366267"/>
          </a:xfrm>
          <a:prstGeom prst="rect">
            <a:avLst/>
          </a:prstGeom>
        </p:spPr>
        <p:txBody>
          <a:bodyPr vert="horz" lIns="121944" tIns="60972" rIns="121944" bIns="60972" rtlCol="0" anchor="ctr"/>
          <a:lstStyle>
            <a:lvl1pPr algn="ctr">
              <a:defRPr sz="1600">
                <a:solidFill>
                  <a:schemeClr val="tx1"/>
                </a:solidFill>
              </a:defRPr>
            </a:lvl1pPr>
          </a:lstStyle>
          <a:p>
            <a:endParaRPr lang="zh-CN" altLang="en-US"/>
          </a:p>
        </p:txBody>
      </p:sp>
      <p:sp>
        <p:nvSpPr>
          <p:cNvPr id="6" name="灯片编号占位符 5"/>
          <p:cNvSpPr>
            <a:spLocks noGrp="1"/>
          </p:cNvSpPr>
          <p:nvPr>
            <p:ph type="sldNum" sz="quarter" idx="4"/>
          </p:nvPr>
        </p:nvSpPr>
        <p:spPr>
          <a:xfrm>
            <a:off x="8739876" y="6357824"/>
            <a:ext cx="2845541" cy="366267"/>
          </a:xfrm>
          <a:prstGeom prst="rect">
            <a:avLst/>
          </a:prstGeom>
        </p:spPr>
        <p:txBody>
          <a:bodyPr vert="horz" lIns="121944" tIns="60972" rIns="121944" bIns="60972" rtlCol="0" anchor="ctr"/>
          <a:lstStyle>
            <a:lvl1pPr algn="r">
              <a:defRPr sz="1600">
                <a:solidFill>
                  <a:schemeClr val="tx1"/>
                </a:solidFill>
              </a:defRPr>
            </a:lvl1pPr>
          </a:lstStyle>
          <a:p>
            <a:fld id="{B2563A90-55EF-4D2C-B954-EDF55F24A661}" type="slidenum">
              <a:rPr lang="zh-CN" altLang="en-US" smtClean="0"/>
              <a:pPr/>
              <a:t>‹#›</a:t>
            </a:fld>
            <a:endParaRPr lang="zh-CN" altLang="en-US"/>
          </a:p>
        </p:txBody>
      </p:sp>
      <p:sp>
        <p:nvSpPr>
          <p:cNvPr id="8" name="Rectangle 86"/>
          <p:cNvSpPr>
            <a:spLocks noChangeArrowheads="1"/>
          </p:cNvSpPr>
          <p:nvPr userDrawn="1"/>
        </p:nvSpPr>
        <p:spPr bwMode="auto">
          <a:xfrm>
            <a:off x="11842256" y="6350438"/>
            <a:ext cx="328279" cy="426162"/>
          </a:xfrm>
          <a:prstGeom prst="rect">
            <a:avLst/>
          </a:prstGeom>
          <a:noFill/>
          <a:ln w="9525">
            <a:noFill/>
            <a:miter lim="800000"/>
            <a:headEnd/>
            <a:tailEnd/>
          </a:ln>
          <a:effectLst/>
        </p:spPr>
        <p:txBody>
          <a:bodyPr lIns="0" tIns="0" rIns="0" bIns="0"/>
          <a:lstStyle/>
          <a:p>
            <a:pPr defTabSz="988112" eaLnBrk="0" hangingPunct="0">
              <a:lnSpc>
                <a:spcPct val="85000"/>
              </a:lnSpc>
              <a:buClrTx/>
              <a:buFontTx/>
              <a:buNone/>
            </a:pPr>
            <a:endParaRPr lang="de-DE" sz="1300" b="0" dirty="0">
              <a:solidFill>
                <a:schemeClr val="tx1"/>
              </a:solidFill>
              <a:latin typeface="FrutigerNext LT Light" pitchFamily="34" charset="0"/>
              <a:ea typeface="MS PGothic" pitchFamily="34" charset="-128"/>
            </a:endParaRPr>
          </a:p>
          <a:p>
            <a:pPr defTabSz="988112" eaLnBrk="0" hangingPunct="0">
              <a:lnSpc>
                <a:spcPct val="85000"/>
              </a:lnSpc>
              <a:buClrTx/>
              <a:buFontTx/>
              <a:buNone/>
            </a:pPr>
            <a:fld id="{E68EC476-442B-4BB7-9603-F1440C241F3D}" type="slidenum">
              <a:rPr lang="de-DE" sz="900" b="0" smtClean="0">
                <a:solidFill>
                  <a:schemeClr val="bg1">
                    <a:lumMod val="50000"/>
                  </a:schemeClr>
                </a:solidFill>
                <a:latin typeface="Arial" panose="020B0604020202020204" pitchFamily="34" charset="0"/>
                <a:ea typeface="MS PGothic" pitchFamily="34" charset="-128"/>
                <a:cs typeface="Arial" panose="020B0604020202020204" pitchFamily="34" charset="0"/>
              </a:rPr>
              <a:pPr defTabSz="988112" eaLnBrk="0" hangingPunct="0">
                <a:lnSpc>
                  <a:spcPct val="85000"/>
                </a:lnSpc>
                <a:buClrTx/>
                <a:buFontTx/>
                <a:buNone/>
              </a:pPr>
              <a:t>‹#›</a:t>
            </a:fld>
            <a:endParaRPr lang="en-GB" sz="900" b="0" dirty="0">
              <a:solidFill>
                <a:schemeClr val="bg1">
                  <a:lumMod val="50000"/>
                </a:schemeClr>
              </a:solidFill>
              <a:latin typeface="Arial" panose="020B0604020202020204" pitchFamily="34" charset="0"/>
              <a:ea typeface="MS PGothic" pitchFamily="34" charset="-128"/>
              <a:cs typeface="Arial" panose="020B0604020202020204" pitchFamily="34" charset="0"/>
            </a:endParaRPr>
          </a:p>
        </p:txBody>
      </p:sp>
      <p:sp>
        <p:nvSpPr>
          <p:cNvPr id="11" name="Text Box 81"/>
          <p:cNvSpPr txBox="1">
            <a:spLocks noChangeArrowheads="1"/>
          </p:cNvSpPr>
          <p:nvPr userDrawn="1"/>
        </p:nvSpPr>
        <p:spPr bwMode="auto">
          <a:xfrm>
            <a:off x="-2903413" y="397"/>
            <a:ext cx="2579439" cy="1591254"/>
          </a:xfrm>
          <a:prstGeom prst="rect">
            <a:avLst/>
          </a:prstGeom>
          <a:noFill/>
          <a:ln w="9525" algn="ctr">
            <a:noFill/>
            <a:miter lim="800000"/>
            <a:headEnd/>
            <a:tailEnd/>
          </a:ln>
          <a:effectLst/>
        </p:spPr>
        <p:txBody>
          <a:bodyPr wrap="square" lIns="78345" tIns="39172" rIns="78345" bIns="39172">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algn="r" defTabSz="784225" eaLnBrk="0" hangingPunct="0">
              <a:lnSpc>
                <a:spcPct val="125000"/>
              </a:lnSpc>
              <a:defRPr/>
            </a:pPr>
            <a:r>
              <a:rPr lang="en-US" sz="1600" noProof="1">
                <a:solidFill>
                  <a:srgbClr val="FFFFFF"/>
                </a:solidFill>
                <a:latin typeface="FrutigerNext LT Regular" pitchFamily="34" charset="0"/>
                <a:ea typeface="ＭＳ Ｐゴシック" pitchFamily="34" charset="-128"/>
              </a:rPr>
              <a:t>Slide </a:t>
            </a:r>
            <a:r>
              <a:rPr lang="en-US" sz="1600" noProof="1" smtClean="0">
                <a:solidFill>
                  <a:srgbClr val="FFFFFF"/>
                </a:solidFill>
                <a:latin typeface="FrutigerNext LT Regular" pitchFamily="34" charset="0"/>
                <a:ea typeface="ＭＳ Ｐゴシック" pitchFamily="34" charset="-128"/>
              </a:rPr>
              <a:t>title</a:t>
            </a:r>
            <a:r>
              <a:rPr lang="en-US" altLang="zh-CN" sz="1600" dirty="0" smtClean="0">
                <a:solidFill>
                  <a:srgbClr val="FFFFFF"/>
                </a:solidFill>
                <a:latin typeface="FrutigerNext LT Regular" pitchFamily="34" charset="0"/>
                <a:ea typeface="华文细黑" pitchFamily="2" charset="-122"/>
              </a:rPr>
              <a:t>: 36-40pt </a:t>
            </a:r>
            <a:endParaRPr lang="en-US" altLang="zh-CN" sz="1600" dirty="0">
              <a:solidFill>
                <a:srgbClr val="FFFFFF"/>
              </a:solidFill>
              <a:latin typeface="FrutigerNext LT Regular" pitchFamily="34" charset="0"/>
              <a:ea typeface="华文细黑" pitchFamily="2" charset="-122"/>
            </a:endParaRPr>
          </a:p>
          <a:p>
            <a:pPr algn="r" defTabSz="784225" eaLnBrk="0" hangingPunct="0">
              <a:lnSpc>
                <a:spcPct val="125000"/>
              </a:lnSpc>
              <a:defRPr/>
            </a:pPr>
            <a:r>
              <a:rPr lang="en-US" sz="1600" noProof="1">
                <a:solidFill>
                  <a:srgbClr val="FFFFFF"/>
                </a:solidFill>
                <a:latin typeface="FrutigerNext LT Regular" pitchFamily="34" charset="0"/>
                <a:ea typeface="ＭＳ Ｐゴシック" pitchFamily="34" charset="-128"/>
              </a:rPr>
              <a:t>Slide </a:t>
            </a:r>
            <a:r>
              <a:rPr lang="en-US" sz="1600" noProof="1" smtClean="0">
                <a:solidFill>
                  <a:srgbClr val="FFFFFF"/>
                </a:solidFill>
                <a:latin typeface="FrutigerNext LT Regular" pitchFamily="34" charset="0"/>
                <a:ea typeface="ＭＳ Ｐゴシック" pitchFamily="34" charset="-128"/>
              </a:rPr>
              <a:t>subtitle</a:t>
            </a:r>
            <a:r>
              <a:rPr lang="en-US" altLang="zh-CN" sz="1600" dirty="0" smtClean="0">
                <a:solidFill>
                  <a:srgbClr val="FFFFFF"/>
                </a:solidFill>
                <a:latin typeface="FrutigerNext LT Regular" pitchFamily="34" charset="0"/>
                <a:ea typeface="华文细黑" pitchFamily="2" charset="-122"/>
              </a:rPr>
              <a:t>: 24pt</a:t>
            </a:r>
            <a:endParaRPr lang="en-US" altLang="zh-CN" sz="1600" dirty="0">
              <a:solidFill>
                <a:srgbClr val="FFFFFF"/>
              </a:solidFill>
              <a:latin typeface="FrutigerNext LT Regular" pitchFamily="34" charset="0"/>
              <a:ea typeface="华文细黑" pitchFamily="2" charset="-122"/>
            </a:endParaRPr>
          </a:p>
          <a:p>
            <a:pPr algn="r" defTabSz="784225" eaLnBrk="0" hangingPunct="0">
              <a:lnSpc>
                <a:spcPct val="125000"/>
              </a:lnSpc>
              <a:defRPr/>
            </a:pPr>
            <a:r>
              <a:rPr lang="en-US" altLang="zh-CN" sz="1600" kern="1200" dirty="0" smtClean="0">
                <a:solidFill>
                  <a:srgbClr val="FFFFFF"/>
                </a:solidFill>
                <a:latin typeface="FrutigerNext LT Regular" pitchFamily="34" charset="0"/>
                <a:ea typeface="ＭＳ Ｐゴシック" pitchFamily="34" charset="-128"/>
                <a:cs typeface="+mn-cs"/>
              </a:rPr>
              <a:t>Copy text: 20-32pt</a:t>
            </a:r>
          </a:p>
          <a:p>
            <a:pPr marL="0" marR="0" indent="0" algn="r" defTabSz="784225" rtl="0" eaLnBrk="0" fontAlgn="auto" latinLnBrk="0" hangingPunct="0">
              <a:lnSpc>
                <a:spcPct val="125000"/>
              </a:lnSpc>
              <a:spcBef>
                <a:spcPts val="0"/>
              </a:spcBef>
              <a:spcAft>
                <a:spcPts val="0"/>
              </a:spcAft>
              <a:buClrTx/>
              <a:buSzTx/>
              <a:buFontTx/>
              <a:buNone/>
              <a:tabLst/>
              <a:defRPr/>
            </a:pPr>
            <a:r>
              <a:rPr lang="en-US" altLang="zh-CN" sz="1600" dirty="0" smtClean="0">
                <a:solidFill>
                  <a:srgbClr val="FFFFFF"/>
                </a:solidFill>
                <a:latin typeface="FrutigerNext LT Regular" pitchFamily="34" charset="0"/>
                <a:ea typeface="华文细黑" pitchFamily="2" charset="-122"/>
              </a:rPr>
              <a:t>Color: black</a:t>
            </a:r>
          </a:p>
          <a:p>
            <a:pPr algn="r" defTabSz="784225" eaLnBrk="0" hangingPunct="0">
              <a:lnSpc>
                <a:spcPct val="125000"/>
              </a:lnSpc>
              <a:defRPr/>
            </a:pPr>
            <a:r>
              <a:rPr lang="zh-CN" altLang="en-US" sz="1600" dirty="0" smtClean="0">
                <a:solidFill>
                  <a:srgbClr val="FFFFFF"/>
                </a:solidFill>
                <a:latin typeface="FrutigerNext LT Regular" pitchFamily="34" charset="0"/>
                <a:ea typeface="ＭＳ Ｐゴシック" pitchFamily="34" charset="-128"/>
              </a:rPr>
              <a:t> </a:t>
            </a:r>
            <a:r>
              <a:rPr lang="en-US" altLang="zh-CN" sz="1600" dirty="0" smtClean="0">
                <a:solidFill>
                  <a:srgbClr val="FFFFFF"/>
                </a:solidFill>
                <a:latin typeface="FrutigerNext LT Regular" pitchFamily="34" charset="0"/>
                <a:ea typeface="ＭＳ Ｐゴシック" pitchFamily="34" charset="-128"/>
              </a:rPr>
              <a:t>Corporate Font</a:t>
            </a:r>
            <a:r>
              <a:rPr lang="en-US" altLang="zh-CN" sz="1600" dirty="0" smtClean="0">
                <a:solidFill>
                  <a:srgbClr val="FFFFFF"/>
                </a:solidFill>
                <a:latin typeface="FrutigerNext LT Regular" pitchFamily="34" charset="0"/>
                <a:ea typeface="华文细黑" pitchFamily="2" charset="-122"/>
              </a:rPr>
              <a:t>:</a:t>
            </a:r>
            <a:r>
              <a:rPr lang="en-US" altLang="zh-CN" sz="1600" baseline="0" dirty="0" smtClean="0">
                <a:solidFill>
                  <a:srgbClr val="FFFFFF"/>
                </a:solidFill>
                <a:latin typeface="FrutigerNext LT Regular" pitchFamily="34" charset="0"/>
                <a:ea typeface="华文细黑" pitchFamily="2" charset="-122"/>
              </a:rPr>
              <a:t> </a:t>
            </a:r>
            <a:r>
              <a:rPr lang="en-US" altLang="zh-CN" sz="1600" kern="1200" dirty="0" smtClean="0">
                <a:solidFill>
                  <a:srgbClr val="FFFFFF"/>
                </a:solidFill>
                <a:latin typeface="FrutigerNext LT Regular" pitchFamily="34" charset="0"/>
                <a:ea typeface="ＭＳ Ｐゴシック" pitchFamily="34" charset="-128"/>
                <a:cs typeface="+mn-cs"/>
              </a:rPr>
              <a:t>Arial</a:t>
            </a:r>
            <a:endParaRPr lang="en-US" altLang="zh-CN" sz="1600" kern="1200" dirty="0">
              <a:solidFill>
                <a:srgbClr val="FFFFFF"/>
              </a:solidFill>
              <a:latin typeface="FrutigerNext LT Regular" pitchFamily="34" charset="0"/>
              <a:ea typeface="ＭＳ Ｐゴシック" pitchFamily="34" charset="-128"/>
              <a:cs typeface="+mn-cs"/>
            </a:endParaRPr>
          </a:p>
        </p:txBody>
      </p:sp>
      <p:sp>
        <p:nvSpPr>
          <p:cNvPr id="12" name="Text Box 81"/>
          <p:cNvSpPr txBox="1">
            <a:spLocks noChangeArrowheads="1"/>
          </p:cNvSpPr>
          <p:nvPr userDrawn="1"/>
        </p:nvSpPr>
        <p:spPr bwMode="auto">
          <a:xfrm>
            <a:off x="12475405" y="397"/>
            <a:ext cx="3240360" cy="694662"/>
          </a:xfrm>
          <a:prstGeom prst="rect">
            <a:avLst/>
          </a:prstGeom>
          <a:noFill/>
          <a:ln w="9525" algn="ctr">
            <a:noFill/>
            <a:miter lim="800000"/>
            <a:headEnd/>
            <a:tailEnd/>
          </a:ln>
          <a:effectLst/>
        </p:spPr>
        <p:txBody>
          <a:bodyPr wrap="square" lIns="78345" tIns="39172" rIns="78345" bIns="39172">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algn="l" defTabSz="784225" rtl="0" eaLnBrk="0" latinLnBrk="0" hangingPunct="0">
              <a:lnSpc>
                <a:spcPct val="125000"/>
              </a:lnSpc>
              <a:defRPr/>
            </a:pPr>
            <a:r>
              <a:rPr lang="en-US" altLang="zh-CN" sz="1600" kern="1200" dirty="0" smtClean="0">
                <a:solidFill>
                  <a:srgbClr val="FFFFFF"/>
                </a:solidFill>
                <a:latin typeface="FrutigerNext LT Regular" pitchFamily="34" charset="0"/>
                <a:ea typeface="ＭＳ Ｐゴシック" pitchFamily="34" charset="-128"/>
                <a:cs typeface="+mn-cs"/>
              </a:rPr>
              <a:t>Top right corner for field-mark, customer or partner logotypes.</a:t>
            </a:r>
            <a:endParaRPr lang="en-US" altLang="zh-CN" sz="1600" kern="1200" dirty="0">
              <a:solidFill>
                <a:srgbClr val="FFFFFF"/>
              </a:solidFill>
              <a:latin typeface="FrutigerNext LT Regular" pitchFamily="34" charset="0"/>
              <a:ea typeface="ＭＳ Ｐゴシック" pitchFamily="34" charset="-128"/>
              <a:cs typeface="+mn-cs"/>
            </a:endParaRPr>
          </a:p>
        </p:txBody>
      </p:sp>
      <p:sp>
        <p:nvSpPr>
          <p:cNvPr id="28" name="Text Box 81"/>
          <p:cNvSpPr txBox="1">
            <a:spLocks noChangeArrowheads="1"/>
          </p:cNvSpPr>
          <p:nvPr userDrawn="1"/>
        </p:nvSpPr>
        <p:spPr bwMode="auto">
          <a:xfrm>
            <a:off x="12519163" y="909514"/>
            <a:ext cx="3675904" cy="2295100"/>
          </a:xfrm>
          <a:prstGeom prst="rect">
            <a:avLst/>
          </a:prstGeom>
          <a:noFill/>
          <a:ln w="9525" algn="ctr">
            <a:noFill/>
            <a:miter lim="800000"/>
            <a:headEnd/>
            <a:tailEnd/>
          </a:ln>
          <a:effectLst/>
        </p:spPr>
        <p:txBody>
          <a:bodyPr wrap="square" lIns="78345" tIns="39172" rIns="78345" bIns="39172">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216000" indent="-216000" algn="l" defTabSz="784225" rtl="0" eaLnBrk="0" latinLnBrk="0" hangingPunct="0">
              <a:lnSpc>
                <a:spcPct val="100000"/>
              </a:lnSpc>
              <a:buFont typeface="Arial" panose="020B0604020202020204" pitchFamily="34" charset="0"/>
              <a:buChar char="•"/>
              <a:defRPr/>
            </a:pPr>
            <a:r>
              <a:rPr lang="en-US" altLang="zh-CN" sz="1600" kern="1200" dirty="0" smtClean="0">
                <a:solidFill>
                  <a:srgbClr val="FFFFFF"/>
                </a:solidFill>
                <a:latin typeface="FrutigerNext LT Regular" pitchFamily="34" charset="0"/>
                <a:ea typeface="ＭＳ Ｐゴシック" pitchFamily="34" charset="-128"/>
                <a:cs typeface="+mn-cs"/>
              </a:rPr>
              <a:t>The ten standard colors below are allowed.</a:t>
            </a:r>
          </a:p>
          <a:p>
            <a:pPr marL="216000" indent="-216000" algn="l" defTabSz="784225" rtl="0" eaLnBrk="0" latinLnBrk="0" hangingPunct="0">
              <a:lnSpc>
                <a:spcPct val="100000"/>
              </a:lnSpc>
              <a:buFont typeface="Arial" panose="020B0604020202020204" pitchFamily="34" charset="0"/>
              <a:buChar char="•"/>
              <a:defRPr/>
            </a:pPr>
            <a:r>
              <a:rPr lang="en-US" altLang="zh-CN" sz="1600" kern="1200" dirty="0" smtClean="0">
                <a:solidFill>
                  <a:srgbClr val="FFFFFF"/>
                </a:solidFill>
                <a:latin typeface="FrutigerNext LT Regular" pitchFamily="34" charset="0"/>
                <a:ea typeface="ＭＳ Ｐゴシック" pitchFamily="34" charset="-128"/>
                <a:cs typeface="+mn-cs"/>
              </a:rPr>
              <a:t>The colors should be used to be consistent with the structure and understanding of the content along the whole presentation.</a:t>
            </a:r>
          </a:p>
          <a:p>
            <a:pPr marL="216000" indent="-216000" algn="l" defTabSz="784225" rtl="0" eaLnBrk="0" latinLnBrk="0" hangingPunct="0">
              <a:lnSpc>
                <a:spcPct val="100000"/>
              </a:lnSpc>
              <a:buFont typeface="Arial" panose="020B0604020202020204" pitchFamily="34" charset="0"/>
              <a:buChar char="•"/>
              <a:defRPr/>
            </a:pPr>
            <a:r>
              <a:rPr lang="en-US" altLang="zh-CN" sz="1600" kern="1200" dirty="0" smtClean="0">
                <a:solidFill>
                  <a:srgbClr val="FFFFFF"/>
                </a:solidFill>
                <a:latin typeface="FrutigerNext LT Regular" pitchFamily="34" charset="0"/>
                <a:ea typeface="ＭＳ Ｐゴシック" pitchFamily="34" charset="-128"/>
                <a:cs typeface="+mn-cs"/>
              </a:rPr>
              <a:t>Do not use more and different colors in single slide.</a:t>
            </a:r>
          </a:p>
          <a:p>
            <a:pPr marL="0" algn="l" defTabSz="784225" rtl="0" eaLnBrk="0" latinLnBrk="0" hangingPunct="0">
              <a:lnSpc>
                <a:spcPct val="100000"/>
              </a:lnSpc>
              <a:defRPr/>
            </a:pPr>
            <a:r>
              <a:rPr lang="en-US" altLang="zh-CN" sz="1600" kern="1200" dirty="0" smtClean="0">
                <a:solidFill>
                  <a:srgbClr val="FFFFFF"/>
                </a:solidFill>
                <a:latin typeface="FrutigerNext LT Regular" pitchFamily="34" charset="0"/>
                <a:ea typeface="ＭＳ Ｐゴシック" pitchFamily="34" charset="-128"/>
                <a:cs typeface="+mn-cs"/>
              </a:rPr>
              <a:t> </a:t>
            </a:r>
            <a:endParaRPr lang="en-US" altLang="zh-CN" sz="1600" kern="1200" dirty="0">
              <a:solidFill>
                <a:srgbClr val="FFFFFF"/>
              </a:solidFill>
              <a:latin typeface="FrutigerNext LT Regular" pitchFamily="34" charset="0"/>
              <a:ea typeface="ＭＳ Ｐゴシック" pitchFamily="34" charset="-128"/>
              <a:cs typeface="+mn-cs"/>
            </a:endParaRPr>
          </a:p>
        </p:txBody>
      </p:sp>
      <p:grpSp>
        <p:nvGrpSpPr>
          <p:cNvPr id="29" name="组合 28"/>
          <p:cNvGrpSpPr/>
          <p:nvPr userDrawn="1"/>
        </p:nvGrpSpPr>
        <p:grpSpPr>
          <a:xfrm>
            <a:off x="12666683" y="3285778"/>
            <a:ext cx="1149916" cy="2874780"/>
            <a:chOff x="7770786" y="8619830"/>
            <a:chExt cx="928124" cy="2320305"/>
          </a:xfrm>
        </p:grpSpPr>
        <p:sp>
          <p:nvSpPr>
            <p:cNvPr id="30" name="矩形 29"/>
            <p:cNvSpPr/>
            <p:nvPr userDrawn="1"/>
          </p:nvSpPr>
          <p:spPr>
            <a:xfrm>
              <a:off x="7770786" y="8619830"/>
              <a:ext cx="464062" cy="464061"/>
            </a:xfrm>
            <a:prstGeom prst="rect">
              <a:avLst/>
            </a:prstGeom>
            <a:solidFill>
              <a:srgbClr val="F66F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1" name="矩形 30"/>
            <p:cNvSpPr/>
            <p:nvPr userDrawn="1"/>
          </p:nvSpPr>
          <p:spPr>
            <a:xfrm>
              <a:off x="8234848" y="8619830"/>
              <a:ext cx="464062" cy="464061"/>
            </a:xfrm>
            <a:prstGeom prst="rect">
              <a:avLst/>
            </a:prstGeom>
            <a:solidFill>
              <a:srgbClr val="15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2" name="矩形 31"/>
            <p:cNvSpPr/>
            <p:nvPr userDrawn="1"/>
          </p:nvSpPr>
          <p:spPr>
            <a:xfrm>
              <a:off x="7770786" y="9083891"/>
              <a:ext cx="464062" cy="464061"/>
            </a:xfrm>
            <a:prstGeom prst="rect">
              <a:avLst/>
            </a:prstGeom>
            <a:solidFill>
              <a:srgbClr val="F7A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3" name="矩形 32"/>
            <p:cNvSpPr/>
            <p:nvPr userDrawn="1"/>
          </p:nvSpPr>
          <p:spPr>
            <a:xfrm>
              <a:off x="8234848" y="9083891"/>
              <a:ext cx="464062" cy="464061"/>
            </a:xfrm>
            <a:prstGeom prst="rect">
              <a:avLst/>
            </a:prstGeom>
            <a:solidFill>
              <a:srgbClr val="59C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4" name="矩形 33"/>
            <p:cNvSpPr/>
            <p:nvPr userDrawn="1"/>
          </p:nvSpPr>
          <p:spPr>
            <a:xfrm>
              <a:off x="7770786" y="9547952"/>
              <a:ext cx="464062" cy="464061"/>
            </a:xfrm>
            <a:prstGeom prst="rect">
              <a:avLst/>
            </a:prstGeom>
            <a:solidFill>
              <a:srgbClr val="FFDF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5" name="矩形 34"/>
            <p:cNvSpPr/>
            <p:nvPr userDrawn="1"/>
          </p:nvSpPr>
          <p:spPr>
            <a:xfrm>
              <a:off x="8234848" y="9547952"/>
              <a:ext cx="464062" cy="464061"/>
            </a:xfrm>
            <a:prstGeom prst="rect">
              <a:avLst/>
            </a:prstGeom>
            <a:solidFill>
              <a:srgbClr val="84D0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6" name="矩形 35"/>
            <p:cNvSpPr/>
            <p:nvPr userDrawn="1"/>
          </p:nvSpPr>
          <p:spPr>
            <a:xfrm>
              <a:off x="7770786" y="10012013"/>
              <a:ext cx="464062" cy="464061"/>
            </a:xfrm>
            <a:prstGeom prst="rect">
              <a:avLst/>
            </a:prstGeom>
            <a:solidFill>
              <a:srgbClr val="FF0000"/>
            </a:solidFill>
            <a:ln w="9525">
              <a:noFill/>
              <a:miter lim="800000"/>
              <a:headEnd/>
              <a:tailEnd/>
            </a:ln>
            <a:effectLst/>
          </p:spPr>
          <p:txBody>
            <a:bodyPr wrap="none" anchor="ct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lvl="0"/>
              <a:endParaRPr lang="zh-CN" altLang="en-US" dirty="0">
                <a:solidFill>
                  <a:schemeClr val="tx1"/>
                </a:solidFill>
              </a:endParaRPr>
            </a:p>
          </p:txBody>
        </p:sp>
        <p:sp>
          <p:nvSpPr>
            <p:cNvPr id="37" name="矩形 36"/>
            <p:cNvSpPr/>
            <p:nvPr userDrawn="1"/>
          </p:nvSpPr>
          <p:spPr>
            <a:xfrm>
              <a:off x="8234848" y="10012013"/>
              <a:ext cx="464062" cy="464061"/>
            </a:xfrm>
            <a:prstGeom prst="rect">
              <a:avLst/>
            </a:prstGeom>
            <a:solidFill>
              <a:schemeClr val="tx1"/>
            </a:solidFill>
            <a:ln w="9525">
              <a:noFill/>
              <a:miter lim="800000"/>
              <a:headEnd/>
              <a:tailEnd/>
            </a:ln>
            <a:effectLst/>
          </p:spPr>
          <p:txBody>
            <a:bodyPr wrap="none" anchor="ct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lvl="0"/>
              <a:endParaRPr lang="zh-CN" altLang="en-US">
                <a:solidFill>
                  <a:schemeClr val="tx1"/>
                </a:solidFill>
              </a:endParaRPr>
            </a:p>
          </p:txBody>
        </p:sp>
        <p:sp>
          <p:nvSpPr>
            <p:cNvPr id="38" name="矩形 37"/>
            <p:cNvSpPr/>
            <p:nvPr userDrawn="1"/>
          </p:nvSpPr>
          <p:spPr>
            <a:xfrm>
              <a:off x="7770786" y="10476074"/>
              <a:ext cx="464062" cy="464061"/>
            </a:xfrm>
            <a:prstGeom prst="rect">
              <a:avLst/>
            </a:prstGeom>
            <a:solidFill>
              <a:srgbClr val="CCCCCC"/>
            </a:solidFill>
            <a:ln w="9525">
              <a:noFill/>
              <a:miter lim="800000"/>
              <a:headEnd/>
              <a:tailEnd/>
            </a:ln>
            <a:effectLst/>
          </p:spPr>
          <p:txBody>
            <a:bodyPr wrap="none" anchor="ct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lvl="0"/>
              <a:endParaRPr lang="zh-CN" altLang="en-US">
                <a:solidFill>
                  <a:schemeClr val="tx1"/>
                </a:solidFill>
              </a:endParaRPr>
            </a:p>
          </p:txBody>
        </p:sp>
        <p:sp>
          <p:nvSpPr>
            <p:cNvPr id="39" name="矩形 38"/>
            <p:cNvSpPr/>
            <p:nvPr userDrawn="1"/>
          </p:nvSpPr>
          <p:spPr>
            <a:xfrm>
              <a:off x="8234848" y="10476074"/>
              <a:ext cx="464062" cy="46406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grpSp>
    </p:spTree>
    <p:extLst>
      <p:ext uri="{BB962C8B-B14F-4D97-AF65-F5344CB8AC3E}">
        <p14:creationId xmlns:p14="http://schemas.microsoft.com/office/powerpoint/2010/main" val="1096081297"/>
      </p:ext>
    </p:extLst>
  </p:cSld>
  <p:clrMap bg1="lt1" tx1="dk1" bg2="lt2" tx2="dk2" accent1="accent1" accent2="accent2" accent3="accent3" accent4="accent4" accent5="accent5" accent6="accent6" hlink="hlink" folHlink="folHlink"/>
  <p:sldLayoutIdLst>
    <p:sldLayoutId id="2147483669" r:id="rId1"/>
  </p:sldLayoutIdLst>
  <p:timing>
    <p:tnLst>
      <p:par>
        <p:cTn id="1" dur="indefinite" restart="never" nodeType="tmRoot"/>
      </p:par>
    </p:tnLst>
  </p:timing>
  <p:txStyles>
    <p:titleStyle>
      <a:lvl1pPr algn="ctr" defTabSz="1219444" rtl="0" eaLnBrk="1" latinLnBrk="0" hangingPunct="1">
        <a:spcBef>
          <a:spcPct val="0"/>
        </a:spcBef>
        <a:buNone/>
        <a:defRPr sz="5900" kern="1200">
          <a:solidFill>
            <a:schemeClr val="tx1"/>
          </a:solidFill>
          <a:latin typeface="+mj-lt"/>
          <a:ea typeface="+mj-ea"/>
          <a:cs typeface="+mj-cs"/>
        </a:defRPr>
      </a:lvl1pPr>
    </p:titleStyle>
    <p:bodyStyle>
      <a:lvl1pPr marL="457291" indent="-457291" algn="l" defTabSz="1219444" rtl="0" eaLnBrk="1" latinLnBrk="0" hangingPunct="1">
        <a:spcBef>
          <a:spcPct val="20000"/>
        </a:spcBef>
        <a:buFont typeface="Arial" pitchFamily="34" charset="0"/>
        <a:buChar char="•"/>
        <a:defRPr sz="4300" kern="1200">
          <a:solidFill>
            <a:schemeClr val="tx1"/>
          </a:solidFill>
          <a:latin typeface="+mn-lt"/>
          <a:ea typeface="+mn-ea"/>
          <a:cs typeface="+mn-cs"/>
        </a:defRPr>
      </a:lvl1pPr>
      <a:lvl2pPr marL="990798" indent="-381076" algn="l" defTabSz="1219444" rtl="0" eaLnBrk="1" latinLnBrk="0" hangingPunct="1">
        <a:spcBef>
          <a:spcPct val="20000"/>
        </a:spcBef>
        <a:buFont typeface="Arial" pitchFamily="34" charset="0"/>
        <a:buChar char="–"/>
        <a:defRPr sz="3700" kern="1200">
          <a:solidFill>
            <a:schemeClr val="tx1"/>
          </a:solidFill>
          <a:latin typeface="+mn-lt"/>
          <a:ea typeface="+mn-ea"/>
          <a:cs typeface="+mn-cs"/>
        </a:defRPr>
      </a:lvl2pPr>
      <a:lvl3pPr marL="1524305" indent="-304861" algn="l" defTabSz="1219444"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4027"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4pPr>
      <a:lvl5pPr marL="2743749"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5pPr>
      <a:lvl6pPr marL="3353471"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192"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2914"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2636"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zh-CN"/>
      </a:defPPr>
      <a:lvl1pPr marL="0" algn="l" defTabSz="1219444" rtl="0" eaLnBrk="1" latinLnBrk="0" hangingPunct="1">
        <a:defRPr sz="2400" kern="1200">
          <a:solidFill>
            <a:schemeClr val="tx1"/>
          </a:solidFill>
          <a:latin typeface="+mn-lt"/>
          <a:ea typeface="+mn-ea"/>
          <a:cs typeface="+mn-cs"/>
        </a:defRPr>
      </a:lvl1pPr>
      <a:lvl2pPr marL="609722" algn="l" defTabSz="1219444" rtl="0" eaLnBrk="1" latinLnBrk="0" hangingPunct="1">
        <a:defRPr sz="2400" kern="1200">
          <a:solidFill>
            <a:schemeClr val="tx1"/>
          </a:solidFill>
          <a:latin typeface="+mn-lt"/>
          <a:ea typeface="+mn-ea"/>
          <a:cs typeface="+mn-cs"/>
        </a:defRPr>
      </a:lvl2pPr>
      <a:lvl3pPr marL="1219444" algn="l" defTabSz="1219444" rtl="0" eaLnBrk="1" latinLnBrk="0" hangingPunct="1">
        <a:defRPr sz="2400" kern="1200">
          <a:solidFill>
            <a:schemeClr val="tx1"/>
          </a:solidFill>
          <a:latin typeface="+mn-lt"/>
          <a:ea typeface="+mn-ea"/>
          <a:cs typeface="+mn-cs"/>
        </a:defRPr>
      </a:lvl3pPr>
      <a:lvl4pPr marL="1829166" algn="l" defTabSz="1219444" rtl="0" eaLnBrk="1" latinLnBrk="0" hangingPunct="1">
        <a:defRPr sz="2400" kern="1200">
          <a:solidFill>
            <a:schemeClr val="tx1"/>
          </a:solidFill>
          <a:latin typeface="+mn-lt"/>
          <a:ea typeface="+mn-ea"/>
          <a:cs typeface="+mn-cs"/>
        </a:defRPr>
      </a:lvl4pPr>
      <a:lvl5pPr marL="2438888" algn="l" defTabSz="1219444" rtl="0" eaLnBrk="1" latinLnBrk="0" hangingPunct="1">
        <a:defRPr sz="2400" kern="1200">
          <a:solidFill>
            <a:schemeClr val="tx1"/>
          </a:solidFill>
          <a:latin typeface="+mn-lt"/>
          <a:ea typeface="+mn-ea"/>
          <a:cs typeface="+mn-cs"/>
        </a:defRPr>
      </a:lvl5pPr>
      <a:lvl6pPr marL="3048610" algn="l" defTabSz="1219444" rtl="0" eaLnBrk="1" latinLnBrk="0" hangingPunct="1">
        <a:defRPr sz="2400" kern="1200">
          <a:solidFill>
            <a:schemeClr val="tx1"/>
          </a:solidFill>
          <a:latin typeface="+mn-lt"/>
          <a:ea typeface="+mn-ea"/>
          <a:cs typeface="+mn-cs"/>
        </a:defRPr>
      </a:lvl6pPr>
      <a:lvl7pPr marL="3658332" algn="l" defTabSz="1219444" rtl="0" eaLnBrk="1" latinLnBrk="0" hangingPunct="1">
        <a:defRPr sz="2400" kern="1200">
          <a:solidFill>
            <a:schemeClr val="tx1"/>
          </a:solidFill>
          <a:latin typeface="+mn-lt"/>
          <a:ea typeface="+mn-ea"/>
          <a:cs typeface="+mn-cs"/>
        </a:defRPr>
      </a:lvl7pPr>
      <a:lvl8pPr marL="4268053" algn="l" defTabSz="1219444" rtl="0" eaLnBrk="1" latinLnBrk="0" hangingPunct="1">
        <a:defRPr sz="2400" kern="1200">
          <a:solidFill>
            <a:schemeClr val="tx1"/>
          </a:solidFill>
          <a:latin typeface="+mn-lt"/>
          <a:ea typeface="+mn-ea"/>
          <a:cs typeface="+mn-cs"/>
        </a:defRPr>
      </a:lvl8pPr>
      <a:lvl9pPr marL="4877775" algn="l" defTabSz="1219444"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sp>
        <p:nvSpPr>
          <p:cNvPr id="2" name="标题占位符 1"/>
          <p:cNvSpPr>
            <a:spLocks noGrp="1"/>
          </p:cNvSpPr>
          <p:nvPr>
            <p:ph type="title"/>
          </p:nvPr>
        </p:nvSpPr>
        <p:spPr>
          <a:xfrm>
            <a:off x="609759" y="275231"/>
            <a:ext cx="10975658" cy="1143264"/>
          </a:xfrm>
          <a:prstGeom prst="rect">
            <a:avLst/>
          </a:prstGeom>
        </p:spPr>
        <p:txBody>
          <a:bodyPr vert="horz" lIns="121944" tIns="60972" rIns="121944" bIns="60972"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759" y="1600572"/>
            <a:ext cx="10975658" cy="4526481"/>
          </a:xfrm>
          <a:prstGeom prst="rect">
            <a:avLst/>
          </a:prstGeom>
        </p:spPr>
        <p:txBody>
          <a:bodyPr vert="horz" lIns="121944" tIns="60972" rIns="121944" bIns="60972"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2"/>
          </p:nvPr>
        </p:nvSpPr>
        <p:spPr>
          <a:xfrm>
            <a:off x="609759" y="6357824"/>
            <a:ext cx="2845541" cy="366267"/>
          </a:xfrm>
          <a:prstGeom prst="rect">
            <a:avLst/>
          </a:prstGeom>
        </p:spPr>
        <p:txBody>
          <a:bodyPr vert="horz" lIns="121944" tIns="60972" rIns="121944" bIns="60972" rtlCol="0" anchor="ctr"/>
          <a:lstStyle>
            <a:lvl1pPr algn="l">
              <a:defRPr sz="1600">
                <a:solidFill>
                  <a:schemeClr val="tx1"/>
                </a:solidFill>
              </a:defRPr>
            </a:lvl1pPr>
          </a:lstStyle>
          <a:p>
            <a:fld id="{1A5B2B23-E5F0-44D7-A9FF-4B8E82156B39}" type="datetimeFigureOut">
              <a:rPr lang="zh-CN" altLang="en-US" smtClean="0"/>
              <a:pPr/>
              <a:t>2018/8/20</a:t>
            </a:fld>
            <a:endParaRPr lang="zh-CN" altLang="en-US"/>
          </a:p>
        </p:txBody>
      </p:sp>
      <p:sp>
        <p:nvSpPr>
          <p:cNvPr id="5" name="页脚占位符 4"/>
          <p:cNvSpPr>
            <a:spLocks noGrp="1"/>
          </p:cNvSpPr>
          <p:nvPr>
            <p:ph type="ftr" sz="quarter" idx="3"/>
          </p:nvPr>
        </p:nvSpPr>
        <p:spPr>
          <a:xfrm>
            <a:off x="4166685" y="6357824"/>
            <a:ext cx="3861805" cy="366267"/>
          </a:xfrm>
          <a:prstGeom prst="rect">
            <a:avLst/>
          </a:prstGeom>
        </p:spPr>
        <p:txBody>
          <a:bodyPr vert="horz" lIns="121944" tIns="60972" rIns="121944" bIns="60972" rtlCol="0" anchor="ctr"/>
          <a:lstStyle>
            <a:lvl1pPr algn="ctr">
              <a:defRPr sz="1600">
                <a:solidFill>
                  <a:schemeClr val="tx1"/>
                </a:solidFill>
              </a:defRPr>
            </a:lvl1pPr>
          </a:lstStyle>
          <a:p>
            <a:endParaRPr lang="zh-CN" altLang="en-US"/>
          </a:p>
        </p:txBody>
      </p:sp>
      <p:sp>
        <p:nvSpPr>
          <p:cNvPr id="6" name="灯片编号占位符 5"/>
          <p:cNvSpPr>
            <a:spLocks noGrp="1"/>
          </p:cNvSpPr>
          <p:nvPr>
            <p:ph type="sldNum" sz="quarter" idx="4"/>
          </p:nvPr>
        </p:nvSpPr>
        <p:spPr>
          <a:xfrm>
            <a:off x="8739876" y="6357824"/>
            <a:ext cx="2845541" cy="366267"/>
          </a:xfrm>
          <a:prstGeom prst="rect">
            <a:avLst/>
          </a:prstGeom>
        </p:spPr>
        <p:txBody>
          <a:bodyPr vert="horz" lIns="121944" tIns="60972" rIns="121944" bIns="60972" rtlCol="0" anchor="ctr"/>
          <a:lstStyle>
            <a:lvl1pPr algn="r">
              <a:defRPr sz="1600">
                <a:solidFill>
                  <a:schemeClr val="tx1"/>
                </a:solidFill>
              </a:defRPr>
            </a:lvl1pPr>
          </a:lstStyle>
          <a:p>
            <a:fld id="{B2563A90-55EF-4D2C-B954-EDF55F24A661}" type="slidenum">
              <a:rPr lang="zh-CN" altLang="en-US" smtClean="0"/>
              <a:pPr/>
              <a:t>‹#›</a:t>
            </a:fld>
            <a:endParaRPr lang="zh-CN" altLang="en-US"/>
          </a:p>
        </p:txBody>
      </p:sp>
      <p:sp>
        <p:nvSpPr>
          <p:cNvPr id="10" name="Rectangle 86"/>
          <p:cNvSpPr>
            <a:spLocks noChangeArrowheads="1"/>
          </p:cNvSpPr>
          <p:nvPr userDrawn="1"/>
        </p:nvSpPr>
        <p:spPr bwMode="auto">
          <a:xfrm>
            <a:off x="11842256" y="6350438"/>
            <a:ext cx="328279" cy="426162"/>
          </a:xfrm>
          <a:prstGeom prst="rect">
            <a:avLst/>
          </a:prstGeom>
          <a:noFill/>
          <a:ln w="9525">
            <a:noFill/>
            <a:miter lim="800000"/>
            <a:headEnd/>
            <a:tailEnd/>
          </a:ln>
          <a:effectLst/>
        </p:spPr>
        <p:txBody>
          <a:bodyPr lIns="0" tIns="0" rIns="0" bIns="0"/>
          <a:lstStyle/>
          <a:p>
            <a:pPr defTabSz="988112" eaLnBrk="0" hangingPunct="0">
              <a:lnSpc>
                <a:spcPct val="85000"/>
              </a:lnSpc>
              <a:buClrTx/>
              <a:buFontTx/>
              <a:buNone/>
            </a:pPr>
            <a:endParaRPr lang="de-DE" sz="1300" b="0" dirty="0">
              <a:solidFill>
                <a:schemeClr val="tx1"/>
              </a:solidFill>
              <a:latin typeface="FrutigerNext LT Light" pitchFamily="34" charset="0"/>
              <a:ea typeface="MS PGothic" pitchFamily="34" charset="-128"/>
            </a:endParaRPr>
          </a:p>
          <a:p>
            <a:pPr defTabSz="988112" eaLnBrk="0" hangingPunct="0">
              <a:lnSpc>
                <a:spcPct val="85000"/>
              </a:lnSpc>
              <a:buClrTx/>
              <a:buFontTx/>
              <a:buNone/>
            </a:pPr>
            <a:fld id="{E68EC476-442B-4BB7-9603-F1440C241F3D}" type="slidenum">
              <a:rPr lang="de-DE" sz="900" b="0" smtClean="0">
                <a:solidFill>
                  <a:schemeClr val="bg1">
                    <a:lumMod val="50000"/>
                  </a:schemeClr>
                </a:solidFill>
                <a:latin typeface="Arial" panose="020B0604020202020204" pitchFamily="34" charset="0"/>
                <a:ea typeface="MS PGothic" pitchFamily="34" charset="-128"/>
                <a:cs typeface="Arial" panose="020B0604020202020204" pitchFamily="34" charset="0"/>
              </a:rPr>
              <a:pPr defTabSz="988112" eaLnBrk="0" hangingPunct="0">
                <a:lnSpc>
                  <a:spcPct val="85000"/>
                </a:lnSpc>
                <a:buClrTx/>
                <a:buFontTx/>
                <a:buNone/>
              </a:pPr>
              <a:t>‹#›</a:t>
            </a:fld>
            <a:endParaRPr lang="en-GB" sz="900" b="0" dirty="0">
              <a:solidFill>
                <a:schemeClr val="bg1">
                  <a:lumMod val="50000"/>
                </a:schemeClr>
              </a:solidFill>
              <a:latin typeface="Arial" panose="020B0604020202020204" pitchFamily="34" charset="0"/>
              <a:ea typeface="MS PGothic" pitchFamily="34" charset="-128"/>
              <a:cs typeface="Arial" panose="020B0604020202020204" pitchFamily="34" charset="0"/>
            </a:endParaRPr>
          </a:p>
        </p:txBody>
      </p:sp>
      <p:sp>
        <p:nvSpPr>
          <p:cNvPr id="11" name="Text Box 81"/>
          <p:cNvSpPr txBox="1">
            <a:spLocks noChangeArrowheads="1"/>
          </p:cNvSpPr>
          <p:nvPr userDrawn="1"/>
        </p:nvSpPr>
        <p:spPr bwMode="auto">
          <a:xfrm>
            <a:off x="-2903413" y="397"/>
            <a:ext cx="2579439" cy="1591254"/>
          </a:xfrm>
          <a:prstGeom prst="rect">
            <a:avLst/>
          </a:prstGeom>
          <a:noFill/>
          <a:ln w="9525" algn="ctr">
            <a:noFill/>
            <a:miter lim="800000"/>
            <a:headEnd/>
            <a:tailEnd/>
          </a:ln>
          <a:effectLst/>
        </p:spPr>
        <p:txBody>
          <a:bodyPr wrap="square" lIns="78345" tIns="39172" rIns="78345" bIns="39172">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algn="r" defTabSz="784225" eaLnBrk="0" hangingPunct="0">
              <a:lnSpc>
                <a:spcPct val="125000"/>
              </a:lnSpc>
              <a:defRPr/>
            </a:pPr>
            <a:r>
              <a:rPr lang="en-US" sz="1600" noProof="1">
                <a:solidFill>
                  <a:srgbClr val="FFFFFF"/>
                </a:solidFill>
                <a:latin typeface="FrutigerNext LT Regular" pitchFamily="34" charset="0"/>
                <a:ea typeface="ＭＳ Ｐゴシック" pitchFamily="34" charset="-128"/>
              </a:rPr>
              <a:t>Slide </a:t>
            </a:r>
            <a:r>
              <a:rPr lang="en-US" sz="1600" noProof="1" smtClean="0">
                <a:solidFill>
                  <a:srgbClr val="FFFFFF"/>
                </a:solidFill>
                <a:latin typeface="FrutigerNext LT Regular" pitchFamily="34" charset="0"/>
                <a:ea typeface="ＭＳ Ｐゴシック" pitchFamily="34" charset="-128"/>
              </a:rPr>
              <a:t>title</a:t>
            </a:r>
            <a:r>
              <a:rPr lang="en-US" altLang="zh-CN" sz="1600" dirty="0" smtClean="0">
                <a:solidFill>
                  <a:srgbClr val="FFFFFF"/>
                </a:solidFill>
                <a:latin typeface="FrutigerNext LT Regular" pitchFamily="34" charset="0"/>
                <a:ea typeface="华文细黑" pitchFamily="2" charset="-122"/>
              </a:rPr>
              <a:t>: 36-40pt </a:t>
            </a:r>
            <a:endParaRPr lang="en-US" altLang="zh-CN" sz="1600" dirty="0">
              <a:solidFill>
                <a:srgbClr val="FFFFFF"/>
              </a:solidFill>
              <a:latin typeface="FrutigerNext LT Regular" pitchFamily="34" charset="0"/>
              <a:ea typeface="华文细黑" pitchFamily="2" charset="-122"/>
            </a:endParaRPr>
          </a:p>
          <a:p>
            <a:pPr algn="r" defTabSz="784225" eaLnBrk="0" hangingPunct="0">
              <a:lnSpc>
                <a:spcPct val="125000"/>
              </a:lnSpc>
              <a:defRPr/>
            </a:pPr>
            <a:r>
              <a:rPr lang="en-US" sz="1600" noProof="1">
                <a:solidFill>
                  <a:srgbClr val="FFFFFF"/>
                </a:solidFill>
                <a:latin typeface="FrutigerNext LT Regular" pitchFamily="34" charset="0"/>
                <a:ea typeface="ＭＳ Ｐゴシック" pitchFamily="34" charset="-128"/>
              </a:rPr>
              <a:t>Slide </a:t>
            </a:r>
            <a:r>
              <a:rPr lang="en-US" sz="1600" noProof="1" smtClean="0">
                <a:solidFill>
                  <a:srgbClr val="FFFFFF"/>
                </a:solidFill>
                <a:latin typeface="FrutigerNext LT Regular" pitchFamily="34" charset="0"/>
                <a:ea typeface="ＭＳ Ｐゴシック" pitchFamily="34" charset="-128"/>
              </a:rPr>
              <a:t>subtitle</a:t>
            </a:r>
            <a:r>
              <a:rPr lang="en-US" altLang="zh-CN" sz="1600" dirty="0" smtClean="0">
                <a:solidFill>
                  <a:srgbClr val="FFFFFF"/>
                </a:solidFill>
                <a:latin typeface="FrutigerNext LT Regular" pitchFamily="34" charset="0"/>
                <a:ea typeface="华文细黑" pitchFamily="2" charset="-122"/>
              </a:rPr>
              <a:t>: 24pt</a:t>
            </a:r>
            <a:endParaRPr lang="en-US" altLang="zh-CN" sz="1600" dirty="0">
              <a:solidFill>
                <a:srgbClr val="FFFFFF"/>
              </a:solidFill>
              <a:latin typeface="FrutigerNext LT Regular" pitchFamily="34" charset="0"/>
              <a:ea typeface="华文细黑" pitchFamily="2" charset="-122"/>
            </a:endParaRPr>
          </a:p>
          <a:p>
            <a:pPr algn="r" defTabSz="784225" eaLnBrk="0" hangingPunct="0">
              <a:lnSpc>
                <a:spcPct val="125000"/>
              </a:lnSpc>
              <a:defRPr/>
            </a:pPr>
            <a:r>
              <a:rPr lang="en-US" altLang="zh-CN" sz="1600" kern="1200" dirty="0" smtClean="0">
                <a:solidFill>
                  <a:srgbClr val="FFFFFF"/>
                </a:solidFill>
                <a:latin typeface="FrutigerNext LT Regular" pitchFamily="34" charset="0"/>
                <a:ea typeface="ＭＳ Ｐゴシック" pitchFamily="34" charset="-128"/>
                <a:cs typeface="+mn-cs"/>
              </a:rPr>
              <a:t>Copy text: 20-32pt</a:t>
            </a:r>
          </a:p>
          <a:p>
            <a:pPr marL="0" marR="0" indent="0" algn="r" defTabSz="784225" rtl="0" eaLnBrk="0" fontAlgn="auto" latinLnBrk="0" hangingPunct="0">
              <a:lnSpc>
                <a:spcPct val="125000"/>
              </a:lnSpc>
              <a:spcBef>
                <a:spcPts val="0"/>
              </a:spcBef>
              <a:spcAft>
                <a:spcPts val="0"/>
              </a:spcAft>
              <a:buClrTx/>
              <a:buSzTx/>
              <a:buFontTx/>
              <a:buNone/>
              <a:tabLst/>
              <a:defRPr/>
            </a:pPr>
            <a:r>
              <a:rPr lang="en-US" altLang="zh-CN" sz="1600" dirty="0" smtClean="0">
                <a:solidFill>
                  <a:srgbClr val="FFFFFF"/>
                </a:solidFill>
                <a:latin typeface="FrutigerNext LT Regular" pitchFamily="34" charset="0"/>
                <a:ea typeface="华文细黑" pitchFamily="2" charset="-122"/>
              </a:rPr>
              <a:t>Color: black</a:t>
            </a:r>
          </a:p>
          <a:p>
            <a:pPr algn="r" defTabSz="784225" eaLnBrk="0" hangingPunct="0">
              <a:lnSpc>
                <a:spcPct val="125000"/>
              </a:lnSpc>
              <a:defRPr/>
            </a:pPr>
            <a:r>
              <a:rPr lang="zh-CN" altLang="en-US" sz="1600" dirty="0" smtClean="0">
                <a:solidFill>
                  <a:srgbClr val="FFFFFF"/>
                </a:solidFill>
                <a:latin typeface="FrutigerNext LT Regular" pitchFamily="34" charset="0"/>
                <a:ea typeface="ＭＳ Ｐゴシック" pitchFamily="34" charset="-128"/>
              </a:rPr>
              <a:t> </a:t>
            </a:r>
            <a:r>
              <a:rPr lang="en-US" altLang="zh-CN" sz="1600" dirty="0" smtClean="0">
                <a:solidFill>
                  <a:srgbClr val="FFFFFF"/>
                </a:solidFill>
                <a:latin typeface="FrutigerNext LT Regular" pitchFamily="34" charset="0"/>
                <a:ea typeface="ＭＳ Ｐゴシック" pitchFamily="34" charset="-128"/>
              </a:rPr>
              <a:t>Corporate Font</a:t>
            </a:r>
            <a:r>
              <a:rPr lang="en-US" altLang="zh-CN" sz="1600" dirty="0" smtClean="0">
                <a:solidFill>
                  <a:srgbClr val="FFFFFF"/>
                </a:solidFill>
                <a:latin typeface="FrutigerNext LT Regular" pitchFamily="34" charset="0"/>
                <a:ea typeface="华文细黑" pitchFamily="2" charset="-122"/>
              </a:rPr>
              <a:t>:</a:t>
            </a:r>
            <a:r>
              <a:rPr lang="en-US" altLang="zh-CN" sz="1600" baseline="0" dirty="0" smtClean="0">
                <a:solidFill>
                  <a:srgbClr val="FFFFFF"/>
                </a:solidFill>
                <a:latin typeface="FrutigerNext LT Regular" pitchFamily="34" charset="0"/>
                <a:ea typeface="华文细黑" pitchFamily="2" charset="-122"/>
              </a:rPr>
              <a:t> </a:t>
            </a:r>
            <a:r>
              <a:rPr lang="en-US" altLang="zh-CN" sz="1600" kern="1200" dirty="0" smtClean="0">
                <a:solidFill>
                  <a:srgbClr val="FFFFFF"/>
                </a:solidFill>
                <a:latin typeface="FrutigerNext LT Regular" pitchFamily="34" charset="0"/>
                <a:ea typeface="ＭＳ Ｐゴシック" pitchFamily="34" charset="-128"/>
                <a:cs typeface="+mn-cs"/>
              </a:rPr>
              <a:t>Arial</a:t>
            </a:r>
            <a:endParaRPr lang="en-US" altLang="zh-CN" sz="1600" kern="1200" dirty="0">
              <a:solidFill>
                <a:srgbClr val="FFFFFF"/>
              </a:solidFill>
              <a:latin typeface="FrutigerNext LT Regular" pitchFamily="34" charset="0"/>
              <a:ea typeface="ＭＳ Ｐゴシック" pitchFamily="34" charset="-128"/>
              <a:cs typeface="+mn-cs"/>
            </a:endParaRPr>
          </a:p>
        </p:txBody>
      </p:sp>
      <p:sp>
        <p:nvSpPr>
          <p:cNvPr id="12" name="Text Box 81"/>
          <p:cNvSpPr txBox="1">
            <a:spLocks noChangeArrowheads="1"/>
          </p:cNvSpPr>
          <p:nvPr userDrawn="1"/>
        </p:nvSpPr>
        <p:spPr bwMode="auto">
          <a:xfrm>
            <a:off x="12475405" y="397"/>
            <a:ext cx="3240360" cy="694662"/>
          </a:xfrm>
          <a:prstGeom prst="rect">
            <a:avLst/>
          </a:prstGeom>
          <a:noFill/>
          <a:ln w="9525" algn="ctr">
            <a:noFill/>
            <a:miter lim="800000"/>
            <a:headEnd/>
            <a:tailEnd/>
          </a:ln>
          <a:effectLst/>
        </p:spPr>
        <p:txBody>
          <a:bodyPr wrap="square" lIns="78345" tIns="39172" rIns="78345" bIns="39172">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algn="l" defTabSz="784225" rtl="0" eaLnBrk="0" latinLnBrk="0" hangingPunct="0">
              <a:lnSpc>
                <a:spcPct val="125000"/>
              </a:lnSpc>
              <a:defRPr/>
            </a:pPr>
            <a:r>
              <a:rPr lang="en-US" altLang="zh-CN" sz="1600" kern="1200" dirty="0" smtClean="0">
                <a:solidFill>
                  <a:srgbClr val="FFFFFF"/>
                </a:solidFill>
                <a:latin typeface="FrutigerNext LT Regular" pitchFamily="34" charset="0"/>
                <a:ea typeface="ＭＳ Ｐゴシック" pitchFamily="34" charset="-128"/>
                <a:cs typeface="+mn-cs"/>
              </a:rPr>
              <a:t>Top right corner for field-mark, customer or partner logotypes.</a:t>
            </a:r>
            <a:endParaRPr lang="en-US" altLang="zh-CN" sz="1600" kern="1200" dirty="0">
              <a:solidFill>
                <a:srgbClr val="FFFFFF"/>
              </a:solidFill>
              <a:latin typeface="FrutigerNext LT Regular" pitchFamily="34" charset="0"/>
              <a:ea typeface="ＭＳ Ｐゴシック" pitchFamily="34" charset="-128"/>
              <a:cs typeface="+mn-cs"/>
            </a:endParaRPr>
          </a:p>
        </p:txBody>
      </p:sp>
      <p:sp>
        <p:nvSpPr>
          <p:cNvPr id="28" name="Text Box 81"/>
          <p:cNvSpPr txBox="1">
            <a:spLocks noChangeArrowheads="1"/>
          </p:cNvSpPr>
          <p:nvPr userDrawn="1"/>
        </p:nvSpPr>
        <p:spPr bwMode="auto">
          <a:xfrm>
            <a:off x="12519163" y="909514"/>
            <a:ext cx="3675904" cy="2295100"/>
          </a:xfrm>
          <a:prstGeom prst="rect">
            <a:avLst/>
          </a:prstGeom>
          <a:noFill/>
          <a:ln w="9525" algn="ctr">
            <a:noFill/>
            <a:miter lim="800000"/>
            <a:headEnd/>
            <a:tailEnd/>
          </a:ln>
          <a:effectLst/>
        </p:spPr>
        <p:txBody>
          <a:bodyPr wrap="square" lIns="78345" tIns="39172" rIns="78345" bIns="39172">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216000" indent="-216000" algn="l" defTabSz="784225" rtl="0" eaLnBrk="0" latinLnBrk="0" hangingPunct="0">
              <a:lnSpc>
                <a:spcPct val="100000"/>
              </a:lnSpc>
              <a:buFont typeface="Arial" panose="020B0604020202020204" pitchFamily="34" charset="0"/>
              <a:buChar char="•"/>
              <a:defRPr/>
            </a:pPr>
            <a:r>
              <a:rPr lang="en-US" altLang="zh-CN" sz="1600" kern="1200" dirty="0" smtClean="0">
                <a:solidFill>
                  <a:srgbClr val="FFFFFF"/>
                </a:solidFill>
                <a:latin typeface="FrutigerNext LT Regular" pitchFamily="34" charset="0"/>
                <a:ea typeface="ＭＳ Ｐゴシック" pitchFamily="34" charset="-128"/>
                <a:cs typeface="+mn-cs"/>
              </a:rPr>
              <a:t>The ten standard colors below are allowed.</a:t>
            </a:r>
          </a:p>
          <a:p>
            <a:pPr marL="216000" indent="-216000" algn="l" defTabSz="784225" rtl="0" eaLnBrk="0" latinLnBrk="0" hangingPunct="0">
              <a:lnSpc>
                <a:spcPct val="100000"/>
              </a:lnSpc>
              <a:buFont typeface="Arial" panose="020B0604020202020204" pitchFamily="34" charset="0"/>
              <a:buChar char="•"/>
              <a:defRPr/>
            </a:pPr>
            <a:r>
              <a:rPr lang="en-US" altLang="zh-CN" sz="1600" kern="1200" dirty="0" smtClean="0">
                <a:solidFill>
                  <a:srgbClr val="FFFFFF"/>
                </a:solidFill>
                <a:latin typeface="FrutigerNext LT Regular" pitchFamily="34" charset="0"/>
                <a:ea typeface="ＭＳ Ｐゴシック" pitchFamily="34" charset="-128"/>
                <a:cs typeface="+mn-cs"/>
              </a:rPr>
              <a:t>The colors should be used to be consistent with the structure and understanding of the content along the whole presentation.</a:t>
            </a:r>
          </a:p>
          <a:p>
            <a:pPr marL="216000" indent="-216000" algn="l" defTabSz="784225" rtl="0" eaLnBrk="0" latinLnBrk="0" hangingPunct="0">
              <a:lnSpc>
                <a:spcPct val="100000"/>
              </a:lnSpc>
              <a:buFont typeface="Arial" panose="020B0604020202020204" pitchFamily="34" charset="0"/>
              <a:buChar char="•"/>
              <a:defRPr/>
            </a:pPr>
            <a:r>
              <a:rPr lang="en-US" altLang="zh-CN" sz="1600" kern="1200" dirty="0" smtClean="0">
                <a:solidFill>
                  <a:srgbClr val="FFFFFF"/>
                </a:solidFill>
                <a:latin typeface="FrutigerNext LT Regular" pitchFamily="34" charset="0"/>
                <a:ea typeface="ＭＳ Ｐゴシック" pitchFamily="34" charset="-128"/>
                <a:cs typeface="+mn-cs"/>
              </a:rPr>
              <a:t>Do not use more and different colors in single slide.</a:t>
            </a:r>
          </a:p>
          <a:p>
            <a:pPr marL="0" algn="l" defTabSz="784225" rtl="0" eaLnBrk="0" latinLnBrk="0" hangingPunct="0">
              <a:lnSpc>
                <a:spcPct val="100000"/>
              </a:lnSpc>
              <a:defRPr/>
            </a:pPr>
            <a:r>
              <a:rPr lang="en-US" altLang="zh-CN" sz="1600" kern="1200" dirty="0" smtClean="0">
                <a:solidFill>
                  <a:srgbClr val="FFFFFF"/>
                </a:solidFill>
                <a:latin typeface="FrutigerNext LT Regular" pitchFamily="34" charset="0"/>
                <a:ea typeface="ＭＳ Ｐゴシック" pitchFamily="34" charset="-128"/>
                <a:cs typeface="+mn-cs"/>
              </a:rPr>
              <a:t> </a:t>
            </a:r>
            <a:endParaRPr lang="en-US" altLang="zh-CN" sz="1600" kern="1200" dirty="0">
              <a:solidFill>
                <a:srgbClr val="FFFFFF"/>
              </a:solidFill>
              <a:latin typeface="FrutigerNext LT Regular" pitchFamily="34" charset="0"/>
              <a:ea typeface="ＭＳ Ｐゴシック" pitchFamily="34" charset="-128"/>
              <a:cs typeface="+mn-cs"/>
            </a:endParaRPr>
          </a:p>
        </p:txBody>
      </p:sp>
      <p:grpSp>
        <p:nvGrpSpPr>
          <p:cNvPr id="29" name="组合 28"/>
          <p:cNvGrpSpPr/>
          <p:nvPr userDrawn="1"/>
        </p:nvGrpSpPr>
        <p:grpSpPr>
          <a:xfrm>
            <a:off x="12666683" y="3285778"/>
            <a:ext cx="1149916" cy="2874780"/>
            <a:chOff x="7770786" y="8619830"/>
            <a:chExt cx="928124" cy="2320305"/>
          </a:xfrm>
        </p:grpSpPr>
        <p:sp>
          <p:nvSpPr>
            <p:cNvPr id="30" name="矩形 29"/>
            <p:cNvSpPr/>
            <p:nvPr userDrawn="1"/>
          </p:nvSpPr>
          <p:spPr>
            <a:xfrm>
              <a:off x="7770786" y="8619830"/>
              <a:ext cx="464062" cy="464061"/>
            </a:xfrm>
            <a:prstGeom prst="rect">
              <a:avLst/>
            </a:prstGeom>
            <a:solidFill>
              <a:srgbClr val="F66F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1" name="矩形 30"/>
            <p:cNvSpPr/>
            <p:nvPr userDrawn="1"/>
          </p:nvSpPr>
          <p:spPr>
            <a:xfrm>
              <a:off x="8234848" y="8619830"/>
              <a:ext cx="464062" cy="464061"/>
            </a:xfrm>
            <a:prstGeom prst="rect">
              <a:avLst/>
            </a:prstGeom>
            <a:solidFill>
              <a:srgbClr val="15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2" name="矩形 31"/>
            <p:cNvSpPr/>
            <p:nvPr userDrawn="1"/>
          </p:nvSpPr>
          <p:spPr>
            <a:xfrm>
              <a:off x="7770786" y="9083891"/>
              <a:ext cx="464062" cy="464061"/>
            </a:xfrm>
            <a:prstGeom prst="rect">
              <a:avLst/>
            </a:prstGeom>
            <a:solidFill>
              <a:srgbClr val="F7A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3" name="矩形 32"/>
            <p:cNvSpPr/>
            <p:nvPr userDrawn="1"/>
          </p:nvSpPr>
          <p:spPr>
            <a:xfrm>
              <a:off x="8234848" y="9083891"/>
              <a:ext cx="464062" cy="464061"/>
            </a:xfrm>
            <a:prstGeom prst="rect">
              <a:avLst/>
            </a:prstGeom>
            <a:solidFill>
              <a:srgbClr val="59C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4" name="矩形 33"/>
            <p:cNvSpPr/>
            <p:nvPr userDrawn="1"/>
          </p:nvSpPr>
          <p:spPr>
            <a:xfrm>
              <a:off x="7770786" y="9547952"/>
              <a:ext cx="464062" cy="464061"/>
            </a:xfrm>
            <a:prstGeom prst="rect">
              <a:avLst/>
            </a:prstGeom>
            <a:solidFill>
              <a:srgbClr val="FFDF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5" name="矩形 34"/>
            <p:cNvSpPr/>
            <p:nvPr userDrawn="1"/>
          </p:nvSpPr>
          <p:spPr>
            <a:xfrm>
              <a:off x="8234848" y="9547952"/>
              <a:ext cx="464062" cy="464061"/>
            </a:xfrm>
            <a:prstGeom prst="rect">
              <a:avLst/>
            </a:prstGeom>
            <a:solidFill>
              <a:srgbClr val="84D0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6" name="矩形 35"/>
            <p:cNvSpPr/>
            <p:nvPr userDrawn="1"/>
          </p:nvSpPr>
          <p:spPr>
            <a:xfrm>
              <a:off x="7770786" y="10012013"/>
              <a:ext cx="464062" cy="464061"/>
            </a:xfrm>
            <a:prstGeom prst="rect">
              <a:avLst/>
            </a:prstGeom>
            <a:solidFill>
              <a:srgbClr val="FF0000"/>
            </a:solidFill>
            <a:ln w="9525">
              <a:noFill/>
              <a:miter lim="800000"/>
              <a:headEnd/>
              <a:tailEnd/>
            </a:ln>
            <a:effectLst/>
          </p:spPr>
          <p:txBody>
            <a:bodyPr wrap="none" anchor="ct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lvl="0"/>
              <a:endParaRPr lang="zh-CN" altLang="en-US" dirty="0">
                <a:solidFill>
                  <a:schemeClr val="tx1"/>
                </a:solidFill>
              </a:endParaRPr>
            </a:p>
          </p:txBody>
        </p:sp>
        <p:sp>
          <p:nvSpPr>
            <p:cNvPr id="37" name="矩形 36"/>
            <p:cNvSpPr/>
            <p:nvPr userDrawn="1"/>
          </p:nvSpPr>
          <p:spPr>
            <a:xfrm>
              <a:off x="8234848" y="10012013"/>
              <a:ext cx="464062" cy="464061"/>
            </a:xfrm>
            <a:prstGeom prst="rect">
              <a:avLst/>
            </a:prstGeom>
            <a:solidFill>
              <a:schemeClr val="tx1"/>
            </a:solidFill>
            <a:ln w="9525">
              <a:noFill/>
              <a:miter lim="800000"/>
              <a:headEnd/>
              <a:tailEnd/>
            </a:ln>
            <a:effectLst/>
          </p:spPr>
          <p:txBody>
            <a:bodyPr wrap="none" anchor="ct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lvl="0"/>
              <a:endParaRPr lang="zh-CN" altLang="en-US">
                <a:solidFill>
                  <a:schemeClr val="tx1"/>
                </a:solidFill>
              </a:endParaRPr>
            </a:p>
          </p:txBody>
        </p:sp>
        <p:sp>
          <p:nvSpPr>
            <p:cNvPr id="38" name="矩形 37"/>
            <p:cNvSpPr/>
            <p:nvPr userDrawn="1"/>
          </p:nvSpPr>
          <p:spPr>
            <a:xfrm>
              <a:off x="7770786" y="10476074"/>
              <a:ext cx="464062" cy="464061"/>
            </a:xfrm>
            <a:prstGeom prst="rect">
              <a:avLst/>
            </a:prstGeom>
            <a:solidFill>
              <a:srgbClr val="CCCCCC"/>
            </a:solidFill>
            <a:ln w="9525">
              <a:noFill/>
              <a:miter lim="800000"/>
              <a:headEnd/>
              <a:tailEnd/>
            </a:ln>
            <a:effectLst/>
          </p:spPr>
          <p:txBody>
            <a:bodyPr wrap="none" anchor="ct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lvl="0"/>
              <a:endParaRPr lang="zh-CN" altLang="en-US">
                <a:solidFill>
                  <a:schemeClr val="tx1"/>
                </a:solidFill>
              </a:endParaRPr>
            </a:p>
          </p:txBody>
        </p:sp>
        <p:sp>
          <p:nvSpPr>
            <p:cNvPr id="39" name="矩形 38"/>
            <p:cNvSpPr/>
            <p:nvPr userDrawn="1"/>
          </p:nvSpPr>
          <p:spPr>
            <a:xfrm>
              <a:off x="8234848" y="10476074"/>
              <a:ext cx="464062" cy="46406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grpSp>
    </p:spTree>
    <p:extLst>
      <p:ext uri="{BB962C8B-B14F-4D97-AF65-F5344CB8AC3E}">
        <p14:creationId xmlns:p14="http://schemas.microsoft.com/office/powerpoint/2010/main" val="2138367102"/>
      </p:ext>
    </p:extLst>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par>
    </p:tnLst>
  </p:timing>
  <p:txStyles>
    <p:titleStyle>
      <a:lvl1pPr algn="ctr" defTabSz="1219444" rtl="0" eaLnBrk="1" latinLnBrk="0" hangingPunct="1">
        <a:spcBef>
          <a:spcPct val="0"/>
        </a:spcBef>
        <a:buNone/>
        <a:defRPr sz="5900" kern="1200">
          <a:solidFill>
            <a:schemeClr val="tx1"/>
          </a:solidFill>
          <a:latin typeface="+mj-lt"/>
          <a:ea typeface="+mj-ea"/>
          <a:cs typeface="+mj-cs"/>
        </a:defRPr>
      </a:lvl1pPr>
    </p:titleStyle>
    <p:bodyStyle>
      <a:lvl1pPr marL="457291" indent="-457291" algn="l" defTabSz="1219444" rtl="0" eaLnBrk="1" latinLnBrk="0" hangingPunct="1">
        <a:spcBef>
          <a:spcPct val="20000"/>
        </a:spcBef>
        <a:buFont typeface="Arial" pitchFamily="34" charset="0"/>
        <a:buChar char="•"/>
        <a:defRPr sz="4300" kern="1200">
          <a:solidFill>
            <a:schemeClr val="tx1"/>
          </a:solidFill>
          <a:latin typeface="+mn-lt"/>
          <a:ea typeface="+mn-ea"/>
          <a:cs typeface="+mn-cs"/>
        </a:defRPr>
      </a:lvl1pPr>
      <a:lvl2pPr marL="990798" indent="-381076" algn="l" defTabSz="1219444" rtl="0" eaLnBrk="1" latinLnBrk="0" hangingPunct="1">
        <a:spcBef>
          <a:spcPct val="20000"/>
        </a:spcBef>
        <a:buFont typeface="Arial" pitchFamily="34" charset="0"/>
        <a:buChar char="–"/>
        <a:defRPr sz="3700" kern="1200">
          <a:solidFill>
            <a:schemeClr val="tx1"/>
          </a:solidFill>
          <a:latin typeface="+mn-lt"/>
          <a:ea typeface="+mn-ea"/>
          <a:cs typeface="+mn-cs"/>
        </a:defRPr>
      </a:lvl2pPr>
      <a:lvl3pPr marL="1524305" indent="-304861" algn="l" defTabSz="1219444"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4027"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4pPr>
      <a:lvl5pPr marL="2743749"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5pPr>
      <a:lvl6pPr marL="3353471"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192"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2914"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2636"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zh-CN"/>
      </a:defPPr>
      <a:lvl1pPr marL="0" algn="l" defTabSz="1219444" rtl="0" eaLnBrk="1" latinLnBrk="0" hangingPunct="1">
        <a:defRPr sz="2400" kern="1200">
          <a:solidFill>
            <a:schemeClr val="tx1"/>
          </a:solidFill>
          <a:latin typeface="+mn-lt"/>
          <a:ea typeface="+mn-ea"/>
          <a:cs typeface="+mn-cs"/>
        </a:defRPr>
      </a:lvl1pPr>
      <a:lvl2pPr marL="609722" algn="l" defTabSz="1219444" rtl="0" eaLnBrk="1" latinLnBrk="0" hangingPunct="1">
        <a:defRPr sz="2400" kern="1200">
          <a:solidFill>
            <a:schemeClr val="tx1"/>
          </a:solidFill>
          <a:latin typeface="+mn-lt"/>
          <a:ea typeface="+mn-ea"/>
          <a:cs typeface="+mn-cs"/>
        </a:defRPr>
      </a:lvl2pPr>
      <a:lvl3pPr marL="1219444" algn="l" defTabSz="1219444" rtl="0" eaLnBrk="1" latinLnBrk="0" hangingPunct="1">
        <a:defRPr sz="2400" kern="1200">
          <a:solidFill>
            <a:schemeClr val="tx1"/>
          </a:solidFill>
          <a:latin typeface="+mn-lt"/>
          <a:ea typeface="+mn-ea"/>
          <a:cs typeface="+mn-cs"/>
        </a:defRPr>
      </a:lvl3pPr>
      <a:lvl4pPr marL="1829166" algn="l" defTabSz="1219444" rtl="0" eaLnBrk="1" latinLnBrk="0" hangingPunct="1">
        <a:defRPr sz="2400" kern="1200">
          <a:solidFill>
            <a:schemeClr val="tx1"/>
          </a:solidFill>
          <a:latin typeface="+mn-lt"/>
          <a:ea typeface="+mn-ea"/>
          <a:cs typeface="+mn-cs"/>
        </a:defRPr>
      </a:lvl4pPr>
      <a:lvl5pPr marL="2438888" algn="l" defTabSz="1219444" rtl="0" eaLnBrk="1" latinLnBrk="0" hangingPunct="1">
        <a:defRPr sz="2400" kern="1200">
          <a:solidFill>
            <a:schemeClr val="tx1"/>
          </a:solidFill>
          <a:latin typeface="+mn-lt"/>
          <a:ea typeface="+mn-ea"/>
          <a:cs typeface="+mn-cs"/>
        </a:defRPr>
      </a:lvl5pPr>
      <a:lvl6pPr marL="3048610" algn="l" defTabSz="1219444" rtl="0" eaLnBrk="1" latinLnBrk="0" hangingPunct="1">
        <a:defRPr sz="2400" kern="1200">
          <a:solidFill>
            <a:schemeClr val="tx1"/>
          </a:solidFill>
          <a:latin typeface="+mn-lt"/>
          <a:ea typeface="+mn-ea"/>
          <a:cs typeface="+mn-cs"/>
        </a:defRPr>
      </a:lvl6pPr>
      <a:lvl7pPr marL="3658332" algn="l" defTabSz="1219444" rtl="0" eaLnBrk="1" latinLnBrk="0" hangingPunct="1">
        <a:defRPr sz="2400" kern="1200">
          <a:solidFill>
            <a:schemeClr val="tx1"/>
          </a:solidFill>
          <a:latin typeface="+mn-lt"/>
          <a:ea typeface="+mn-ea"/>
          <a:cs typeface="+mn-cs"/>
        </a:defRPr>
      </a:lvl7pPr>
      <a:lvl8pPr marL="4268053" algn="l" defTabSz="1219444" rtl="0" eaLnBrk="1" latinLnBrk="0" hangingPunct="1">
        <a:defRPr sz="2400" kern="1200">
          <a:solidFill>
            <a:schemeClr val="tx1"/>
          </a:solidFill>
          <a:latin typeface="+mn-lt"/>
          <a:ea typeface="+mn-ea"/>
          <a:cs typeface="+mn-cs"/>
        </a:defRPr>
      </a:lvl8pPr>
      <a:lvl9pPr marL="4877775" algn="l" defTabSz="1219444"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grpSp>
        <p:nvGrpSpPr>
          <p:cNvPr id="3" name="组合 2"/>
          <p:cNvGrpSpPr/>
          <p:nvPr userDrawn="1"/>
        </p:nvGrpSpPr>
        <p:grpSpPr>
          <a:xfrm>
            <a:off x="737805" y="3518130"/>
            <a:ext cx="4778680" cy="2048106"/>
            <a:chOff x="1896389" y="2298415"/>
            <a:chExt cx="4778680" cy="2048105"/>
          </a:xfrm>
        </p:grpSpPr>
        <p:sp>
          <p:nvSpPr>
            <p:cNvPr id="10" name="TextBox 6"/>
            <p:cNvSpPr txBox="1"/>
            <p:nvPr userDrawn="1"/>
          </p:nvSpPr>
          <p:spPr>
            <a:xfrm>
              <a:off x="2066557" y="3146182"/>
              <a:ext cx="4608512" cy="1200338"/>
            </a:xfrm>
            <a:prstGeom prst="rect">
              <a:avLst/>
            </a:prstGeom>
            <a:noFill/>
          </p:spPr>
          <p:txBody>
            <a:bodyPr wrap="square" lIns="91450" tIns="45725" rIns="91450" bIns="45725">
              <a:spAutoFit/>
            </a:bodyPr>
            <a:lstStyle/>
            <a:p>
              <a:pPr algn="l">
                <a:defRPr/>
              </a:pPr>
              <a:r>
                <a:rPr lang="en-US" altLang="zh-CN" sz="900" b="1" dirty="0" smtClean="0">
                  <a:solidFill>
                    <a:schemeClr val="tx1">
                      <a:lumMod val="65000"/>
                      <a:lumOff val="35000"/>
                    </a:schemeClr>
                  </a:solidFill>
                </a:rPr>
                <a:t>Copyright©2016 </a:t>
              </a:r>
              <a:r>
                <a:rPr lang="en-US" altLang="zh-CN" sz="900" b="1" dirty="0">
                  <a:solidFill>
                    <a:schemeClr val="tx1">
                      <a:lumMod val="65000"/>
                      <a:lumOff val="35000"/>
                    </a:schemeClr>
                  </a:solidFill>
                </a:rPr>
                <a:t>Huawei Technologies Co., Ltd. All Rights Reserved</a:t>
              </a:r>
              <a:r>
                <a:rPr lang="en-US" altLang="zh-CN" sz="900" b="1" dirty="0" smtClean="0">
                  <a:solidFill>
                    <a:schemeClr val="tx1">
                      <a:lumMod val="65000"/>
                      <a:lumOff val="35000"/>
                    </a:schemeClr>
                  </a:solidFill>
                </a:rPr>
                <a:t>.</a:t>
              </a:r>
            </a:p>
            <a:p>
              <a:pPr algn="l">
                <a:defRPr/>
              </a:pPr>
              <a:r>
                <a:rPr lang="en-US" altLang="zh-CN" sz="900" dirty="0" smtClean="0">
                  <a:solidFill>
                    <a:schemeClr val="tx1">
                      <a:lumMod val="65000"/>
                      <a:lumOff val="35000"/>
                    </a:schemeClr>
                  </a:solidFill>
                </a:rPr>
                <a:t>The </a:t>
              </a:r>
              <a:r>
                <a:rPr lang="en-US" altLang="zh-CN" sz="900" dirty="0">
                  <a:solidFill>
                    <a:schemeClr val="tx1">
                      <a:lumMod val="65000"/>
                      <a:lumOff val="35000"/>
                    </a:schemeClr>
                  </a:solidFill>
                </a:rPr>
                <a:t>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900" dirty="0">
                <a:solidFill>
                  <a:schemeClr val="tx1">
                    <a:lumMod val="65000"/>
                    <a:lumOff val="35000"/>
                  </a:schemeClr>
                </a:solidFill>
              </a:endParaRPr>
            </a:p>
          </p:txBody>
        </p:sp>
        <p:sp>
          <p:nvSpPr>
            <p:cNvPr id="11" name="TextBox 6"/>
            <p:cNvSpPr txBox="1"/>
            <p:nvPr userDrawn="1"/>
          </p:nvSpPr>
          <p:spPr>
            <a:xfrm>
              <a:off x="1896389" y="2298415"/>
              <a:ext cx="2873864" cy="677119"/>
            </a:xfrm>
            <a:prstGeom prst="rect">
              <a:avLst/>
            </a:prstGeom>
            <a:noFill/>
          </p:spPr>
          <p:txBody>
            <a:bodyPr wrap="square" lIns="91450" tIns="45725" rIns="91450" bIns="45725">
              <a:spAutoFit/>
            </a:bodyPr>
            <a:lstStyle/>
            <a:p>
              <a:pPr algn="ctr">
                <a:defRPr/>
              </a:pPr>
              <a:r>
                <a:rPr lang="en-US" altLang="zh-CN" sz="3800" dirty="0" smtClean="0">
                  <a:solidFill>
                    <a:schemeClr val="tx1">
                      <a:lumMod val="65000"/>
                      <a:lumOff val="35000"/>
                    </a:schemeClr>
                  </a:solidFill>
                </a:rPr>
                <a:t>Thank You.</a:t>
              </a:r>
              <a:endParaRPr lang="zh-CN" altLang="zh-CN" sz="3800" dirty="0">
                <a:solidFill>
                  <a:schemeClr val="tx1">
                    <a:lumMod val="65000"/>
                    <a:lumOff val="35000"/>
                  </a:schemeClr>
                </a:solidFill>
              </a:endParaRPr>
            </a:p>
          </p:txBody>
        </p:sp>
      </p:grpSp>
      <p:sp>
        <p:nvSpPr>
          <p:cNvPr id="8" name="Text Box 81"/>
          <p:cNvSpPr txBox="1">
            <a:spLocks noChangeArrowheads="1"/>
          </p:cNvSpPr>
          <p:nvPr userDrawn="1"/>
        </p:nvSpPr>
        <p:spPr bwMode="auto">
          <a:xfrm>
            <a:off x="-2903413" y="397"/>
            <a:ext cx="2579439" cy="1591254"/>
          </a:xfrm>
          <a:prstGeom prst="rect">
            <a:avLst/>
          </a:prstGeom>
          <a:noFill/>
          <a:ln w="9525" algn="ctr">
            <a:noFill/>
            <a:miter lim="800000"/>
            <a:headEnd/>
            <a:tailEnd/>
          </a:ln>
          <a:effectLst/>
        </p:spPr>
        <p:txBody>
          <a:bodyPr wrap="square" lIns="78345" tIns="39172" rIns="78345" bIns="39172">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algn="r" defTabSz="784225" eaLnBrk="0" hangingPunct="0">
              <a:lnSpc>
                <a:spcPct val="125000"/>
              </a:lnSpc>
              <a:defRPr/>
            </a:pPr>
            <a:r>
              <a:rPr lang="en-US" sz="1600" noProof="1">
                <a:solidFill>
                  <a:srgbClr val="FFFFFF"/>
                </a:solidFill>
                <a:latin typeface="FrutigerNext LT Regular" pitchFamily="34" charset="0"/>
                <a:ea typeface="ＭＳ Ｐゴシック" pitchFamily="34" charset="-128"/>
              </a:rPr>
              <a:t>Slide </a:t>
            </a:r>
            <a:r>
              <a:rPr lang="en-US" sz="1600" noProof="1" smtClean="0">
                <a:solidFill>
                  <a:srgbClr val="FFFFFF"/>
                </a:solidFill>
                <a:latin typeface="FrutigerNext LT Regular" pitchFamily="34" charset="0"/>
                <a:ea typeface="ＭＳ Ｐゴシック" pitchFamily="34" charset="-128"/>
              </a:rPr>
              <a:t>title</a:t>
            </a:r>
            <a:r>
              <a:rPr lang="en-US" altLang="zh-CN" sz="1600" dirty="0" smtClean="0">
                <a:solidFill>
                  <a:srgbClr val="FFFFFF"/>
                </a:solidFill>
                <a:latin typeface="FrutigerNext LT Regular" pitchFamily="34" charset="0"/>
                <a:ea typeface="华文细黑" pitchFamily="2" charset="-122"/>
              </a:rPr>
              <a:t>: 36-40pt </a:t>
            </a:r>
            <a:endParaRPr lang="en-US" altLang="zh-CN" sz="1600" dirty="0">
              <a:solidFill>
                <a:srgbClr val="FFFFFF"/>
              </a:solidFill>
              <a:latin typeface="FrutigerNext LT Regular" pitchFamily="34" charset="0"/>
              <a:ea typeface="华文细黑" pitchFamily="2" charset="-122"/>
            </a:endParaRPr>
          </a:p>
          <a:p>
            <a:pPr algn="r" defTabSz="784225" eaLnBrk="0" hangingPunct="0">
              <a:lnSpc>
                <a:spcPct val="125000"/>
              </a:lnSpc>
              <a:defRPr/>
            </a:pPr>
            <a:r>
              <a:rPr lang="en-US" sz="1600" noProof="1">
                <a:solidFill>
                  <a:srgbClr val="FFFFFF"/>
                </a:solidFill>
                <a:latin typeface="FrutigerNext LT Regular" pitchFamily="34" charset="0"/>
                <a:ea typeface="ＭＳ Ｐゴシック" pitchFamily="34" charset="-128"/>
              </a:rPr>
              <a:t>Slide </a:t>
            </a:r>
            <a:r>
              <a:rPr lang="en-US" sz="1600" noProof="1" smtClean="0">
                <a:solidFill>
                  <a:srgbClr val="FFFFFF"/>
                </a:solidFill>
                <a:latin typeface="FrutigerNext LT Regular" pitchFamily="34" charset="0"/>
                <a:ea typeface="ＭＳ Ｐゴシック" pitchFamily="34" charset="-128"/>
              </a:rPr>
              <a:t>subtitle</a:t>
            </a:r>
            <a:r>
              <a:rPr lang="en-US" altLang="zh-CN" sz="1600" dirty="0" smtClean="0">
                <a:solidFill>
                  <a:srgbClr val="FFFFFF"/>
                </a:solidFill>
                <a:latin typeface="FrutigerNext LT Regular" pitchFamily="34" charset="0"/>
                <a:ea typeface="华文细黑" pitchFamily="2" charset="-122"/>
              </a:rPr>
              <a:t>: 24pt</a:t>
            </a:r>
            <a:endParaRPr lang="en-US" altLang="zh-CN" sz="1600" dirty="0">
              <a:solidFill>
                <a:srgbClr val="FFFFFF"/>
              </a:solidFill>
              <a:latin typeface="FrutigerNext LT Regular" pitchFamily="34" charset="0"/>
              <a:ea typeface="华文细黑" pitchFamily="2" charset="-122"/>
            </a:endParaRPr>
          </a:p>
          <a:p>
            <a:pPr algn="r" defTabSz="784225" eaLnBrk="0" hangingPunct="0">
              <a:lnSpc>
                <a:spcPct val="125000"/>
              </a:lnSpc>
              <a:defRPr/>
            </a:pPr>
            <a:r>
              <a:rPr lang="en-US" altLang="zh-CN" sz="1600" kern="1200" dirty="0" smtClean="0">
                <a:solidFill>
                  <a:srgbClr val="FFFFFF"/>
                </a:solidFill>
                <a:latin typeface="FrutigerNext LT Regular" pitchFamily="34" charset="0"/>
                <a:ea typeface="ＭＳ Ｐゴシック" pitchFamily="34" charset="-128"/>
                <a:cs typeface="+mn-cs"/>
              </a:rPr>
              <a:t>Copy text: 20-32pt</a:t>
            </a:r>
          </a:p>
          <a:p>
            <a:pPr marL="0" marR="0" indent="0" algn="r" defTabSz="784225" rtl="0" eaLnBrk="0" fontAlgn="auto" latinLnBrk="0" hangingPunct="0">
              <a:lnSpc>
                <a:spcPct val="125000"/>
              </a:lnSpc>
              <a:spcBef>
                <a:spcPts val="0"/>
              </a:spcBef>
              <a:spcAft>
                <a:spcPts val="0"/>
              </a:spcAft>
              <a:buClrTx/>
              <a:buSzTx/>
              <a:buFontTx/>
              <a:buNone/>
              <a:tabLst/>
              <a:defRPr/>
            </a:pPr>
            <a:r>
              <a:rPr lang="en-US" altLang="zh-CN" sz="1600" dirty="0" smtClean="0">
                <a:solidFill>
                  <a:srgbClr val="FFFFFF"/>
                </a:solidFill>
                <a:latin typeface="FrutigerNext LT Regular" pitchFamily="34" charset="0"/>
                <a:ea typeface="华文细黑" pitchFamily="2" charset="-122"/>
              </a:rPr>
              <a:t>Color: black</a:t>
            </a:r>
          </a:p>
          <a:p>
            <a:pPr algn="r" defTabSz="784225" eaLnBrk="0" hangingPunct="0">
              <a:lnSpc>
                <a:spcPct val="125000"/>
              </a:lnSpc>
              <a:defRPr/>
            </a:pPr>
            <a:r>
              <a:rPr lang="zh-CN" altLang="en-US" sz="1600" dirty="0" smtClean="0">
                <a:solidFill>
                  <a:srgbClr val="FFFFFF"/>
                </a:solidFill>
                <a:latin typeface="FrutigerNext LT Regular" pitchFamily="34" charset="0"/>
                <a:ea typeface="ＭＳ Ｐゴシック" pitchFamily="34" charset="-128"/>
              </a:rPr>
              <a:t> </a:t>
            </a:r>
            <a:r>
              <a:rPr lang="en-US" altLang="zh-CN" sz="1600" dirty="0" smtClean="0">
                <a:solidFill>
                  <a:srgbClr val="FFFFFF"/>
                </a:solidFill>
                <a:latin typeface="FrutigerNext LT Regular" pitchFamily="34" charset="0"/>
                <a:ea typeface="ＭＳ Ｐゴシック" pitchFamily="34" charset="-128"/>
              </a:rPr>
              <a:t>Corporate Font</a:t>
            </a:r>
            <a:r>
              <a:rPr lang="en-US" altLang="zh-CN" sz="1600" dirty="0" smtClean="0">
                <a:solidFill>
                  <a:srgbClr val="FFFFFF"/>
                </a:solidFill>
                <a:latin typeface="FrutigerNext LT Regular" pitchFamily="34" charset="0"/>
                <a:ea typeface="华文细黑" pitchFamily="2" charset="-122"/>
              </a:rPr>
              <a:t>:</a:t>
            </a:r>
            <a:r>
              <a:rPr lang="en-US" altLang="zh-CN" sz="1600" baseline="0" dirty="0" smtClean="0">
                <a:solidFill>
                  <a:srgbClr val="FFFFFF"/>
                </a:solidFill>
                <a:latin typeface="FrutigerNext LT Regular" pitchFamily="34" charset="0"/>
                <a:ea typeface="华文细黑" pitchFamily="2" charset="-122"/>
              </a:rPr>
              <a:t> </a:t>
            </a:r>
            <a:r>
              <a:rPr lang="en-US" altLang="zh-CN" sz="1600" kern="1200" dirty="0" smtClean="0">
                <a:solidFill>
                  <a:srgbClr val="FFFFFF"/>
                </a:solidFill>
                <a:latin typeface="FrutigerNext LT Regular" pitchFamily="34" charset="0"/>
                <a:ea typeface="ＭＳ Ｐゴシック" pitchFamily="34" charset="-128"/>
                <a:cs typeface="+mn-cs"/>
              </a:rPr>
              <a:t>Arial</a:t>
            </a:r>
            <a:endParaRPr lang="en-US" altLang="zh-CN" sz="1600" kern="1200" dirty="0">
              <a:solidFill>
                <a:srgbClr val="FFFFFF"/>
              </a:solidFill>
              <a:latin typeface="FrutigerNext LT Regular" pitchFamily="34" charset="0"/>
              <a:ea typeface="ＭＳ Ｐゴシック" pitchFamily="34" charset="-128"/>
              <a:cs typeface="+mn-cs"/>
            </a:endParaRPr>
          </a:p>
        </p:txBody>
      </p:sp>
      <p:sp>
        <p:nvSpPr>
          <p:cNvPr id="9" name="Text Box 81"/>
          <p:cNvSpPr txBox="1">
            <a:spLocks noChangeArrowheads="1"/>
          </p:cNvSpPr>
          <p:nvPr userDrawn="1"/>
        </p:nvSpPr>
        <p:spPr bwMode="auto">
          <a:xfrm>
            <a:off x="12475405" y="397"/>
            <a:ext cx="3240360" cy="694662"/>
          </a:xfrm>
          <a:prstGeom prst="rect">
            <a:avLst/>
          </a:prstGeom>
          <a:noFill/>
          <a:ln w="9525" algn="ctr">
            <a:noFill/>
            <a:miter lim="800000"/>
            <a:headEnd/>
            <a:tailEnd/>
          </a:ln>
          <a:effectLst/>
        </p:spPr>
        <p:txBody>
          <a:bodyPr wrap="square" lIns="78345" tIns="39172" rIns="78345" bIns="39172">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algn="l" defTabSz="784225" rtl="0" eaLnBrk="0" latinLnBrk="0" hangingPunct="0">
              <a:lnSpc>
                <a:spcPct val="125000"/>
              </a:lnSpc>
              <a:defRPr/>
            </a:pPr>
            <a:r>
              <a:rPr lang="en-US" altLang="zh-CN" sz="1600" kern="1200" dirty="0" smtClean="0">
                <a:solidFill>
                  <a:srgbClr val="FFFFFF"/>
                </a:solidFill>
                <a:latin typeface="FrutigerNext LT Regular" pitchFamily="34" charset="0"/>
                <a:ea typeface="ＭＳ Ｐゴシック" pitchFamily="34" charset="-128"/>
                <a:cs typeface="+mn-cs"/>
              </a:rPr>
              <a:t>Top right corner for field-mark, customer or partner logotypes.</a:t>
            </a:r>
            <a:endParaRPr lang="en-US" altLang="zh-CN" sz="1600" kern="1200" dirty="0">
              <a:solidFill>
                <a:srgbClr val="FFFFFF"/>
              </a:solidFill>
              <a:latin typeface="FrutigerNext LT Regular" pitchFamily="34" charset="0"/>
              <a:ea typeface="ＭＳ Ｐゴシック" pitchFamily="34" charset="-128"/>
              <a:cs typeface="+mn-cs"/>
            </a:endParaRPr>
          </a:p>
        </p:txBody>
      </p:sp>
      <p:sp>
        <p:nvSpPr>
          <p:cNvPr id="27" name="Text Box 81"/>
          <p:cNvSpPr txBox="1">
            <a:spLocks noChangeArrowheads="1"/>
          </p:cNvSpPr>
          <p:nvPr userDrawn="1"/>
        </p:nvSpPr>
        <p:spPr bwMode="auto">
          <a:xfrm>
            <a:off x="12519163" y="909514"/>
            <a:ext cx="3675904" cy="2295100"/>
          </a:xfrm>
          <a:prstGeom prst="rect">
            <a:avLst/>
          </a:prstGeom>
          <a:noFill/>
          <a:ln w="9525" algn="ctr">
            <a:noFill/>
            <a:miter lim="800000"/>
            <a:headEnd/>
            <a:tailEnd/>
          </a:ln>
          <a:effectLst/>
        </p:spPr>
        <p:txBody>
          <a:bodyPr wrap="square" lIns="78345" tIns="39172" rIns="78345" bIns="39172">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216000" indent="-216000" algn="l" defTabSz="784225" rtl="0" eaLnBrk="0" latinLnBrk="0" hangingPunct="0">
              <a:lnSpc>
                <a:spcPct val="100000"/>
              </a:lnSpc>
              <a:buFont typeface="Arial" panose="020B0604020202020204" pitchFamily="34" charset="0"/>
              <a:buChar char="•"/>
              <a:defRPr/>
            </a:pPr>
            <a:r>
              <a:rPr lang="en-US" altLang="zh-CN" sz="1600" kern="1200" dirty="0" smtClean="0">
                <a:solidFill>
                  <a:srgbClr val="FFFFFF"/>
                </a:solidFill>
                <a:latin typeface="FrutigerNext LT Regular" pitchFamily="34" charset="0"/>
                <a:ea typeface="ＭＳ Ｐゴシック" pitchFamily="34" charset="-128"/>
                <a:cs typeface="+mn-cs"/>
              </a:rPr>
              <a:t>The ten standard colors below are allowed.</a:t>
            </a:r>
          </a:p>
          <a:p>
            <a:pPr marL="216000" indent="-216000" algn="l" defTabSz="784225" rtl="0" eaLnBrk="0" latinLnBrk="0" hangingPunct="0">
              <a:lnSpc>
                <a:spcPct val="100000"/>
              </a:lnSpc>
              <a:buFont typeface="Arial" panose="020B0604020202020204" pitchFamily="34" charset="0"/>
              <a:buChar char="•"/>
              <a:defRPr/>
            </a:pPr>
            <a:r>
              <a:rPr lang="en-US" altLang="zh-CN" sz="1600" kern="1200" dirty="0" smtClean="0">
                <a:solidFill>
                  <a:srgbClr val="FFFFFF"/>
                </a:solidFill>
                <a:latin typeface="FrutigerNext LT Regular" pitchFamily="34" charset="0"/>
                <a:ea typeface="ＭＳ Ｐゴシック" pitchFamily="34" charset="-128"/>
                <a:cs typeface="+mn-cs"/>
              </a:rPr>
              <a:t>The colors should be used to be consistent with the structure and understanding of the content along the whole presentation.</a:t>
            </a:r>
          </a:p>
          <a:p>
            <a:pPr marL="216000" indent="-216000" algn="l" defTabSz="784225" rtl="0" eaLnBrk="0" latinLnBrk="0" hangingPunct="0">
              <a:lnSpc>
                <a:spcPct val="100000"/>
              </a:lnSpc>
              <a:buFont typeface="Arial" panose="020B0604020202020204" pitchFamily="34" charset="0"/>
              <a:buChar char="•"/>
              <a:defRPr/>
            </a:pPr>
            <a:r>
              <a:rPr lang="en-US" altLang="zh-CN" sz="1600" kern="1200" dirty="0" smtClean="0">
                <a:solidFill>
                  <a:srgbClr val="FFFFFF"/>
                </a:solidFill>
                <a:latin typeface="FrutigerNext LT Regular" pitchFamily="34" charset="0"/>
                <a:ea typeface="ＭＳ Ｐゴシック" pitchFamily="34" charset="-128"/>
                <a:cs typeface="+mn-cs"/>
              </a:rPr>
              <a:t>Do not use more and different colors in single slide.</a:t>
            </a:r>
          </a:p>
          <a:p>
            <a:pPr marL="0" algn="l" defTabSz="784225" rtl="0" eaLnBrk="0" latinLnBrk="0" hangingPunct="0">
              <a:lnSpc>
                <a:spcPct val="100000"/>
              </a:lnSpc>
              <a:defRPr/>
            </a:pPr>
            <a:r>
              <a:rPr lang="en-US" altLang="zh-CN" sz="1600" kern="1200" dirty="0" smtClean="0">
                <a:solidFill>
                  <a:srgbClr val="FFFFFF"/>
                </a:solidFill>
                <a:latin typeface="FrutigerNext LT Regular" pitchFamily="34" charset="0"/>
                <a:ea typeface="ＭＳ Ｐゴシック" pitchFamily="34" charset="-128"/>
                <a:cs typeface="+mn-cs"/>
              </a:rPr>
              <a:t> </a:t>
            </a:r>
            <a:endParaRPr lang="en-US" altLang="zh-CN" sz="1600" kern="1200" dirty="0">
              <a:solidFill>
                <a:srgbClr val="FFFFFF"/>
              </a:solidFill>
              <a:latin typeface="FrutigerNext LT Regular" pitchFamily="34" charset="0"/>
              <a:ea typeface="ＭＳ Ｐゴシック" pitchFamily="34" charset="-128"/>
              <a:cs typeface="+mn-cs"/>
            </a:endParaRPr>
          </a:p>
        </p:txBody>
      </p:sp>
      <p:grpSp>
        <p:nvGrpSpPr>
          <p:cNvPr id="28" name="组合 27"/>
          <p:cNvGrpSpPr/>
          <p:nvPr userDrawn="1"/>
        </p:nvGrpSpPr>
        <p:grpSpPr>
          <a:xfrm>
            <a:off x="12666683" y="3285778"/>
            <a:ext cx="1149916" cy="2874780"/>
            <a:chOff x="7770786" y="8619830"/>
            <a:chExt cx="928124" cy="2320305"/>
          </a:xfrm>
        </p:grpSpPr>
        <p:sp>
          <p:nvSpPr>
            <p:cNvPr id="29" name="矩形 28"/>
            <p:cNvSpPr/>
            <p:nvPr userDrawn="1"/>
          </p:nvSpPr>
          <p:spPr>
            <a:xfrm>
              <a:off x="7770786" y="8619830"/>
              <a:ext cx="464062" cy="464061"/>
            </a:xfrm>
            <a:prstGeom prst="rect">
              <a:avLst/>
            </a:prstGeom>
            <a:solidFill>
              <a:srgbClr val="F66F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0" name="矩形 29"/>
            <p:cNvSpPr/>
            <p:nvPr userDrawn="1"/>
          </p:nvSpPr>
          <p:spPr>
            <a:xfrm>
              <a:off x="8234848" y="8619830"/>
              <a:ext cx="464062" cy="464061"/>
            </a:xfrm>
            <a:prstGeom prst="rect">
              <a:avLst/>
            </a:prstGeom>
            <a:solidFill>
              <a:srgbClr val="15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1" name="矩形 30"/>
            <p:cNvSpPr/>
            <p:nvPr userDrawn="1"/>
          </p:nvSpPr>
          <p:spPr>
            <a:xfrm>
              <a:off x="7770786" y="9083891"/>
              <a:ext cx="464062" cy="464061"/>
            </a:xfrm>
            <a:prstGeom prst="rect">
              <a:avLst/>
            </a:prstGeom>
            <a:solidFill>
              <a:srgbClr val="F7A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2" name="矩形 31"/>
            <p:cNvSpPr/>
            <p:nvPr userDrawn="1"/>
          </p:nvSpPr>
          <p:spPr>
            <a:xfrm>
              <a:off x="8234848" y="9083891"/>
              <a:ext cx="464062" cy="464061"/>
            </a:xfrm>
            <a:prstGeom prst="rect">
              <a:avLst/>
            </a:prstGeom>
            <a:solidFill>
              <a:srgbClr val="59C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3" name="矩形 32"/>
            <p:cNvSpPr/>
            <p:nvPr userDrawn="1"/>
          </p:nvSpPr>
          <p:spPr>
            <a:xfrm>
              <a:off x="7770786" y="9547952"/>
              <a:ext cx="464062" cy="464061"/>
            </a:xfrm>
            <a:prstGeom prst="rect">
              <a:avLst/>
            </a:prstGeom>
            <a:solidFill>
              <a:srgbClr val="FFDF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4" name="矩形 33"/>
            <p:cNvSpPr/>
            <p:nvPr userDrawn="1"/>
          </p:nvSpPr>
          <p:spPr>
            <a:xfrm>
              <a:off x="8234848" y="9547952"/>
              <a:ext cx="464062" cy="464061"/>
            </a:xfrm>
            <a:prstGeom prst="rect">
              <a:avLst/>
            </a:prstGeom>
            <a:solidFill>
              <a:srgbClr val="84D0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sp>
          <p:nvSpPr>
            <p:cNvPr id="35" name="矩形 34"/>
            <p:cNvSpPr/>
            <p:nvPr userDrawn="1"/>
          </p:nvSpPr>
          <p:spPr>
            <a:xfrm>
              <a:off x="7770786" y="10012013"/>
              <a:ext cx="464062" cy="464061"/>
            </a:xfrm>
            <a:prstGeom prst="rect">
              <a:avLst/>
            </a:prstGeom>
            <a:solidFill>
              <a:srgbClr val="FF0000"/>
            </a:solidFill>
            <a:ln w="9525">
              <a:noFill/>
              <a:miter lim="800000"/>
              <a:headEnd/>
              <a:tailEnd/>
            </a:ln>
            <a:effectLst/>
          </p:spPr>
          <p:txBody>
            <a:bodyPr wrap="none" anchor="ct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lvl="0"/>
              <a:endParaRPr lang="zh-CN" altLang="en-US" dirty="0">
                <a:solidFill>
                  <a:schemeClr val="tx1"/>
                </a:solidFill>
              </a:endParaRPr>
            </a:p>
          </p:txBody>
        </p:sp>
        <p:sp>
          <p:nvSpPr>
            <p:cNvPr id="36" name="矩形 35"/>
            <p:cNvSpPr/>
            <p:nvPr userDrawn="1"/>
          </p:nvSpPr>
          <p:spPr>
            <a:xfrm>
              <a:off x="8234848" y="10012013"/>
              <a:ext cx="464062" cy="464061"/>
            </a:xfrm>
            <a:prstGeom prst="rect">
              <a:avLst/>
            </a:prstGeom>
            <a:solidFill>
              <a:schemeClr val="tx1"/>
            </a:solidFill>
            <a:ln w="9525">
              <a:noFill/>
              <a:miter lim="800000"/>
              <a:headEnd/>
              <a:tailEnd/>
            </a:ln>
            <a:effectLst/>
          </p:spPr>
          <p:txBody>
            <a:bodyPr wrap="none" anchor="ct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lvl="0"/>
              <a:endParaRPr lang="zh-CN" altLang="en-US">
                <a:solidFill>
                  <a:schemeClr val="tx1"/>
                </a:solidFill>
              </a:endParaRPr>
            </a:p>
          </p:txBody>
        </p:sp>
        <p:sp>
          <p:nvSpPr>
            <p:cNvPr id="37" name="矩形 36"/>
            <p:cNvSpPr/>
            <p:nvPr userDrawn="1"/>
          </p:nvSpPr>
          <p:spPr>
            <a:xfrm>
              <a:off x="7770786" y="10476074"/>
              <a:ext cx="464062" cy="464061"/>
            </a:xfrm>
            <a:prstGeom prst="rect">
              <a:avLst/>
            </a:prstGeom>
            <a:solidFill>
              <a:srgbClr val="CCCCCC"/>
            </a:solidFill>
            <a:ln w="9525">
              <a:noFill/>
              <a:miter lim="800000"/>
              <a:headEnd/>
              <a:tailEnd/>
            </a:ln>
            <a:effectLst/>
          </p:spPr>
          <p:txBody>
            <a:bodyPr wrap="none" anchor="ct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lvl="0"/>
              <a:endParaRPr lang="zh-CN" altLang="en-US">
                <a:solidFill>
                  <a:schemeClr val="tx1"/>
                </a:solidFill>
              </a:endParaRPr>
            </a:p>
          </p:txBody>
        </p:sp>
        <p:sp>
          <p:nvSpPr>
            <p:cNvPr id="38" name="矩形 37"/>
            <p:cNvSpPr/>
            <p:nvPr userDrawn="1"/>
          </p:nvSpPr>
          <p:spPr>
            <a:xfrm>
              <a:off x="8234848" y="10476074"/>
              <a:ext cx="464062" cy="46406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a:endParaRPr lang="zh-CN" altLang="en-US"/>
            </a:p>
          </p:txBody>
        </p:sp>
      </p:grpSp>
    </p:spTree>
    <p:extLst>
      <p:ext uri="{BB962C8B-B14F-4D97-AF65-F5344CB8AC3E}">
        <p14:creationId xmlns:p14="http://schemas.microsoft.com/office/powerpoint/2010/main" val="329144238"/>
      </p:ext>
    </p:extLst>
  </p:cSld>
  <p:clrMap bg1="lt1" tx1="dk1" bg2="lt2" tx2="dk2" accent1="accent1" accent2="accent2" accent3="accent3" accent4="accent4" accent5="accent5" accent6="accent6" hlink="hlink" folHlink="folHlink"/>
  <p:sldLayoutIdLst>
    <p:sldLayoutId id="2147483667" r:id="rId1"/>
  </p:sldLayoutIdLst>
  <p:timing>
    <p:tnLst>
      <p:par>
        <p:cTn id="1" dur="indefinite" restart="never" nodeType="tmRoot"/>
      </p:par>
    </p:tnLst>
  </p:timing>
  <p:txStyles>
    <p:titleStyle>
      <a:lvl1pPr algn="ctr" defTabSz="1219444" rtl="0" eaLnBrk="1" latinLnBrk="0" hangingPunct="1">
        <a:spcBef>
          <a:spcPct val="0"/>
        </a:spcBef>
        <a:buNone/>
        <a:defRPr sz="5900" kern="1200">
          <a:solidFill>
            <a:schemeClr val="tx1"/>
          </a:solidFill>
          <a:latin typeface="+mj-lt"/>
          <a:ea typeface="+mj-ea"/>
          <a:cs typeface="+mj-cs"/>
        </a:defRPr>
      </a:lvl1pPr>
    </p:titleStyle>
    <p:bodyStyle>
      <a:lvl1pPr marL="457291" indent="-457291" algn="l" defTabSz="1219444" rtl="0" eaLnBrk="1" latinLnBrk="0" hangingPunct="1">
        <a:spcBef>
          <a:spcPct val="20000"/>
        </a:spcBef>
        <a:buFont typeface="Arial" pitchFamily="34" charset="0"/>
        <a:buChar char="•"/>
        <a:defRPr sz="4300" kern="1200">
          <a:solidFill>
            <a:schemeClr val="tx1"/>
          </a:solidFill>
          <a:latin typeface="+mn-lt"/>
          <a:ea typeface="+mn-ea"/>
          <a:cs typeface="+mn-cs"/>
        </a:defRPr>
      </a:lvl1pPr>
      <a:lvl2pPr marL="990798" indent="-381076" algn="l" defTabSz="1219444" rtl="0" eaLnBrk="1" latinLnBrk="0" hangingPunct="1">
        <a:spcBef>
          <a:spcPct val="20000"/>
        </a:spcBef>
        <a:buFont typeface="Arial" pitchFamily="34" charset="0"/>
        <a:buChar char="–"/>
        <a:defRPr sz="3700" kern="1200">
          <a:solidFill>
            <a:schemeClr val="tx1"/>
          </a:solidFill>
          <a:latin typeface="+mn-lt"/>
          <a:ea typeface="+mn-ea"/>
          <a:cs typeface="+mn-cs"/>
        </a:defRPr>
      </a:lvl2pPr>
      <a:lvl3pPr marL="1524305" indent="-304861" algn="l" defTabSz="1219444"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4027"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4pPr>
      <a:lvl5pPr marL="2743749"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5pPr>
      <a:lvl6pPr marL="3353471"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192"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2914"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2636"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zh-CN"/>
      </a:defPPr>
      <a:lvl1pPr marL="0" algn="l" defTabSz="1219444" rtl="0" eaLnBrk="1" latinLnBrk="0" hangingPunct="1">
        <a:defRPr sz="2400" kern="1200">
          <a:solidFill>
            <a:schemeClr val="tx1"/>
          </a:solidFill>
          <a:latin typeface="+mn-lt"/>
          <a:ea typeface="+mn-ea"/>
          <a:cs typeface="+mn-cs"/>
        </a:defRPr>
      </a:lvl1pPr>
      <a:lvl2pPr marL="609722" algn="l" defTabSz="1219444" rtl="0" eaLnBrk="1" latinLnBrk="0" hangingPunct="1">
        <a:defRPr sz="2400" kern="1200">
          <a:solidFill>
            <a:schemeClr val="tx1"/>
          </a:solidFill>
          <a:latin typeface="+mn-lt"/>
          <a:ea typeface="+mn-ea"/>
          <a:cs typeface="+mn-cs"/>
        </a:defRPr>
      </a:lvl2pPr>
      <a:lvl3pPr marL="1219444" algn="l" defTabSz="1219444" rtl="0" eaLnBrk="1" latinLnBrk="0" hangingPunct="1">
        <a:defRPr sz="2400" kern="1200">
          <a:solidFill>
            <a:schemeClr val="tx1"/>
          </a:solidFill>
          <a:latin typeface="+mn-lt"/>
          <a:ea typeface="+mn-ea"/>
          <a:cs typeface="+mn-cs"/>
        </a:defRPr>
      </a:lvl3pPr>
      <a:lvl4pPr marL="1829166" algn="l" defTabSz="1219444" rtl="0" eaLnBrk="1" latinLnBrk="0" hangingPunct="1">
        <a:defRPr sz="2400" kern="1200">
          <a:solidFill>
            <a:schemeClr val="tx1"/>
          </a:solidFill>
          <a:latin typeface="+mn-lt"/>
          <a:ea typeface="+mn-ea"/>
          <a:cs typeface="+mn-cs"/>
        </a:defRPr>
      </a:lvl4pPr>
      <a:lvl5pPr marL="2438888" algn="l" defTabSz="1219444" rtl="0" eaLnBrk="1" latinLnBrk="0" hangingPunct="1">
        <a:defRPr sz="2400" kern="1200">
          <a:solidFill>
            <a:schemeClr val="tx1"/>
          </a:solidFill>
          <a:latin typeface="+mn-lt"/>
          <a:ea typeface="+mn-ea"/>
          <a:cs typeface="+mn-cs"/>
        </a:defRPr>
      </a:lvl5pPr>
      <a:lvl6pPr marL="3048610" algn="l" defTabSz="1219444" rtl="0" eaLnBrk="1" latinLnBrk="0" hangingPunct="1">
        <a:defRPr sz="2400" kern="1200">
          <a:solidFill>
            <a:schemeClr val="tx1"/>
          </a:solidFill>
          <a:latin typeface="+mn-lt"/>
          <a:ea typeface="+mn-ea"/>
          <a:cs typeface="+mn-cs"/>
        </a:defRPr>
      </a:lvl6pPr>
      <a:lvl7pPr marL="3658332" algn="l" defTabSz="1219444" rtl="0" eaLnBrk="1" latinLnBrk="0" hangingPunct="1">
        <a:defRPr sz="2400" kern="1200">
          <a:solidFill>
            <a:schemeClr val="tx1"/>
          </a:solidFill>
          <a:latin typeface="+mn-lt"/>
          <a:ea typeface="+mn-ea"/>
          <a:cs typeface="+mn-cs"/>
        </a:defRPr>
      </a:lvl7pPr>
      <a:lvl8pPr marL="4268053" algn="l" defTabSz="1219444" rtl="0" eaLnBrk="1" latinLnBrk="0" hangingPunct="1">
        <a:defRPr sz="2400" kern="1200">
          <a:solidFill>
            <a:schemeClr val="tx1"/>
          </a:solidFill>
          <a:latin typeface="+mn-lt"/>
          <a:ea typeface="+mn-ea"/>
          <a:cs typeface="+mn-cs"/>
        </a:defRPr>
      </a:lvl8pPr>
      <a:lvl9pPr marL="4877775" algn="l" defTabSz="1219444"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9" descr="d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6226030"/>
            <a:ext cx="12203644" cy="636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ext Box 8"/>
          <p:cNvSpPr txBox="1">
            <a:spLocks noChangeArrowheads="1"/>
          </p:cNvSpPr>
          <p:nvPr/>
        </p:nvSpPr>
        <p:spPr bwMode="auto">
          <a:xfrm>
            <a:off x="870178" y="6440391"/>
            <a:ext cx="2447733"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TECHNOLOGIES CO., LTD.</a:t>
            </a:r>
            <a:endParaRPr lang="en-US" altLang="zh-CN" sz="2200" smtClean="0">
              <a:solidFill>
                <a:srgbClr val="000000"/>
              </a:solidFill>
              <a:latin typeface="Arial" panose="020B0604020202020204" pitchFamily="34" charset="0"/>
            </a:endParaRPr>
          </a:p>
        </p:txBody>
      </p:sp>
      <p:pic>
        <p:nvPicPr>
          <p:cNvPr id="1028" name="Picture 9" descr="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014441" y="6400695"/>
            <a:ext cx="1748822" cy="312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2" name="Rectangle 10"/>
          <p:cNvSpPr>
            <a:spLocks noGrp="1" noChangeArrowheads="1"/>
          </p:cNvSpPr>
          <p:nvPr>
            <p:ph type="dt" sz="half" idx="2"/>
          </p:nvPr>
        </p:nvSpPr>
        <p:spPr bwMode="auto">
          <a:xfrm>
            <a:off x="8483693" y="6491203"/>
            <a:ext cx="2796844" cy="455718"/>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nSpc>
                <a:spcPct val="85000"/>
              </a:lnSpc>
              <a:defRPr>
                <a:solidFill>
                  <a:schemeClr val="tx1"/>
                </a:solidFill>
                <a:latin typeface="FrutigerNext LT Bold" panose="020B0803040504020204" pitchFamily="34" charset="0"/>
              </a:defRPr>
            </a:lvl1pPr>
          </a:lstStyle>
          <a:p>
            <a:pPr defTabSz="914583" eaLnBrk="0" fontAlgn="base" hangingPunct="0">
              <a:spcBef>
                <a:spcPct val="0"/>
              </a:spcBef>
              <a:spcAft>
                <a:spcPct val="0"/>
              </a:spcAft>
              <a:defRPr/>
            </a:pPr>
            <a:r>
              <a:rPr lang="de-DE" altLang="zh-CN" sz="1200" smtClean="0">
                <a:solidFill>
                  <a:srgbClr val="000000"/>
                </a:solidFill>
                <a:ea typeface="MS PGothic" panose="020B0600070205080204" pitchFamily="34" charset="-128"/>
              </a:rPr>
              <a:t>Page </a:t>
            </a:r>
            <a:fld id="{6068E354-BDB1-43E7-A88D-A157CD0DB142}" type="slidenum">
              <a:rPr lang="de-DE" altLang="zh-CN" sz="1200" smtClean="0">
                <a:solidFill>
                  <a:srgbClr val="000000"/>
                </a:solidFill>
                <a:ea typeface="MS PGothic" panose="020B0600070205080204" pitchFamily="34" charset="-128"/>
              </a:rPr>
              <a:pPr defTabSz="914583" eaLnBrk="0" fontAlgn="base" hangingPunct="0">
                <a:spcBef>
                  <a:spcPct val="0"/>
                </a:spcBef>
                <a:spcAft>
                  <a:spcPct val="0"/>
                </a:spcAft>
                <a:defRPr/>
              </a:pPr>
              <a:t>‹#›</a:t>
            </a:fld>
            <a:endParaRPr lang="en-GB" altLang="zh-CN" sz="1200">
              <a:solidFill>
                <a:srgbClr val="000000"/>
              </a:solidFill>
              <a:ea typeface="MS PGothic" panose="020B0600070205080204" pitchFamily="34" charset="-128"/>
            </a:endParaRPr>
          </a:p>
        </p:txBody>
      </p:sp>
      <p:sp>
        <p:nvSpPr>
          <p:cNvPr id="1030" name="Rectangle 13"/>
          <p:cNvSpPr>
            <a:spLocks noGrp="1" noChangeArrowheads="1"/>
          </p:cNvSpPr>
          <p:nvPr>
            <p:ph type="title"/>
          </p:nvPr>
        </p:nvSpPr>
        <p:spPr bwMode="auto">
          <a:xfrm>
            <a:off x="527188" y="44460"/>
            <a:ext cx="10329905" cy="87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139" tIns="40069" rIns="80139" bIns="40069" numCol="1" anchor="ctr" anchorCtr="0" compatLnSpc="1">
            <a:prstTxWarp prst="textNoShape">
              <a:avLst/>
            </a:prstTxWarp>
          </a:bodyPr>
          <a:lstStyle/>
          <a:p>
            <a:pPr lvl="0"/>
            <a:r>
              <a:rPr lang="zh-CN" altLang="en-US" smtClean="0"/>
              <a:t>单击此处编辑母版标题样式</a:t>
            </a:r>
          </a:p>
        </p:txBody>
      </p:sp>
      <p:sp>
        <p:nvSpPr>
          <p:cNvPr id="1031" name="Rectangle 21"/>
          <p:cNvSpPr>
            <a:spLocks noChangeArrowheads="1"/>
          </p:cNvSpPr>
          <p:nvPr/>
        </p:nvSpPr>
        <p:spPr bwMode="auto">
          <a:xfrm>
            <a:off x="5191418" y="6440391"/>
            <a:ext cx="1564415" cy="26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Confidential </a:t>
            </a:r>
          </a:p>
        </p:txBody>
      </p:sp>
      <p:sp>
        <p:nvSpPr>
          <p:cNvPr id="1032" name="Rectangle 22"/>
          <p:cNvSpPr>
            <a:spLocks noChangeArrowheads="1"/>
          </p:cNvSpPr>
          <p:nvPr/>
        </p:nvSpPr>
        <p:spPr bwMode="auto">
          <a:xfrm>
            <a:off x="-2544895" y="528760"/>
            <a:ext cx="2460207" cy="5308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英文标题</a:t>
            </a:r>
            <a:r>
              <a:rPr lang="en-US" altLang="zh-CN" sz="1100" smtClean="0">
                <a:solidFill>
                  <a:srgbClr val="FFFFFF"/>
                </a:solidFill>
                <a:latin typeface="Arial" panose="020B0604020202020204" pitchFamily="34" charset="0"/>
                <a:ea typeface="华文细黑" panose="02010600040101010101" pitchFamily="2" charset="-122"/>
              </a:rPr>
              <a:t>:32-35pt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 R153 G0 B0</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内部使用字体 </a:t>
            </a:r>
            <a:r>
              <a:rPr lang="en-US" altLang="zh-CN" sz="1100" smtClean="0">
                <a:solidFill>
                  <a:srgbClr val="FFFFFF"/>
                </a:solidFill>
                <a:ea typeface="华文细黑" panose="02010600040101010101" pitchFamily="2" charset="-122"/>
              </a:rPr>
              <a: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en-US" altLang="zh-CN" sz="1100" smtClean="0">
                <a:solidFill>
                  <a:srgbClr val="FFFFFF"/>
                </a:solidFill>
                <a:ea typeface="华文细黑" panose="02010600040101010101" pitchFamily="2" charset="-122"/>
              </a:rPr>
              <a:t>FrutigerNext LT Medium</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外部使用字体 </a:t>
            </a:r>
            <a:r>
              <a:rPr lang="en-US" altLang="zh-CN" sz="1100" smtClean="0">
                <a:solidFill>
                  <a:srgbClr val="FFFFFF"/>
                </a:solidFill>
                <a:ea typeface="华文细黑" panose="02010600040101010101" pitchFamily="2" charset="-122"/>
              </a:rPr>
              <a:t>: Arial</a:t>
            </a:r>
          </a:p>
          <a:p>
            <a:pPr algn="r" fontAlgn="base">
              <a:lnSpc>
                <a:spcPct val="7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中文标题</a:t>
            </a:r>
            <a:r>
              <a:rPr lang="en-US" altLang="zh-CN" sz="1100" smtClean="0">
                <a:solidFill>
                  <a:srgbClr val="FFFFFF"/>
                </a:solidFill>
                <a:latin typeface="Arial" panose="020B0604020202020204" pitchFamily="34" charset="0"/>
                <a:ea typeface="华文细黑" panose="02010600040101010101" pitchFamily="2" charset="-122"/>
              </a:rPr>
              <a:t>:30-32pt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 R153 G0 B0</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黑体</a:t>
            </a: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英文正文</a:t>
            </a:r>
            <a:r>
              <a:rPr lang="en-US" altLang="zh-CN" sz="1100" smtClean="0">
                <a:solidFill>
                  <a:srgbClr val="FFFFFF"/>
                </a:solidFill>
                <a:latin typeface="Arial" panose="020B0604020202020204" pitchFamily="34" charset="0"/>
                <a:ea typeface="华文细黑" panose="02010600040101010101" pitchFamily="2" charset="-122"/>
              </a:rPr>
              <a:t>:20-22pt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子目录 </a:t>
            </a:r>
            <a:r>
              <a:rPr lang="en-US" altLang="zh-CN" sz="1100" smtClean="0">
                <a:solidFill>
                  <a:srgbClr val="FFFFFF"/>
                </a:solidFill>
                <a:latin typeface="Arial" panose="020B0604020202020204" pitchFamily="34" charset="0"/>
                <a:ea typeface="华文细黑" panose="02010600040101010101" pitchFamily="2" charset="-122"/>
              </a:rPr>
              <a:t>(2-5</a:t>
            </a:r>
            <a:r>
              <a:rPr lang="zh-CN" altLang="en-US" sz="1100" smtClean="0">
                <a:solidFill>
                  <a:srgbClr val="FFFFFF"/>
                </a:solidFill>
                <a:latin typeface="Arial" panose="020B0604020202020204" pitchFamily="34" charset="0"/>
                <a:ea typeface="华文细黑" panose="02010600040101010101" pitchFamily="2" charset="-122"/>
              </a:rPr>
              <a:t>级</a:t>
            </a:r>
            <a:r>
              <a:rPr lang="en-US" altLang="zh-CN" sz="1100" smtClean="0">
                <a:solidFill>
                  <a:srgbClr val="FFFFFF"/>
                </a:solidFill>
                <a:latin typeface="Arial" panose="020B0604020202020204" pitchFamily="34" charset="0"/>
                <a:ea typeface="华文细黑" panose="02010600040101010101" pitchFamily="2" charset="-122"/>
              </a:rPr>
              <a:t>) :18pt  </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黑色</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内部使用字体 </a:t>
            </a:r>
            <a:r>
              <a:rPr lang="en-US" altLang="zh-CN" sz="1100" smtClean="0">
                <a:solidFill>
                  <a:srgbClr val="FFFFFF"/>
                </a:solidFill>
                <a:ea typeface="华文细黑" panose="02010600040101010101" pitchFamily="2" charset="-122"/>
              </a:rPr>
              <a: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en-US" altLang="zh-CN" sz="1100" smtClean="0">
                <a:solidFill>
                  <a:srgbClr val="FFFFFF"/>
                </a:solidFill>
                <a:ea typeface="华文细黑" panose="02010600040101010101" pitchFamily="2" charset="-122"/>
              </a:rPr>
              <a:t>FrutigerNext LT Regular</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外部使用字体 </a:t>
            </a:r>
            <a:r>
              <a:rPr lang="en-US" altLang="zh-CN" sz="1100" smtClean="0">
                <a:solidFill>
                  <a:srgbClr val="FFFFFF"/>
                </a:solidFill>
                <a:ea typeface="华文细黑" panose="02010600040101010101" pitchFamily="2" charset="-122"/>
              </a:rPr>
              <a:t>: Arial</a:t>
            </a:r>
          </a:p>
          <a:p>
            <a:pPr algn="r" fontAlgn="base">
              <a:lnSpc>
                <a:spcPct val="7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中文正文</a:t>
            </a:r>
            <a:r>
              <a:rPr lang="en-US" altLang="zh-CN" sz="1100" smtClean="0">
                <a:solidFill>
                  <a:srgbClr val="FFFFFF"/>
                </a:solidFill>
                <a:latin typeface="Arial" panose="020B0604020202020204" pitchFamily="34" charset="0"/>
                <a:ea typeface="华文细黑" panose="02010600040101010101" pitchFamily="2" charset="-122"/>
              </a:rPr>
              <a:t>:18-20pt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子目录</a:t>
            </a:r>
            <a:r>
              <a:rPr lang="en-US" altLang="zh-CN" sz="1100" smtClean="0">
                <a:solidFill>
                  <a:srgbClr val="FFFFFF"/>
                </a:solidFill>
                <a:latin typeface="Arial" panose="020B0604020202020204" pitchFamily="34" charset="0"/>
                <a:ea typeface="华文细黑" panose="02010600040101010101" pitchFamily="2" charset="-122"/>
              </a:rPr>
              <a:t>(2-5</a:t>
            </a:r>
            <a:r>
              <a:rPr lang="zh-CN" altLang="en-US" sz="1100" smtClean="0">
                <a:solidFill>
                  <a:srgbClr val="FFFFFF"/>
                </a:solidFill>
                <a:latin typeface="Arial" panose="020B0604020202020204" pitchFamily="34" charset="0"/>
                <a:ea typeface="华文细黑" panose="02010600040101010101" pitchFamily="2" charset="-122"/>
              </a:rPr>
              <a:t>级</a:t>
            </a:r>
            <a:r>
              <a:rPr lang="en-US" altLang="zh-CN" sz="1100" smtClean="0">
                <a:solidFill>
                  <a:srgbClr val="FFFFFF"/>
                </a:solidFill>
                <a:latin typeface="Arial" panose="020B0604020202020204" pitchFamily="34" charset="0"/>
                <a:ea typeface="华文细黑" panose="02010600040101010101" pitchFamily="2" charset="-122"/>
              </a:rPr>
              <a:t>):18pt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黑色</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细黑体 </a:t>
            </a: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000000"/>
              </a:solidFill>
              <a:latin typeface="Arial" panose="020B0604020202020204" pitchFamily="34" charset="0"/>
              <a:ea typeface="华文细黑" panose="02010600040101010101" pitchFamily="2" charset="-122"/>
            </a:endParaRPr>
          </a:p>
        </p:txBody>
      </p:sp>
      <p:sp>
        <p:nvSpPr>
          <p:cNvPr id="1033" name="Rectangle 62"/>
          <p:cNvSpPr>
            <a:spLocks noChangeArrowheads="1"/>
          </p:cNvSpPr>
          <p:nvPr/>
        </p:nvSpPr>
        <p:spPr bwMode="auto">
          <a:xfrm>
            <a:off x="12269279" y="1424318"/>
            <a:ext cx="1399480" cy="200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配色参考方案：</a:t>
            </a:r>
          </a:p>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建议同一页面内不超过四种颜色，以下是</a:t>
            </a:r>
            <a:r>
              <a:rPr lang="en-US" altLang="zh-CN" sz="1100" smtClean="0">
                <a:solidFill>
                  <a:srgbClr val="FFFFFF"/>
                </a:solidFill>
                <a:latin typeface="华文细黑" panose="02010600040101010101" pitchFamily="2" charset="-122"/>
                <a:ea typeface="华文细黑" panose="02010600040101010101" pitchFamily="2" charset="-122"/>
              </a:rPr>
              <a:t>13</a:t>
            </a:r>
            <a:r>
              <a:rPr lang="zh-CN" altLang="en-US" sz="1100" smtClean="0">
                <a:solidFill>
                  <a:srgbClr val="FFFFFF"/>
                </a:solidFill>
                <a:latin typeface="华文细黑" panose="02010600040101010101" pitchFamily="2" charset="-122"/>
                <a:ea typeface="华文细黑" panose="02010600040101010101" pitchFamily="2" charset="-122"/>
              </a:rPr>
              <a:t>组配色方案，同一页面内只选择一组使用。（仅供参考）</a:t>
            </a:r>
          </a:p>
          <a:p>
            <a:pP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zh-CN" altLang="en-US" sz="1100" smtClean="0">
              <a:solidFill>
                <a:srgbClr val="FFFFFF"/>
              </a:solidFill>
              <a:latin typeface="华文细黑" panose="02010600040101010101" pitchFamily="2" charset="-122"/>
              <a:ea typeface="华文细黑" panose="02010600040101010101" pitchFamily="2" charset="-122"/>
            </a:endParaRPr>
          </a:p>
        </p:txBody>
      </p:sp>
      <p:sp>
        <p:nvSpPr>
          <p:cNvPr id="1034" name="Rectangle 65"/>
          <p:cNvSpPr>
            <a:spLocks noChangeArrowheads="1"/>
          </p:cNvSpPr>
          <p:nvPr/>
        </p:nvSpPr>
        <p:spPr bwMode="auto">
          <a:xfrm>
            <a:off x="12269279" y="-61927"/>
            <a:ext cx="1399480" cy="838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客户或者合作伙伴的标志放在右上角</a:t>
            </a:r>
            <a:r>
              <a:rPr lang="en-US" altLang="zh-CN" sz="1100" smtClean="0">
                <a:solidFill>
                  <a:srgbClr val="FFFFFF"/>
                </a:solidFill>
                <a:latin typeface="华文细黑" panose="02010600040101010101" pitchFamily="2" charset="-122"/>
                <a:ea typeface="华文细黑" panose="02010600040101010101" pitchFamily="2" charset="-122"/>
              </a:rPr>
              <a:t>.</a:t>
            </a:r>
          </a:p>
          <a:p>
            <a:pP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zh-CN" altLang="en-US" sz="1100" smtClean="0">
              <a:solidFill>
                <a:srgbClr val="FFFFFF"/>
              </a:solidFill>
              <a:latin typeface="华文细黑" panose="02010600040101010101" pitchFamily="2" charset="-122"/>
              <a:ea typeface="华文细黑" panose="02010600040101010101" pitchFamily="2" charset="-122"/>
            </a:endParaRPr>
          </a:p>
        </p:txBody>
      </p:sp>
      <p:sp>
        <p:nvSpPr>
          <p:cNvPr id="1035" name="Rectangle 68"/>
          <p:cNvSpPr>
            <a:spLocks noGrp="1" noChangeArrowheads="1"/>
          </p:cNvSpPr>
          <p:nvPr>
            <p:ph type="body" idx="1"/>
          </p:nvPr>
        </p:nvSpPr>
        <p:spPr bwMode="auto">
          <a:xfrm>
            <a:off x="870177" y="1641856"/>
            <a:ext cx="10575503" cy="4195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152" tIns="40076" rIns="80152" bIns="40076"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36" name="Rectangle 80"/>
          <p:cNvSpPr>
            <a:spLocks noChangeArrowheads="1"/>
          </p:cNvSpPr>
          <p:nvPr/>
        </p:nvSpPr>
        <p:spPr bwMode="auto">
          <a:xfrm>
            <a:off x="12362436" y="5037132"/>
            <a:ext cx="1225868" cy="277047"/>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91446" tIns="45723" rIns="91446" bIns="45723" anchor="ctr">
            <a:spAutoFit/>
          </a:bodyP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nvGrpSpPr>
          <p:cNvPr id="1037" name="Group 81"/>
          <p:cNvGrpSpPr>
            <a:grpSpLocks/>
          </p:cNvGrpSpPr>
          <p:nvPr/>
        </p:nvGrpSpPr>
        <p:grpSpPr bwMode="auto">
          <a:xfrm>
            <a:off x="12476766" y="3790241"/>
            <a:ext cx="986624" cy="182604"/>
            <a:chOff x="5893" y="2387"/>
            <a:chExt cx="466" cy="115"/>
          </a:xfrm>
        </p:grpSpPr>
        <p:sp>
          <p:nvSpPr>
            <p:cNvPr id="1099" name="Rectangle 82"/>
            <p:cNvSpPr>
              <a:spLocks noChangeArrowheads="1"/>
            </p:cNvSpPr>
            <p:nvPr userDrawn="1"/>
          </p:nvSpPr>
          <p:spPr bwMode="auto">
            <a:xfrm flipV="1">
              <a:off x="6010" y="2387"/>
              <a:ext cx="116"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100" name="Rectangle 83"/>
            <p:cNvSpPr>
              <a:spLocks noChangeArrowheads="1"/>
            </p:cNvSpPr>
            <p:nvPr userDrawn="1"/>
          </p:nvSpPr>
          <p:spPr bwMode="auto">
            <a:xfrm flipV="1">
              <a:off x="6126" y="2387"/>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101" name="Rectangle 84"/>
            <p:cNvSpPr>
              <a:spLocks noChangeArrowheads="1"/>
            </p:cNvSpPr>
            <p:nvPr userDrawn="1"/>
          </p:nvSpPr>
          <p:spPr bwMode="auto">
            <a:xfrm flipV="1">
              <a:off x="6242" y="2387"/>
              <a:ext cx="117" cy="115"/>
            </a:xfrm>
            <a:prstGeom prst="rect">
              <a:avLst/>
            </a:prstGeom>
            <a:solidFill>
              <a:srgbClr val="99660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102" name="Rectangle 85"/>
            <p:cNvSpPr>
              <a:spLocks noChangeArrowheads="1"/>
            </p:cNvSpPr>
            <p:nvPr userDrawn="1"/>
          </p:nvSpPr>
          <p:spPr bwMode="auto">
            <a:xfrm flipV="1">
              <a:off x="5893" y="2387"/>
              <a:ext cx="117"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38" name="Group 86"/>
          <p:cNvGrpSpPr>
            <a:grpSpLocks/>
          </p:cNvGrpSpPr>
          <p:nvPr/>
        </p:nvGrpSpPr>
        <p:grpSpPr bwMode="auto">
          <a:xfrm>
            <a:off x="12476766" y="4006191"/>
            <a:ext cx="986624" cy="182604"/>
            <a:chOff x="5893" y="2523"/>
            <a:chExt cx="466" cy="115"/>
          </a:xfrm>
        </p:grpSpPr>
        <p:sp>
          <p:nvSpPr>
            <p:cNvPr id="1095" name="Rectangle 87"/>
            <p:cNvSpPr>
              <a:spLocks noChangeArrowheads="1"/>
            </p:cNvSpPr>
            <p:nvPr userDrawn="1"/>
          </p:nvSpPr>
          <p:spPr bwMode="auto">
            <a:xfrm flipV="1">
              <a:off x="6010" y="2523"/>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6" name="Rectangle 88"/>
            <p:cNvSpPr>
              <a:spLocks noChangeArrowheads="1"/>
            </p:cNvSpPr>
            <p:nvPr userDrawn="1"/>
          </p:nvSpPr>
          <p:spPr bwMode="auto">
            <a:xfrm flipV="1">
              <a:off x="6126" y="2523"/>
              <a:ext cx="116"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7" name="Rectangle 89"/>
            <p:cNvSpPr>
              <a:spLocks noChangeArrowheads="1"/>
            </p:cNvSpPr>
            <p:nvPr userDrawn="1"/>
          </p:nvSpPr>
          <p:spPr bwMode="auto">
            <a:xfrm flipV="1">
              <a:off x="6242" y="2523"/>
              <a:ext cx="117"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8" name="Rectangle 90"/>
            <p:cNvSpPr>
              <a:spLocks noChangeArrowheads="1"/>
            </p:cNvSpPr>
            <p:nvPr userDrawn="1"/>
          </p:nvSpPr>
          <p:spPr bwMode="auto">
            <a:xfrm flipV="1">
              <a:off x="5893" y="2523"/>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39" name="Group 91"/>
          <p:cNvGrpSpPr>
            <a:grpSpLocks/>
          </p:cNvGrpSpPr>
          <p:nvPr/>
        </p:nvGrpSpPr>
        <p:grpSpPr bwMode="auto">
          <a:xfrm>
            <a:off x="12476766" y="4222141"/>
            <a:ext cx="986624" cy="182604"/>
            <a:chOff x="5893" y="2659"/>
            <a:chExt cx="466" cy="115"/>
          </a:xfrm>
        </p:grpSpPr>
        <p:sp>
          <p:nvSpPr>
            <p:cNvPr id="1091" name="Rectangle 92"/>
            <p:cNvSpPr>
              <a:spLocks noChangeArrowheads="1"/>
            </p:cNvSpPr>
            <p:nvPr userDrawn="1"/>
          </p:nvSpPr>
          <p:spPr bwMode="auto">
            <a:xfrm flipV="1">
              <a:off x="6010" y="2659"/>
              <a:ext cx="116"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2" name="Rectangle 93"/>
            <p:cNvSpPr>
              <a:spLocks noChangeArrowheads="1"/>
            </p:cNvSpPr>
            <p:nvPr userDrawn="1"/>
          </p:nvSpPr>
          <p:spPr bwMode="auto">
            <a:xfrm flipV="1">
              <a:off x="6126" y="2659"/>
              <a:ext cx="116" cy="115"/>
            </a:xfrm>
            <a:prstGeom prst="rect">
              <a:avLst/>
            </a:prstGeom>
            <a:solidFill>
              <a:srgbClr val="00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3" name="Rectangle 94"/>
            <p:cNvSpPr>
              <a:spLocks noChangeArrowheads="1"/>
            </p:cNvSpPr>
            <p:nvPr userDrawn="1"/>
          </p:nvSpPr>
          <p:spPr bwMode="auto">
            <a:xfrm flipV="1">
              <a:off x="6242" y="2659"/>
              <a:ext cx="117"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4" name="Rectangle 95"/>
            <p:cNvSpPr>
              <a:spLocks noChangeArrowheads="1"/>
            </p:cNvSpPr>
            <p:nvPr userDrawn="1"/>
          </p:nvSpPr>
          <p:spPr bwMode="auto">
            <a:xfrm flipV="1">
              <a:off x="5893" y="2659"/>
              <a:ext cx="117"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0" name="Group 96"/>
          <p:cNvGrpSpPr>
            <a:grpSpLocks/>
          </p:cNvGrpSpPr>
          <p:nvPr/>
        </p:nvGrpSpPr>
        <p:grpSpPr bwMode="auto">
          <a:xfrm>
            <a:off x="12476766" y="3574290"/>
            <a:ext cx="986624" cy="188956"/>
            <a:chOff x="5893" y="2251"/>
            <a:chExt cx="466" cy="119"/>
          </a:xfrm>
        </p:grpSpPr>
        <p:sp>
          <p:nvSpPr>
            <p:cNvPr id="1087" name="Rectangle 97"/>
            <p:cNvSpPr>
              <a:spLocks noChangeArrowheads="1"/>
            </p:cNvSpPr>
            <p:nvPr userDrawn="1"/>
          </p:nvSpPr>
          <p:spPr bwMode="auto">
            <a:xfrm flipV="1">
              <a:off x="6126" y="2251"/>
              <a:ext cx="116" cy="119"/>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8" name="Rectangle 98"/>
            <p:cNvSpPr>
              <a:spLocks noChangeArrowheads="1"/>
            </p:cNvSpPr>
            <p:nvPr userDrawn="1"/>
          </p:nvSpPr>
          <p:spPr bwMode="auto">
            <a:xfrm flipV="1">
              <a:off x="6242" y="2251"/>
              <a:ext cx="117" cy="119"/>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9" name="Rectangle 99"/>
            <p:cNvSpPr>
              <a:spLocks noChangeArrowheads="1"/>
            </p:cNvSpPr>
            <p:nvPr userDrawn="1"/>
          </p:nvSpPr>
          <p:spPr bwMode="auto">
            <a:xfrm flipV="1">
              <a:off x="5893" y="2251"/>
              <a:ext cx="117" cy="119"/>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0" name="Rectangle 100"/>
            <p:cNvSpPr>
              <a:spLocks noChangeArrowheads="1"/>
            </p:cNvSpPr>
            <p:nvPr userDrawn="1"/>
          </p:nvSpPr>
          <p:spPr bwMode="auto">
            <a:xfrm flipV="1">
              <a:off x="6010" y="2251"/>
              <a:ext cx="116" cy="119"/>
            </a:xfrm>
            <a:prstGeom prst="rect">
              <a:avLst/>
            </a:prstGeom>
            <a:solidFill>
              <a:srgbClr val="66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1" name="Group 101"/>
          <p:cNvGrpSpPr>
            <a:grpSpLocks/>
          </p:cNvGrpSpPr>
          <p:nvPr/>
        </p:nvGrpSpPr>
        <p:grpSpPr bwMode="auto">
          <a:xfrm>
            <a:off x="12476766" y="4582587"/>
            <a:ext cx="986624" cy="182605"/>
            <a:chOff x="5893" y="2886"/>
            <a:chExt cx="466" cy="115"/>
          </a:xfrm>
        </p:grpSpPr>
        <p:sp>
          <p:nvSpPr>
            <p:cNvPr id="1083" name="Rectangle 102"/>
            <p:cNvSpPr>
              <a:spLocks noChangeArrowheads="1"/>
            </p:cNvSpPr>
            <p:nvPr userDrawn="1"/>
          </p:nvSpPr>
          <p:spPr bwMode="auto">
            <a:xfrm flipV="1">
              <a:off x="6010" y="2886"/>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4" name="Rectangle 103"/>
            <p:cNvSpPr>
              <a:spLocks noChangeArrowheads="1"/>
            </p:cNvSpPr>
            <p:nvPr userDrawn="1"/>
          </p:nvSpPr>
          <p:spPr bwMode="auto">
            <a:xfrm flipV="1">
              <a:off x="6126" y="2886"/>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5" name="Rectangle 104"/>
            <p:cNvSpPr>
              <a:spLocks noChangeArrowheads="1"/>
            </p:cNvSpPr>
            <p:nvPr userDrawn="1"/>
          </p:nvSpPr>
          <p:spPr bwMode="auto">
            <a:xfrm flipV="1">
              <a:off x="6242" y="2886"/>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6" name="Rectangle 105"/>
            <p:cNvSpPr>
              <a:spLocks noChangeArrowheads="1"/>
            </p:cNvSpPr>
            <p:nvPr userDrawn="1"/>
          </p:nvSpPr>
          <p:spPr bwMode="auto">
            <a:xfrm flipV="1">
              <a:off x="5893" y="2886"/>
              <a:ext cx="117" cy="11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2" name="Group 106"/>
          <p:cNvGrpSpPr>
            <a:grpSpLocks/>
          </p:cNvGrpSpPr>
          <p:nvPr/>
        </p:nvGrpSpPr>
        <p:grpSpPr bwMode="auto">
          <a:xfrm>
            <a:off x="12476766" y="4798537"/>
            <a:ext cx="986624" cy="182605"/>
            <a:chOff x="5893" y="3022"/>
            <a:chExt cx="466" cy="115"/>
          </a:xfrm>
        </p:grpSpPr>
        <p:sp>
          <p:nvSpPr>
            <p:cNvPr id="1079" name="Rectangle 107"/>
            <p:cNvSpPr>
              <a:spLocks noChangeArrowheads="1"/>
            </p:cNvSpPr>
            <p:nvPr userDrawn="1"/>
          </p:nvSpPr>
          <p:spPr bwMode="auto">
            <a:xfrm flipV="1">
              <a:off x="6010" y="3022"/>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0" name="Rectangle 108"/>
            <p:cNvSpPr>
              <a:spLocks noChangeArrowheads="1"/>
            </p:cNvSpPr>
            <p:nvPr userDrawn="1"/>
          </p:nvSpPr>
          <p:spPr bwMode="auto">
            <a:xfrm flipV="1">
              <a:off x="6126" y="3022"/>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1" name="Rectangle 109"/>
            <p:cNvSpPr>
              <a:spLocks noChangeArrowheads="1"/>
            </p:cNvSpPr>
            <p:nvPr userDrawn="1"/>
          </p:nvSpPr>
          <p:spPr bwMode="auto">
            <a:xfrm flipV="1">
              <a:off x="6242" y="3022"/>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2" name="Rectangle 110"/>
            <p:cNvSpPr>
              <a:spLocks noChangeArrowheads="1"/>
            </p:cNvSpPr>
            <p:nvPr userDrawn="1"/>
          </p:nvSpPr>
          <p:spPr bwMode="auto">
            <a:xfrm flipV="1">
              <a:off x="5893" y="3022"/>
              <a:ext cx="117" cy="115"/>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3" name="Group 111"/>
          <p:cNvGrpSpPr>
            <a:grpSpLocks/>
          </p:cNvGrpSpPr>
          <p:nvPr/>
        </p:nvGrpSpPr>
        <p:grpSpPr bwMode="auto">
          <a:xfrm>
            <a:off x="12476766" y="5014486"/>
            <a:ext cx="986624" cy="182605"/>
            <a:chOff x="5893" y="3158"/>
            <a:chExt cx="466" cy="115"/>
          </a:xfrm>
        </p:grpSpPr>
        <p:sp>
          <p:nvSpPr>
            <p:cNvPr id="1075" name="Rectangle 112"/>
            <p:cNvSpPr>
              <a:spLocks noChangeArrowheads="1"/>
            </p:cNvSpPr>
            <p:nvPr userDrawn="1"/>
          </p:nvSpPr>
          <p:spPr bwMode="auto">
            <a:xfrm flipV="1">
              <a:off x="6010" y="3158"/>
              <a:ext cx="116"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6" name="Rectangle 113"/>
            <p:cNvSpPr>
              <a:spLocks noChangeArrowheads="1"/>
            </p:cNvSpPr>
            <p:nvPr userDrawn="1"/>
          </p:nvSpPr>
          <p:spPr bwMode="auto">
            <a:xfrm flipV="1">
              <a:off x="6126" y="3158"/>
              <a:ext cx="116"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7" name="Rectangle 114"/>
            <p:cNvSpPr>
              <a:spLocks noChangeArrowheads="1"/>
            </p:cNvSpPr>
            <p:nvPr userDrawn="1"/>
          </p:nvSpPr>
          <p:spPr bwMode="auto">
            <a:xfrm flipV="1">
              <a:off x="6242" y="3158"/>
              <a:ext cx="117"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8" name="Rectangle 115"/>
            <p:cNvSpPr>
              <a:spLocks noChangeArrowheads="1"/>
            </p:cNvSpPr>
            <p:nvPr userDrawn="1"/>
          </p:nvSpPr>
          <p:spPr bwMode="auto">
            <a:xfrm flipV="1">
              <a:off x="5893" y="3158"/>
              <a:ext cx="117" cy="115"/>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4" name="Group 116"/>
          <p:cNvGrpSpPr>
            <a:grpSpLocks/>
          </p:cNvGrpSpPr>
          <p:nvPr/>
        </p:nvGrpSpPr>
        <p:grpSpPr bwMode="auto">
          <a:xfrm>
            <a:off x="12476766" y="5374932"/>
            <a:ext cx="986624" cy="182604"/>
            <a:chOff x="5893" y="3385"/>
            <a:chExt cx="466" cy="115"/>
          </a:xfrm>
        </p:grpSpPr>
        <p:sp>
          <p:nvSpPr>
            <p:cNvPr id="1071" name="Rectangle 117"/>
            <p:cNvSpPr>
              <a:spLocks noChangeArrowheads="1"/>
            </p:cNvSpPr>
            <p:nvPr userDrawn="1"/>
          </p:nvSpPr>
          <p:spPr bwMode="auto">
            <a:xfrm flipV="1">
              <a:off x="6010" y="3385"/>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2" name="Rectangle 118"/>
            <p:cNvSpPr>
              <a:spLocks noChangeArrowheads="1"/>
            </p:cNvSpPr>
            <p:nvPr userDrawn="1"/>
          </p:nvSpPr>
          <p:spPr bwMode="auto">
            <a:xfrm flipV="1">
              <a:off x="6126" y="3385"/>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3" name="Rectangle 119"/>
            <p:cNvSpPr>
              <a:spLocks noChangeArrowheads="1"/>
            </p:cNvSpPr>
            <p:nvPr userDrawn="1"/>
          </p:nvSpPr>
          <p:spPr bwMode="auto">
            <a:xfrm flipV="1">
              <a:off x="6242" y="3385"/>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4" name="Rectangle 120"/>
            <p:cNvSpPr>
              <a:spLocks noChangeArrowheads="1"/>
            </p:cNvSpPr>
            <p:nvPr userDrawn="1"/>
          </p:nvSpPr>
          <p:spPr bwMode="auto">
            <a:xfrm flipV="1">
              <a:off x="5893" y="3385"/>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5" name="Group 121"/>
          <p:cNvGrpSpPr>
            <a:grpSpLocks/>
          </p:cNvGrpSpPr>
          <p:nvPr/>
        </p:nvGrpSpPr>
        <p:grpSpPr bwMode="auto">
          <a:xfrm>
            <a:off x="12476766" y="5590882"/>
            <a:ext cx="986624" cy="182604"/>
            <a:chOff x="5893" y="3521"/>
            <a:chExt cx="466" cy="115"/>
          </a:xfrm>
        </p:grpSpPr>
        <p:sp>
          <p:nvSpPr>
            <p:cNvPr id="1067" name="Rectangle 122"/>
            <p:cNvSpPr>
              <a:spLocks noChangeArrowheads="1"/>
            </p:cNvSpPr>
            <p:nvPr userDrawn="1"/>
          </p:nvSpPr>
          <p:spPr bwMode="auto">
            <a:xfrm flipV="1">
              <a:off x="6010" y="3521"/>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8" name="Rectangle 123"/>
            <p:cNvSpPr>
              <a:spLocks noChangeArrowheads="1"/>
            </p:cNvSpPr>
            <p:nvPr userDrawn="1"/>
          </p:nvSpPr>
          <p:spPr bwMode="auto">
            <a:xfrm flipV="1">
              <a:off x="6126" y="3521"/>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9" name="Rectangle 124"/>
            <p:cNvSpPr>
              <a:spLocks noChangeArrowheads="1"/>
            </p:cNvSpPr>
            <p:nvPr userDrawn="1"/>
          </p:nvSpPr>
          <p:spPr bwMode="auto">
            <a:xfrm flipV="1">
              <a:off x="6242" y="3521"/>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0" name="Rectangle 125"/>
            <p:cNvSpPr>
              <a:spLocks noChangeArrowheads="1"/>
            </p:cNvSpPr>
            <p:nvPr userDrawn="1"/>
          </p:nvSpPr>
          <p:spPr bwMode="auto">
            <a:xfrm flipV="1">
              <a:off x="5893" y="3521"/>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6" name="Group 126"/>
          <p:cNvGrpSpPr>
            <a:grpSpLocks/>
          </p:cNvGrpSpPr>
          <p:nvPr/>
        </p:nvGrpSpPr>
        <p:grpSpPr bwMode="auto">
          <a:xfrm>
            <a:off x="12476766" y="5806832"/>
            <a:ext cx="986624" cy="182604"/>
            <a:chOff x="5893" y="3657"/>
            <a:chExt cx="466" cy="115"/>
          </a:xfrm>
        </p:grpSpPr>
        <p:sp>
          <p:nvSpPr>
            <p:cNvPr id="1063" name="Rectangle 127"/>
            <p:cNvSpPr>
              <a:spLocks noChangeArrowheads="1"/>
            </p:cNvSpPr>
            <p:nvPr userDrawn="1"/>
          </p:nvSpPr>
          <p:spPr bwMode="auto">
            <a:xfrm flipV="1">
              <a:off x="6010" y="3657"/>
              <a:ext cx="116"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4" name="Rectangle 128"/>
            <p:cNvSpPr>
              <a:spLocks noChangeArrowheads="1"/>
            </p:cNvSpPr>
            <p:nvPr userDrawn="1"/>
          </p:nvSpPr>
          <p:spPr bwMode="auto">
            <a:xfrm flipV="1">
              <a:off x="6126" y="3657"/>
              <a:ext cx="116"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5" name="Rectangle 129"/>
            <p:cNvSpPr>
              <a:spLocks noChangeArrowheads="1"/>
            </p:cNvSpPr>
            <p:nvPr userDrawn="1"/>
          </p:nvSpPr>
          <p:spPr bwMode="auto">
            <a:xfrm flipV="1">
              <a:off x="6242" y="3657"/>
              <a:ext cx="117"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6" name="Rectangle 130"/>
            <p:cNvSpPr>
              <a:spLocks noChangeArrowheads="1"/>
            </p:cNvSpPr>
            <p:nvPr userDrawn="1"/>
          </p:nvSpPr>
          <p:spPr bwMode="auto">
            <a:xfrm flipV="1">
              <a:off x="5893" y="3657"/>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7" name="Group 131"/>
          <p:cNvGrpSpPr>
            <a:grpSpLocks/>
          </p:cNvGrpSpPr>
          <p:nvPr/>
        </p:nvGrpSpPr>
        <p:grpSpPr bwMode="auto">
          <a:xfrm>
            <a:off x="12476766" y="6167278"/>
            <a:ext cx="986624" cy="182605"/>
            <a:chOff x="5893" y="3884"/>
            <a:chExt cx="466" cy="115"/>
          </a:xfrm>
        </p:grpSpPr>
        <p:sp>
          <p:nvSpPr>
            <p:cNvPr id="1059" name="Rectangle 132"/>
            <p:cNvSpPr>
              <a:spLocks noChangeArrowheads="1"/>
            </p:cNvSpPr>
            <p:nvPr userDrawn="1"/>
          </p:nvSpPr>
          <p:spPr bwMode="auto">
            <a:xfrm flipV="1">
              <a:off x="6010" y="3884"/>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0" name="Rectangle 133"/>
            <p:cNvSpPr>
              <a:spLocks noChangeArrowheads="1"/>
            </p:cNvSpPr>
            <p:nvPr userDrawn="1"/>
          </p:nvSpPr>
          <p:spPr bwMode="auto">
            <a:xfrm flipV="1">
              <a:off x="6126" y="3884"/>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1" name="Rectangle 134"/>
            <p:cNvSpPr>
              <a:spLocks noChangeArrowheads="1"/>
            </p:cNvSpPr>
            <p:nvPr userDrawn="1"/>
          </p:nvSpPr>
          <p:spPr bwMode="auto">
            <a:xfrm flipV="1">
              <a:off x="6242" y="3884"/>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2" name="Rectangle 135"/>
            <p:cNvSpPr>
              <a:spLocks noChangeArrowheads="1"/>
            </p:cNvSpPr>
            <p:nvPr userDrawn="1"/>
          </p:nvSpPr>
          <p:spPr bwMode="auto">
            <a:xfrm flipV="1">
              <a:off x="5893" y="3884"/>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8" name="Group 136"/>
          <p:cNvGrpSpPr>
            <a:grpSpLocks/>
          </p:cNvGrpSpPr>
          <p:nvPr/>
        </p:nvGrpSpPr>
        <p:grpSpPr bwMode="auto">
          <a:xfrm>
            <a:off x="12476766" y="6392756"/>
            <a:ext cx="986624" cy="182605"/>
            <a:chOff x="5893" y="4026"/>
            <a:chExt cx="466" cy="115"/>
          </a:xfrm>
        </p:grpSpPr>
        <p:sp>
          <p:nvSpPr>
            <p:cNvPr id="1055" name="Rectangle 137"/>
            <p:cNvSpPr>
              <a:spLocks noChangeArrowheads="1"/>
            </p:cNvSpPr>
            <p:nvPr userDrawn="1"/>
          </p:nvSpPr>
          <p:spPr bwMode="auto">
            <a:xfrm flipV="1">
              <a:off x="6010" y="4026"/>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6" name="Rectangle 138"/>
            <p:cNvSpPr>
              <a:spLocks noChangeArrowheads="1"/>
            </p:cNvSpPr>
            <p:nvPr userDrawn="1"/>
          </p:nvSpPr>
          <p:spPr bwMode="auto">
            <a:xfrm flipV="1">
              <a:off x="6126" y="4026"/>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7" name="Rectangle 139"/>
            <p:cNvSpPr>
              <a:spLocks noChangeArrowheads="1"/>
            </p:cNvSpPr>
            <p:nvPr userDrawn="1"/>
          </p:nvSpPr>
          <p:spPr bwMode="auto">
            <a:xfrm flipV="1">
              <a:off x="6242" y="4026"/>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8" name="Rectangle 140"/>
            <p:cNvSpPr>
              <a:spLocks noChangeArrowheads="1"/>
            </p:cNvSpPr>
            <p:nvPr userDrawn="1"/>
          </p:nvSpPr>
          <p:spPr bwMode="auto">
            <a:xfrm flipV="1">
              <a:off x="5893" y="4026"/>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9" name="Group 141"/>
          <p:cNvGrpSpPr>
            <a:grpSpLocks/>
          </p:cNvGrpSpPr>
          <p:nvPr/>
        </p:nvGrpSpPr>
        <p:grpSpPr bwMode="auto">
          <a:xfrm>
            <a:off x="12476766" y="6616645"/>
            <a:ext cx="986624" cy="182604"/>
            <a:chOff x="5893" y="4167"/>
            <a:chExt cx="466" cy="115"/>
          </a:xfrm>
        </p:grpSpPr>
        <p:sp>
          <p:nvSpPr>
            <p:cNvPr id="1051" name="Rectangle 142"/>
            <p:cNvSpPr>
              <a:spLocks noChangeArrowheads="1"/>
            </p:cNvSpPr>
            <p:nvPr userDrawn="1"/>
          </p:nvSpPr>
          <p:spPr bwMode="auto">
            <a:xfrm flipV="1">
              <a:off x="6010" y="4167"/>
              <a:ext cx="116" cy="11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2" name="Rectangle 143"/>
            <p:cNvSpPr>
              <a:spLocks noChangeArrowheads="1"/>
            </p:cNvSpPr>
            <p:nvPr userDrawn="1"/>
          </p:nvSpPr>
          <p:spPr bwMode="auto">
            <a:xfrm flipV="1">
              <a:off x="6126" y="4167"/>
              <a:ext cx="116" cy="11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3" name="Rectangle 144"/>
            <p:cNvSpPr>
              <a:spLocks noChangeArrowheads="1"/>
            </p:cNvSpPr>
            <p:nvPr userDrawn="1"/>
          </p:nvSpPr>
          <p:spPr bwMode="auto">
            <a:xfrm flipV="1">
              <a:off x="6242" y="4167"/>
              <a:ext cx="117" cy="11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4" name="Rectangle 145"/>
            <p:cNvSpPr>
              <a:spLocks noChangeArrowheads="1"/>
            </p:cNvSpPr>
            <p:nvPr userDrawn="1"/>
          </p:nvSpPr>
          <p:spPr bwMode="auto">
            <a:xfrm flipV="1">
              <a:off x="5893" y="4167"/>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sp>
        <p:nvSpPr>
          <p:cNvPr id="1050" name="Line 146"/>
          <p:cNvSpPr>
            <a:spLocks noChangeShapeType="1"/>
          </p:cNvSpPr>
          <p:nvPr userDrawn="1"/>
        </p:nvSpPr>
        <p:spPr bwMode="auto">
          <a:xfrm flipV="1">
            <a:off x="334520" y="908260"/>
            <a:ext cx="11621410" cy="0"/>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a:lstStyle/>
          <a:p>
            <a:pPr defTabSz="914583" eaLnBrk="0" fontAlgn="base" hangingPunct="0">
              <a:spcBef>
                <a:spcPct val="0"/>
              </a:spcBef>
              <a:spcAft>
                <a:spcPct val="0"/>
              </a:spcAft>
            </a:pPr>
            <a:endParaRPr lang="en-US" sz="1200">
              <a:solidFill>
                <a:srgbClr val="FFFFFF"/>
              </a:solidFill>
              <a:ea typeface="MS PGothic" panose="020B0600070205080204" pitchFamily="34" charset="-128"/>
            </a:endParaRPr>
          </a:p>
        </p:txBody>
      </p:sp>
    </p:spTree>
    <p:extLst>
      <p:ext uri="{BB962C8B-B14F-4D97-AF65-F5344CB8AC3E}">
        <p14:creationId xmlns:p14="http://schemas.microsoft.com/office/powerpoint/2010/main" val="1461477008"/>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Lst>
  <p:hf sldNum="0" hdr="0" ftr="0"/>
  <p:txStyles>
    <p:titleStyle>
      <a:lvl1pPr algn="l" defTabSz="801848" rtl="0" eaLnBrk="0" fontAlgn="base" hangingPunct="0">
        <a:spcBef>
          <a:spcPct val="0"/>
        </a:spcBef>
        <a:spcAft>
          <a:spcPct val="0"/>
        </a:spcAft>
        <a:defRPr sz="3401">
          <a:solidFill>
            <a:srgbClr val="990000"/>
          </a:solidFill>
          <a:latin typeface="+mj-lt"/>
          <a:ea typeface="+mj-ea"/>
          <a:cs typeface="+mj-cs"/>
        </a:defRPr>
      </a:lvl1pPr>
      <a:lvl2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2pPr>
      <a:lvl3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3pPr>
      <a:lvl4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4pPr>
      <a:lvl5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5pPr>
      <a:lvl6pPr marL="457291" algn="l" defTabSz="801848" rtl="0" fontAlgn="base">
        <a:spcBef>
          <a:spcPct val="0"/>
        </a:spcBef>
        <a:spcAft>
          <a:spcPct val="0"/>
        </a:spcAft>
        <a:defRPr sz="3401">
          <a:solidFill>
            <a:srgbClr val="990000"/>
          </a:solidFill>
          <a:latin typeface="FrutigerNext LT Medium" pitchFamily="34" charset="0"/>
          <a:ea typeface="黑体" pitchFamily="2" charset="-122"/>
        </a:defRPr>
      </a:lvl6pPr>
      <a:lvl7pPr marL="914583" algn="l" defTabSz="801848" rtl="0" fontAlgn="base">
        <a:spcBef>
          <a:spcPct val="0"/>
        </a:spcBef>
        <a:spcAft>
          <a:spcPct val="0"/>
        </a:spcAft>
        <a:defRPr sz="3401">
          <a:solidFill>
            <a:srgbClr val="990000"/>
          </a:solidFill>
          <a:latin typeface="FrutigerNext LT Medium" pitchFamily="34" charset="0"/>
          <a:ea typeface="黑体" pitchFamily="2" charset="-122"/>
        </a:defRPr>
      </a:lvl7pPr>
      <a:lvl8pPr marL="1371874" algn="l" defTabSz="801848" rtl="0" fontAlgn="base">
        <a:spcBef>
          <a:spcPct val="0"/>
        </a:spcBef>
        <a:spcAft>
          <a:spcPct val="0"/>
        </a:spcAft>
        <a:defRPr sz="3401">
          <a:solidFill>
            <a:srgbClr val="990000"/>
          </a:solidFill>
          <a:latin typeface="FrutigerNext LT Medium" pitchFamily="34" charset="0"/>
          <a:ea typeface="黑体" pitchFamily="2" charset="-122"/>
        </a:defRPr>
      </a:lvl8pPr>
      <a:lvl9pPr marL="1829166" algn="l" defTabSz="801848" rtl="0" fontAlgn="base">
        <a:spcBef>
          <a:spcPct val="0"/>
        </a:spcBef>
        <a:spcAft>
          <a:spcPct val="0"/>
        </a:spcAft>
        <a:defRPr sz="3401">
          <a:solidFill>
            <a:srgbClr val="990000"/>
          </a:solidFill>
          <a:latin typeface="FrutigerNext LT Medium" pitchFamily="34" charset="0"/>
          <a:ea typeface="黑体" pitchFamily="2" charset="-122"/>
        </a:defRPr>
      </a:lvl9pPr>
    </p:titleStyle>
    <p:bodyStyle>
      <a:lvl1pPr marL="300098" indent="-300098" algn="l" defTabSz="801848" rtl="0" eaLnBrk="0" fontAlgn="base" hangingPunct="0">
        <a:lnSpc>
          <a:spcPct val="140000"/>
        </a:lnSpc>
        <a:spcBef>
          <a:spcPct val="0"/>
        </a:spcBef>
        <a:spcAft>
          <a:spcPct val="0"/>
        </a:spcAft>
        <a:buClr>
          <a:schemeClr val="bg2"/>
        </a:buClr>
        <a:buSzPct val="60000"/>
        <a:buFont typeface="Wingdings" pitchFamily="2" charset="2"/>
        <a:buChar char="l"/>
        <a:defRPr sz="2000" b="1">
          <a:solidFill>
            <a:schemeClr val="tx1"/>
          </a:solidFill>
          <a:latin typeface="+mn-lt"/>
          <a:ea typeface="+mn-ea"/>
          <a:cs typeface="+mn-cs"/>
        </a:defRPr>
      </a:lvl1pPr>
      <a:lvl2pPr marL="652593" indent="-250875" algn="l" defTabSz="801848" rtl="0" eaLnBrk="0" fontAlgn="base" hangingPunct="0">
        <a:lnSpc>
          <a:spcPct val="140000"/>
        </a:lnSpc>
        <a:spcBef>
          <a:spcPct val="0"/>
        </a:spcBef>
        <a:spcAft>
          <a:spcPct val="0"/>
        </a:spcAft>
        <a:buClr>
          <a:schemeClr val="tx1"/>
        </a:buClr>
        <a:buSzPct val="50000"/>
        <a:buFont typeface="Wingdings" pitchFamily="2" charset="2"/>
        <a:buChar char="p"/>
        <a:defRPr>
          <a:solidFill>
            <a:schemeClr val="tx1"/>
          </a:solidFill>
          <a:latin typeface="+mn-lt"/>
          <a:ea typeface="+mn-ea"/>
        </a:defRPr>
      </a:lvl2pPr>
      <a:lvl3pPr marL="1003501" indent="-201653" algn="l" defTabSz="801848" rtl="0" eaLnBrk="0" fontAlgn="base" hangingPunct="0">
        <a:lnSpc>
          <a:spcPct val="140000"/>
        </a:lnSpc>
        <a:spcBef>
          <a:spcPct val="0"/>
        </a:spcBef>
        <a:spcAft>
          <a:spcPct val="0"/>
        </a:spcAft>
        <a:buSzPct val="50000"/>
        <a:buFont typeface="Wingdings" panose="05000000000000000000" pitchFamily="2" charset="2"/>
        <a:buChar char="n"/>
        <a:defRPr sz="1600">
          <a:solidFill>
            <a:schemeClr val="tx1"/>
          </a:solidFill>
          <a:latin typeface="FrutigerNext LT Light" pitchFamily="34" charset="0"/>
          <a:ea typeface="+mn-ea"/>
        </a:defRPr>
      </a:lvl3pPr>
      <a:lvl4pPr marL="1402043" indent="-200065" algn="l" defTabSz="801848" rtl="0" eaLnBrk="0" fontAlgn="base" hangingPunct="0">
        <a:lnSpc>
          <a:spcPct val="140000"/>
        </a:lnSpc>
        <a:spcBef>
          <a:spcPct val="0"/>
        </a:spcBef>
        <a:spcAft>
          <a:spcPct val="0"/>
        </a:spcAft>
        <a:buChar char="–"/>
        <a:defRPr sz="1400">
          <a:solidFill>
            <a:schemeClr val="tx1"/>
          </a:solidFill>
          <a:latin typeface="+mj-lt"/>
          <a:ea typeface="+mn-ea"/>
        </a:defRPr>
      </a:lvl4pPr>
      <a:lvl5pPr marL="1803761" indent="-201653" algn="l" defTabSz="801848" rtl="0"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mj-lt"/>
          <a:ea typeface="+mn-ea"/>
        </a:defRPr>
      </a:lvl5pPr>
      <a:lvl6pPr marL="2261052"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6pPr>
      <a:lvl7pPr marL="2718344"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7pPr>
      <a:lvl8pPr marL="3175635"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8pPr>
      <a:lvl9pPr marL="3632926"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9pPr>
    </p:bodyStyle>
    <p:otherStyle>
      <a:defPPr>
        <a:defRPr lang="zh-CN"/>
      </a:defPPr>
      <a:lvl1pPr marL="0" algn="l" defTabSz="914583" rtl="0" eaLnBrk="1" latinLnBrk="0" hangingPunct="1">
        <a:defRPr sz="1800" kern="1200">
          <a:solidFill>
            <a:schemeClr val="tx1"/>
          </a:solidFill>
          <a:latin typeface="+mn-lt"/>
          <a:ea typeface="+mn-ea"/>
          <a:cs typeface="+mn-cs"/>
        </a:defRPr>
      </a:lvl1pPr>
      <a:lvl2pPr marL="457291" algn="l" defTabSz="914583" rtl="0" eaLnBrk="1" latinLnBrk="0" hangingPunct="1">
        <a:defRPr sz="1800" kern="1200">
          <a:solidFill>
            <a:schemeClr val="tx1"/>
          </a:solidFill>
          <a:latin typeface="+mn-lt"/>
          <a:ea typeface="+mn-ea"/>
          <a:cs typeface="+mn-cs"/>
        </a:defRPr>
      </a:lvl2pPr>
      <a:lvl3pPr marL="914583" algn="l" defTabSz="914583" rtl="0" eaLnBrk="1" latinLnBrk="0" hangingPunct="1">
        <a:defRPr sz="1800" kern="1200">
          <a:solidFill>
            <a:schemeClr val="tx1"/>
          </a:solidFill>
          <a:latin typeface="+mn-lt"/>
          <a:ea typeface="+mn-ea"/>
          <a:cs typeface="+mn-cs"/>
        </a:defRPr>
      </a:lvl3pPr>
      <a:lvl4pPr marL="1371874" algn="l" defTabSz="914583" rtl="0" eaLnBrk="1" latinLnBrk="0" hangingPunct="1">
        <a:defRPr sz="1800" kern="1200">
          <a:solidFill>
            <a:schemeClr val="tx1"/>
          </a:solidFill>
          <a:latin typeface="+mn-lt"/>
          <a:ea typeface="+mn-ea"/>
          <a:cs typeface="+mn-cs"/>
        </a:defRPr>
      </a:lvl4pPr>
      <a:lvl5pPr marL="1829166" algn="l" defTabSz="914583" rtl="0" eaLnBrk="1" latinLnBrk="0" hangingPunct="1">
        <a:defRPr sz="1800" kern="1200">
          <a:solidFill>
            <a:schemeClr val="tx1"/>
          </a:solidFill>
          <a:latin typeface="+mn-lt"/>
          <a:ea typeface="+mn-ea"/>
          <a:cs typeface="+mn-cs"/>
        </a:defRPr>
      </a:lvl5pPr>
      <a:lvl6pPr marL="2286457" algn="l" defTabSz="914583" rtl="0" eaLnBrk="1" latinLnBrk="0" hangingPunct="1">
        <a:defRPr sz="1800" kern="1200">
          <a:solidFill>
            <a:schemeClr val="tx1"/>
          </a:solidFill>
          <a:latin typeface="+mn-lt"/>
          <a:ea typeface="+mn-ea"/>
          <a:cs typeface="+mn-cs"/>
        </a:defRPr>
      </a:lvl6pPr>
      <a:lvl7pPr marL="2743749" algn="l" defTabSz="914583" rtl="0" eaLnBrk="1" latinLnBrk="0" hangingPunct="1">
        <a:defRPr sz="1800" kern="1200">
          <a:solidFill>
            <a:schemeClr val="tx1"/>
          </a:solidFill>
          <a:latin typeface="+mn-lt"/>
          <a:ea typeface="+mn-ea"/>
          <a:cs typeface="+mn-cs"/>
        </a:defRPr>
      </a:lvl7pPr>
      <a:lvl8pPr marL="3201040" algn="l" defTabSz="914583" rtl="0" eaLnBrk="1" latinLnBrk="0" hangingPunct="1">
        <a:defRPr sz="1800" kern="1200">
          <a:solidFill>
            <a:schemeClr val="tx1"/>
          </a:solidFill>
          <a:latin typeface="+mn-lt"/>
          <a:ea typeface="+mn-ea"/>
          <a:cs typeface="+mn-cs"/>
        </a:defRPr>
      </a:lvl8pPr>
      <a:lvl9pPr marL="3658332" algn="l" defTabSz="914583"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9" descr="d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6226030"/>
            <a:ext cx="12203644" cy="636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ext Box 8"/>
          <p:cNvSpPr txBox="1">
            <a:spLocks noChangeArrowheads="1"/>
          </p:cNvSpPr>
          <p:nvPr/>
        </p:nvSpPr>
        <p:spPr bwMode="auto">
          <a:xfrm>
            <a:off x="870178" y="6440391"/>
            <a:ext cx="2447733"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TECHNOLOGIES CO., LTD.</a:t>
            </a:r>
            <a:endParaRPr lang="en-US" altLang="zh-CN" sz="2200" smtClean="0">
              <a:solidFill>
                <a:srgbClr val="000000"/>
              </a:solidFill>
              <a:latin typeface="Arial" panose="020B0604020202020204" pitchFamily="34" charset="0"/>
            </a:endParaRPr>
          </a:p>
        </p:txBody>
      </p:sp>
      <p:pic>
        <p:nvPicPr>
          <p:cNvPr id="1028" name="Picture 9" descr="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014441" y="6400695"/>
            <a:ext cx="1748822" cy="312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2" name="Rectangle 10"/>
          <p:cNvSpPr>
            <a:spLocks noGrp="1" noChangeArrowheads="1"/>
          </p:cNvSpPr>
          <p:nvPr>
            <p:ph type="dt" sz="half" idx="2"/>
          </p:nvPr>
        </p:nvSpPr>
        <p:spPr bwMode="auto">
          <a:xfrm>
            <a:off x="8483693" y="6491203"/>
            <a:ext cx="2796844" cy="455718"/>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nSpc>
                <a:spcPct val="85000"/>
              </a:lnSpc>
              <a:defRPr>
                <a:solidFill>
                  <a:schemeClr val="tx1"/>
                </a:solidFill>
                <a:latin typeface="FrutigerNext LT Bold" panose="020B0803040504020204" pitchFamily="34" charset="0"/>
              </a:defRPr>
            </a:lvl1pPr>
          </a:lstStyle>
          <a:p>
            <a:pPr defTabSz="914583" eaLnBrk="0" fontAlgn="base" hangingPunct="0">
              <a:spcBef>
                <a:spcPct val="0"/>
              </a:spcBef>
              <a:spcAft>
                <a:spcPct val="0"/>
              </a:spcAft>
              <a:defRPr/>
            </a:pPr>
            <a:r>
              <a:rPr lang="de-DE" altLang="zh-CN" sz="1200" smtClean="0">
                <a:solidFill>
                  <a:srgbClr val="000000"/>
                </a:solidFill>
                <a:ea typeface="MS PGothic" panose="020B0600070205080204" pitchFamily="34" charset="-128"/>
              </a:rPr>
              <a:t>Page </a:t>
            </a:r>
            <a:fld id="{6068E354-BDB1-43E7-A88D-A157CD0DB142}" type="slidenum">
              <a:rPr lang="de-DE" altLang="zh-CN" sz="1200" smtClean="0">
                <a:solidFill>
                  <a:srgbClr val="000000"/>
                </a:solidFill>
                <a:ea typeface="MS PGothic" panose="020B0600070205080204" pitchFamily="34" charset="-128"/>
              </a:rPr>
              <a:pPr defTabSz="914583" eaLnBrk="0" fontAlgn="base" hangingPunct="0">
                <a:spcBef>
                  <a:spcPct val="0"/>
                </a:spcBef>
                <a:spcAft>
                  <a:spcPct val="0"/>
                </a:spcAft>
                <a:defRPr/>
              </a:pPr>
              <a:t>‹#›</a:t>
            </a:fld>
            <a:endParaRPr lang="en-GB" altLang="zh-CN" sz="1200">
              <a:solidFill>
                <a:srgbClr val="000000"/>
              </a:solidFill>
              <a:ea typeface="MS PGothic" panose="020B0600070205080204" pitchFamily="34" charset="-128"/>
            </a:endParaRPr>
          </a:p>
        </p:txBody>
      </p:sp>
      <p:sp>
        <p:nvSpPr>
          <p:cNvPr id="1030" name="Rectangle 13"/>
          <p:cNvSpPr>
            <a:spLocks noGrp="1" noChangeArrowheads="1"/>
          </p:cNvSpPr>
          <p:nvPr>
            <p:ph type="title"/>
          </p:nvPr>
        </p:nvSpPr>
        <p:spPr bwMode="auto">
          <a:xfrm>
            <a:off x="527188" y="44460"/>
            <a:ext cx="10329905" cy="87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139" tIns="40069" rIns="80139" bIns="40069" numCol="1" anchor="ctr" anchorCtr="0" compatLnSpc="1">
            <a:prstTxWarp prst="textNoShape">
              <a:avLst/>
            </a:prstTxWarp>
          </a:bodyPr>
          <a:lstStyle/>
          <a:p>
            <a:pPr lvl="0"/>
            <a:r>
              <a:rPr lang="zh-CN" altLang="en-US" smtClean="0"/>
              <a:t>单击此处编辑母版标题样式</a:t>
            </a:r>
          </a:p>
        </p:txBody>
      </p:sp>
      <p:sp>
        <p:nvSpPr>
          <p:cNvPr id="1031" name="Rectangle 21"/>
          <p:cNvSpPr>
            <a:spLocks noChangeArrowheads="1"/>
          </p:cNvSpPr>
          <p:nvPr/>
        </p:nvSpPr>
        <p:spPr bwMode="auto">
          <a:xfrm>
            <a:off x="5191418" y="6440391"/>
            <a:ext cx="1564415" cy="26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Confidential </a:t>
            </a:r>
          </a:p>
        </p:txBody>
      </p:sp>
      <p:sp>
        <p:nvSpPr>
          <p:cNvPr id="1032" name="Rectangle 22"/>
          <p:cNvSpPr>
            <a:spLocks noChangeArrowheads="1"/>
          </p:cNvSpPr>
          <p:nvPr/>
        </p:nvSpPr>
        <p:spPr bwMode="auto">
          <a:xfrm>
            <a:off x="-2544895" y="528760"/>
            <a:ext cx="2460207" cy="5308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英文标题</a:t>
            </a:r>
            <a:r>
              <a:rPr lang="en-US" altLang="zh-CN" sz="1100" smtClean="0">
                <a:solidFill>
                  <a:srgbClr val="FFFFFF"/>
                </a:solidFill>
                <a:latin typeface="Arial" panose="020B0604020202020204" pitchFamily="34" charset="0"/>
                <a:ea typeface="华文细黑" panose="02010600040101010101" pitchFamily="2" charset="-122"/>
              </a:rPr>
              <a:t>:32-35pt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 R153 G0 B0</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内部使用字体 </a:t>
            </a:r>
            <a:r>
              <a:rPr lang="en-US" altLang="zh-CN" sz="1100" smtClean="0">
                <a:solidFill>
                  <a:srgbClr val="FFFFFF"/>
                </a:solidFill>
                <a:ea typeface="华文细黑" panose="02010600040101010101" pitchFamily="2" charset="-122"/>
              </a:rPr>
              <a: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en-US" altLang="zh-CN" sz="1100" smtClean="0">
                <a:solidFill>
                  <a:srgbClr val="FFFFFF"/>
                </a:solidFill>
                <a:ea typeface="华文细黑" panose="02010600040101010101" pitchFamily="2" charset="-122"/>
              </a:rPr>
              <a:t>FrutigerNext LT Medium</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外部使用字体 </a:t>
            </a:r>
            <a:r>
              <a:rPr lang="en-US" altLang="zh-CN" sz="1100" smtClean="0">
                <a:solidFill>
                  <a:srgbClr val="FFFFFF"/>
                </a:solidFill>
                <a:ea typeface="华文细黑" panose="02010600040101010101" pitchFamily="2" charset="-122"/>
              </a:rPr>
              <a:t>: Arial</a:t>
            </a:r>
          </a:p>
          <a:p>
            <a:pPr algn="r" fontAlgn="base">
              <a:lnSpc>
                <a:spcPct val="7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中文标题</a:t>
            </a:r>
            <a:r>
              <a:rPr lang="en-US" altLang="zh-CN" sz="1100" smtClean="0">
                <a:solidFill>
                  <a:srgbClr val="FFFFFF"/>
                </a:solidFill>
                <a:latin typeface="Arial" panose="020B0604020202020204" pitchFamily="34" charset="0"/>
                <a:ea typeface="华文细黑" panose="02010600040101010101" pitchFamily="2" charset="-122"/>
              </a:rPr>
              <a:t>:30-32pt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 R153 G0 B0</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黑体</a:t>
            </a: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英文正文</a:t>
            </a:r>
            <a:r>
              <a:rPr lang="en-US" altLang="zh-CN" sz="1100" smtClean="0">
                <a:solidFill>
                  <a:srgbClr val="FFFFFF"/>
                </a:solidFill>
                <a:latin typeface="Arial" panose="020B0604020202020204" pitchFamily="34" charset="0"/>
                <a:ea typeface="华文细黑" panose="02010600040101010101" pitchFamily="2" charset="-122"/>
              </a:rPr>
              <a:t>:20-22pt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子目录 </a:t>
            </a:r>
            <a:r>
              <a:rPr lang="en-US" altLang="zh-CN" sz="1100" smtClean="0">
                <a:solidFill>
                  <a:srgbClr val="FFFFFF"/>
                </a:solidFill>
                <a:latin typeface="Arial" panose="020B0604020202020204" pitchFamily="34" charset="0"/>
                <a:ea typeface="华文细黑" panose="02010600040101010101" pitchFamily="2" charset="-122"/>
              </a:rPr>
              <a:t>(2-5</a:t>
            </a:r>
            <a:r>
              <a:rPr lang="zh-CN" altLang="en-US" sz="1100" smtClean="0">
                <a:solidFill>
                  <a:srgbClr val="FFFFFF"/>
                </a:solidFill>
                <a:latin typeface="Arial" panose="020B0604020202020204" pitchFamily="34" charset="0"/>
                <a:ea typeface="华文细黑" panose="02010600040101010101" pitchFamily="2" charset="-122"/>
              </a:rPr>
              <a:t>级</a:t>
            </a:r>
            <a:r>
              <a:rPr lang="en-US" altLang="zh-CN" sz="1100" smtClean="0">
                <a:solidFill>
                  <a:srgbClr val="FFFFFF"/>
                </a:solidFill>
                <a:latin typeface="Arial" panose="020B0604020202020204" pitchFamily="34" charset="0"/>
                <a:ea typeface="华文细黑" panose="02010600040101010101" pitchFamily="2" charset="-122"/>
              </a:rPr>
              <a:t>) :18pt  </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黑色</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内部使用字体 </a:t>
            </a:r>
            <a:r>
              <a:rPr lang="en-US" altLang="zh-CN" sz="1100" smtClean="0">
                <a:solidFill>
                  <a:srgbClr val="FFFFFF"/>
                </a:solidFill>
                <a:ea typeface="华文细黑" panose="02010600040101010101" pitchFamily="2" charset="-122"/>
              </a:rPr>
              <a: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en-US" altLang="zh-CN" sz="1100" smtClean="0">
                <a:solidFill>
                  <a:srgbClr val="FFFFFF"/>
                </a:solidFill>
                <a:ea typeface="华文细黑" panose="02010600040101010101" pitchFamily="2" charset="-122"/>
              </a:rPr>
              <a:t>FrutigerNext LT Regular</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外部使用字体 </a:t>
            </a:r>
            <a:r>
              <a:rPr lang="en-US" altLang="zh-CN" sz="1100" smtClean="0">
                <a:solidFill>
                  <a:srgbClr val="FFFFFF"/>
                </a:solidFill>
                <a:ea typeface="华文细黑" panose="02010600040101010101" pitchFamily="2" charset="-122"/>
              </a:rPr>
              <a:t>: Arial</a:t>
            </a:r>
          </a:p>
          <a:p>
            <a:pPr algn="r" fontAlgn="base">
              <a:lnSpc>
                <a:spcPct val="7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中文正文</a:t>
            </a:r>
            <a:r>
              <a:rPr lang="en-US" altLang="zh-CN" sz="1100" smtClean="0">
                <a:solidFill>
                  <a:srgbClr val="FFFFFF"/>
                </a:solidFill>
                <a:latin typeface="Arial" panose="020B0604020202020204" pitchFamily="34" charset="0"/>
                <a:ea typeface="华文细黑" panose="02010600040101010101" pitchFamily="2" charset="-122"/>
              </a:rPr>
              <a:t>:18-20pt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子目录</a:t>
            </a:r>
            <a:r>
              <a:rPr lang="en-US" altLang="zh-CN" sz="1100" smtClean="0">
                <a:solidFill>
                  <a:srgbClr val="FFFFFF"/>
                </a:solidFill>
                <a:latin typeface="Arial" panose="020B0604020202020204" pitchFamily="34" charset="0"/>
                <a:ea typeface="华文细黑" panose="02010600040101010101" pitchFamily="2" charset="-122"/>
              </a:rPr>
              <a:t>(2-5</a:t>
            </a:r>
            <a:r>
              <a:rPr lang="zh-CN" altLang="en-US" sz="1100" smtClean="0">
                <a:solidFill>
                  <a:srgbClr val="FFFFFF"/>
                </a:solidFill>
                <a:latin typeface="Arial" panose="020B0604020202020204" pitchFamily="34" charset="0"/>
                <a:ea typeface="华文细黑" panose="02010600040101010101" pitchFamily="2" charset="-122"/>
              </a:rPr>
              <a:t>级</a:t>
            </a:r>
            <a:r>
              <a:rPr lang="en-US" altLang="zh-CN" sz="1100" smtClean="0">
                <a:solidFill>
                  <a:srgbClr val="FFFFFF"/>
                </a:solidFill>
                <a:latin typeface="Arial" panose="020B0604020202020204" pitchFamily="34" charset="0"/>
                <a:ea typeface="华文细黑" panose="02010600040101010101" pitchFamily="2" charset="-122"/>
              </a:rPr>
              <a:t>):18pt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黑色</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细黑体 </a:t>
            </a: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000000"/>
              </a:solidFill>
              <a:latin typeface="Arial" panose="020B0604020202020204" pitchFamily="34" charset="0"/>
              <a:ea typeface="华文细黑" panose="02010600040101010101" pitchFamily="2" charset="-122"/>
            </a:endParaRPr>
          </a:p>
        </p:txBody>
      </p:sp>
      <p:sp>
        <p:nvSpPr>
          <p:cNvPr id="1033" name="Rectangle 62"/>
          <p:cNvSpPr>
            <a:spLocks noChangeArrowheads="1"/>
          </p:cNvSpPr>
          <p:nvPr/>
        </p:nvSpPr>
        <p:spPr bwMode="auto">
          <a:xfrm>
            <a:off x="12269279" y="1424318"/>
            <a:ext cx="1399480" cy="200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配色参考方案：</a:t>
            </a:r>
          </a:p>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建议同一页面内不超过四种颜色，以下是</a:t>
            </a:r>
            <a:r>
              <a:rPr lang="en-US" altLang="zh-CN" sz="1100" smtClean="0">
                <a:solidFill>
                  <a:srgbClr val="FFFFFF"/>
                </a:solidFill>
                <a:latin typeface="华文细黑" panose="02010600040101010101" pitchFamily="2" charset="-122"/>
                <a:ea typeface="华文细黑" panose="02010600040101010101" pitchFamily="2" charset="-122"/>
              </a:rPr>
              <a:t>13</a:t>
            </a:r>
            <a:r>
              <a:rPr lang="zh-CN" altLang="en-US" sz="1100" smtClean="0">
                <a:solidFill>
                  <a:srgbClr val="FFFFFF"/>
                </a:solidFill>
                <a:latin typeface="华文细黑" panose="02010600040101010101" pitchFamily="2" charset="-122"/>
                <a:ea typeface="华文细黑" panose="02010600040101010101" pitchFamily="2" charset="-122"/>
              </a:rPr>
              <a:t>组配色方案，同一页面内只选择一组使用。（仅供参考）</a:t>
            </a:r>
          </a:p>
          <a:p>
            <a:pP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zh-CN" altLang="en-US" sz="1100" smtClean="0">
              <a:solidFill>
                <a:srgbClr val="FFFFFF"/>
              </a:solidFill>
              <a:latin typeface="华文细黑" panose="02010600040101010101" pitchFamily="2" charset="-122"/>
              <a:ea typeface="华文细黑" panose="02010600040101010101" pitchFamily="2" charset="-122"/>
            </a:endParaRPr>
          </a:p>
        </p:txBody>
      </p:sp>
      <p:sp>
        <p:nvSpPr>
          <p:cNvPr id="1034" name="Rectangle 65"/>
          <p:cNvSpPr>
            <a:spLocks noChangeArrowheads="1"/>
          </p:cNvSpPr>
          <p:nvPr/>
        </p:nvSpPr>
        <p:spPr bwMode="auto">
          <a:xfrm>
            <a:off x="12269279" y="-61927"/>
            <a:ext cx="1399480" cy="838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客户或者合作伙伴的标志放在右上角</a:t>
            </a:r>
            <a:r>
              <a:rPr lang="en-US" altLang="zh-CN" sz="1100" smtClean="0">
                <a:solidFill>
                  <a:srgbClr val="FFFFFF"/>
                </a:solidFill>
                <a:latin typeface="华文细黑" panose="02010600040101010101" pitchFamily="2" charset="-122"/>
                <a:ea typeface="华文细黑" panose="02010600040101010101" pitchFamily="2" charset="-122"/>
              </a:rPr>
              <a:t>.</a:t>
            </a:r>
          </a:p>
          <a:p>
            <a:pP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zh-CN" altLang="en-US" sz="1100" smtClean="0">
              <a:solidFill>
                <a:srgbClr val="FFFFFF"/>
              </a:solidFill>
              <a:latin typeface="华文细黑" panose="02010600040101010101" pitchFamily="2" charset="-122"/>
              <a:ea typeface="华文细黑" panose="02010600040101010101" pitchFamily="2" charset="-122"/>
            </a:endParaRPr>
          </a:p>
        </p:txBody>
      </p:sp>
      <p:sp>
        <p:nvSpPr>
          <p:cNvPr id="1035" name="Rectangle 68"/>
          <p:cNvSpPr>
            <a:spLocks noGrp="1" noChangeArrowheads="1"/>
          </p:cNvSpPr>
          <p:nvPr>
            <p:ph type="body" idx="1"/>
          </p:nvPr>
        </p:nvSpPr>
        <p:spPr bwMode="auto">
          <a:xfrm>
            <a:off x="870177" y="1641856"/>
            <a:ext cx="10575503" cy="4195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152" tIns="40076" rIns="80152" bIns="40076"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36" name="Rectangle 80"/>
          <p:cNvSpPr>
            <a:spLocks noChangeArrowheads="1"/>
          </p:cNvSpPr>
          <p:nvPr/>
        </p:nvSpPr>
        <p:spPr bwMode="auto">
          <a:xfrm>
            <a:off x="12362436" y="5037132"/>
            <a:ext cx="1225868" cy="277047"/>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91446" tIns="45723" rIns="91446" bIns="45723" anchor="ctr">
            <a:spAutoFit/>
          </a:bodyP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nvGrpSpPr>
          <p:cNvPr id="1037" name="Group 81"/>
          <p:cNvGrpSpPr>
            <a:grpSpLocks/>
          </p:cNvGrpSpPr>
          <p:nvPr/>
        </p:nvGrpSpPr>
        <p:grpSpPr bwMode="auto">
          <a:xfrm>
            <a:off x="12476766" y="3790241"/>
            <a:ext cx="986624" cy="182604"/>
            <a:chOff x="5893" y="2387"/>
            <a:chExt cx="466" cy="115"/>
          </a:xfrm>
        </p:grpSpPr>
        <p:sp>
          <p:nvSpPr>
            <p:cNvPr id="1099" name="Rectangle 82"/>
            <p:cNvSpPr>
              <a:spLocks noChangeArrowheads="1"/>
            </p:cNvSpPr>
            <p:nvPr userDrawn="1"/>
          </p:nvSpPr>
          <p:spPr bwMode="auto">
            <a:xfrm flipV="1">
              <a:off x="6010" y="2387"/>
              <a:ext cx="116"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100" name="Rectangle 83"/>
            <p:cNvSpPr>
              <a:spLocks noChangeArrowheads="1"/>
            </p:cNvSpPr>
            <p:nvPr userDrawn="1"/>
          </p:nvSpPr>
          <p:spPr bwMode="auto">
            <a:xfrm flipV="1">
              <a:off x="6126" y="2387"/>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101" name="Rectangle 84"/>
            <p:cNvSpPr>
              <a:spLocks noChangeArrowheads="1"/>
            </p:cNvSpPr>
            <p:nvPr userDrawn="1"/>
          </p:nvSpPr>
          <p:spPr bwMode="auto">
            <a:xfrm flipV="1">
              <a:off x="6242" y="2387"/>
              <a:ext cx="117" cy="115"/>
            </a:xfrm>
            <a:prstGeom prst="rect">
              <a:avLst/>
            </a:prstGeom>
            <a:solidFill>
              <a:srgbClr val="99660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102" name="Rectangle 85"/>
            <p:cNvSpPr>
              <a:spLocks noChangeArrowheads="1"/>
            </p:cNvSpPr>
            <p:nvPr userDrawn="1"/>
          </p:nvSpPr>
          <p:spPr bwMode="auto">
            <a:xfrm flipV="1">
              <a:off x="5893" y="2387"/>
              <a:ext cx="117"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38" name="Group 86"/>
          <p:cNvGrpSpPr>
            <a:grpSpLocks/>
          </p:cNvGrpSpPr>
          <p:nvPr/>
        </p:nvGrpSpPr>
        <p:grpSpPr bwMode="auto">
          <a:xfrm>
            <a:off x="12476766" y="4006191"/>
            <a:ext cx="986624" cy="182604"/>
            <a:chOff x="5893" y="2523"/>
            <a:chExt cx="466" cy="115"/>
          </a:xfrm>
        </p:grpSpPr>
        <p:sp>
          <p:nvSpPr>
            <p:cNvPr id="1095" name="Rectangle 87"/>
            <p:cNvSpPr>
              <a:spLocks noChangeArrowheads="1"/>
            </p:cNvSpPr>
            <p:nvPr userDrawn="1"/>
          </p:nvSpPr>
          <p:spPr bwMode="auto">
            <a:xfrm flipV="1">
              <a:off x="6010" y="2523"/>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6" name="Rectangle 88"/>
            <p:cNvSpPr>
              <a:spLocks noChangeArrowheads="1"/>
            </p:cNvSpPr>
            <p:nvPr userDrawn="1"/>
          </p:nvSpPr>
          <p:spPr bwMode="auto">
            <a:xfrm flipV="1">
              <a:off x="6126" y="2523"/>
              <a:ext cx="116"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7" name="Rectangle 89"/>
            <p:cNvSpPr>
              <a:spLocks noChangeArrowheads="1"/>
            </p:cNvSpPr>
            <p:nvPr userDrawn="1"/>
          </p:nvSpPr>
          <p:spPr bwMode="auto">
            <a:xfrm flipV="1">
              <a:off x="6242" y="2523"/>
              <a:ext cx="117"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8" name="Rectangle 90"/>
            <p:cNvSpPr>
              <a:spLocks noChangeArrowheads="1"/>
            </p:cNvSpPr>
            <p:nvPr userDrawn="1"/>
          </p:nvSpPr>
          <p:spPr bwMode="auto">
            <a:xfrm flipV="1">
              <a:off x="5893" y="2523"/>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39" name="Group 91"/>
          <p:cNvGrpSpPr>
            <a:grpSpLocks/>
          </p:cNvGrpSpPr>
          <p:nvPr/>
        </p:nvGrpSpPr>
        <p:grpSpPr bwMode="auto">
          <a:xfrm>
            <a:off x="12476766" y="4222141"/>
            <a:ext cx="986624" cy="182604"/>
            <a:chOff x="5893" y="2659"/>
            <a:chExt cx="466" cy="115"/>
          </a:xfrm>
        </p:grpSpPr>
        <p:sp>
          <p:nvSpPr>
            <p:cNvPr id="1091" name="Rectangle 92"/>
            <p:cNvSpPr>
              <a:spLocks noChangeArrowheads="1"/>
            </p:cNvSpPr>
            <p:nvPr userDrawn="1"/>
          </p:nvSpPr>
          <p:spPr bwMode="auto">
            <a:xfrm flipV="1">
              <a:off x="6010" y="2659"/>
              <a:ext cx="116"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2" name="Rectangle 93"/>
            <p:cNvSpPr>
              <a:spLocks noChangeArrowheads="1"/>
            </p:cNvSpPr>
            <p:nvPr userDrawn="1"/>
          </p:nvSpPr>
          <p:spPr bwMode="auto">
            <a:xfrm flipV="1">
              <a:off x="6126" y="2659"/>
              <a:ext cx="116" cy="115"/>
            </a:xfrm>
            <a:prstGeom prst="rect">
              <a:avLst/>
            </a:prstGeom>
            <a:solidFill>
              <a:srgbClr val="00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3" name="Rectangle 94"/>
            <p:cNvSpPr>
              <a:spLocks noChangeArrowheads="1"/>
            </p:cNvSpPr>
            <p:nvPr userDrawn="1"/>
          </p:nvSpPr>
          <p:spPr bwMode="auto">
            <a:xfrm flipV="1">
              <a:off x="6242" y="2659"/>
              <a:ext cx="117"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4" name="Rectangle 95"/>
            <p:cNvSpPr>
              <a:spLocks noChangeArrowheads="1"/>
            </p:cNvSpPr>
            <p:nvPr userDrawn="1"/>
          </p:nvSpPr>
          <p:spPr bwMode="auto">
            <a:xfrm flipV="1">
              <a:off x="5893" y="2659"/>
              <a:ext cx="117"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0" name="Group 96"/>
          <p:cNvGrpSpPr>
            <a:grpSpLocks/>
          </p:cNvGrpSpPr>
          <p:nvPr/>
        </p:nvGrpSpPr>
        <p:grpSpPr bwMode="auto">
          <a:xfrm>
            <a:off x="12476766" y="3574290"/>
            <a:ext cx="986624" cy="188956"/>
            <a:chOff x="5893" y="2251"/>
            <a:chExt cx="466" cy="119"/>
          </a:xfrm>
        </p:grpSpPr>
        <p:sp>
          <p:nvSpPr>
            <p:cNvPr id="1087" name="Rectangle 97"/>
            <p:cNvSpPr>
              <a:spLocks noChangeArrowheads="1"/>
            </p:cNvSpPr>
            <p:nvPr userDrawn="1"/>
          </p:nvSpPr>
          <p:spPr bwMode="auto">
            <a:xfrm flipV="1">
              <a:off x="6126" y="2251"/>
              <a:ext cx="116" cy="119"/>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8" name="Rectangle 98"/>
            <p:cNvSpPr>
              <a:spLocks noChangeArrowheads="1"/>
            </p:cNvSpPr>
            <p:nvPr userDrawn="1"/>
          </p:nvSpPr>
          <p:spPr bwMode="auto">
            <a:xfrm flipV="1">
              <a:off x="6242" y="2251"/>
              <a:ext cx="117" cy="119"/>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9" name="Rectangle 99"/>
            <p:cNvSpPr>
              <a:spLocks noChangeArrowheads="1"/>
            </p:cNvSpPr>
            <p:nvPr userDrawn="1"/>
          </p:nvSpPr>
          <p:spPr bwMode="auto">
            <a:xfrm flipV="1">
              <a:off x="5893" y="2251"/>
              <a:ext cx="117" cy="119"/>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0" name="Rectangle 100"/>
            <p:cNvSpPr>
              <a:spLocks noChangeArrowheads="1"/>
            </p:cNvSpPr>
            <p:nvPr userDrawn="1"/>
          </p:nvSpPr>
          <p:spPr bwMode="auto">
            <a:xfrm flipV="1">
              <a:off x="6010" y="2251"/>
              <a:ext cx="116" cy="119"/>
            </a:xfrm>
            <a:prstGeom prst="rect">
              <a:avLst/>
            </a:prstGeom>
            <a:solidFill>
              <a:srgbClr val="66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1" name="Group 101"/>
          <p:cNvGrpSpPr>
            <a:grpSpLocks/>
          </p:cNvGrpSpPr>
          <p:nvPr/>
        </p:nvGrpSpPr>
        <p:grpSpPr bwMode="auto">
          <a:xfrm>
            <a:off x="12476766" y="4582587"/>
            <a:ext cx="986624" cy="182605"/>
            <a:chOff x="5893" y="2886"/>
            <a:chExt cx="466" cy="115"/>
          </a:xfrm>
        </p:grpSpPr>
        <p:sp>
          <p:nvSpPr>
            <p:cNvPr id="1083" name="Rectangle 102"/>
            <p:cNvSpPr>
              <a:spLocks noChangeArrowheads="1"/>
            </p:cNvSpPr>
            <p:nvPr userDrawn="1"/>
          </p:nvSpPr>
          <p:spPr bwMode="auto">
            <a:xfrm flipV="1">
              <a:off x="6010" y="2886"/>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4" name="Rectangle 103"/>
            <p:cNvSpPr>
              <a:spLocks noChangeArrowheads="1"/>
            </p:cNvSpPr>
            <p:nvPr userDrawn="1"/>
          </p:nvSpPr>
          <p:spPr bwMode="auto">
            <a:xfrm flipV="1">
              <a:off x="6126" y="2886"/>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5" name="Rectangle 104"/>
            <p:cNvSpPr>
              <a:spLocks noChangeArrowheads="1"/>
            </p:cNvSpPr>
            <p:nvPr userDrawn="1"/>
          </p:nvSpPr>
          <p:spPr bwMode="auto">
            <a:xfrm flipV="1">
              <a:off x="6242" y="2886"/>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6" name="Rectangle 105"/>
            <p:cNvSpPr>
              <a:spLocks noChangeArrowheads="1"/>
            </p:cNvSpPr>
            <p:nvPr userDrawn="1"/>
          </p:nvSpPr>
          <p:spPr bwMode="auto">
            <a:xfrm flipV="1">
              <a:off x="5893" y="2886"/>
              <a:ext cx="117" cy="11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2" name="Group 106"/>
          <p:cNvGrpSpPr>
            <a:grpSpLocks/>
          </p:cNvGrpSpPr>
          <p:nvPr/>
        </p:nvGrpSpPr>
        <p:grpSpPr bwMode="auto">
          <a:xfrm>
            <a:off x="12476766" y="4798537"/>
            <a:ext cx="986624" cy="182605"/>
            <a:chOff x="5893" y="3022"/>
            <a:chExt cx="466" cy="115"/>
          </a:xfrm>
        </p:grpSpPr>
        <p:sp>
          <p:nvSpPr>
            <p:cNvPr id="1079" name="Rectangle 107"/>
            <p:cNvSpPr>
              <a:spLocks noChangeArrowheads="1"/>
            </p:cNvSpPr>
            <p:nvPr userDrawn="1"/>
          </p:nvSpPr>
          <p:spPr bwMode="auto">
            <a:xfrm flipV="1">
              <a:off x="6010" y="3022"/>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0" name="Rectangle 108"/>
            <p:cNvSpPr>
              <a:spLocks noChangeArrowheads="1"/>
            </p:cNvSpPr>
            <p:nvPr userDrawn="1"/>
          </p:nvSpPr>
          <p:spPr bwMode="auto">
            <a:xfrm flipV="1">
              <a:off x="6126" y="3022"/>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1" name="Rectangle 109"/>
            <p:cNvSpPr>
              <a:spLocks noChangeArrowheads="1"/>
            </p:cNvSpPr>
            <p:nvPr userDrawn="1"/>
          </p:nvSpPr>
          <p:spPr bwMode="auto">
            <a:xfrm flipV="1">
              <a:off x="6242" y="3022"/>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2" name="Rectangle 110"/>
            <p:cNvSpPr>
              <a:spLocks noChangeArrowheads="1"/>
            </p:cNvSpPr>
            <p:nvPr userDrawn="1"/>
          </p:nvSpPr>
          <p:spPr bwMode="auto">
            <a:xfrm flipV="1">
              <a:off x="5893" y="3022"/>
              <a:ext cx="117" cy="115"/>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3" name="Group 111"/>
          <p:cNvGrpSpPr>
            <a:grpSpLocks/>
          </p:cNvGrpSpPr>
          <p:nvPr/>
        </p:nvGrpSpPr>
        <p:grpSpPr bwMode="auto">
          <a:xfrm>
            <a:off x="12476766" y="5014486"/>
            <a:ext cx="986624" cy="182605"/>
            <a:chOff x="5893" y="3158"/>
            <a:chExt cx="466" cy="115"/>
          </a:xfrm>
        </p:grpSpPr>
        <p:sp>
          <p:nvSpPr>
            <p:cNvPr id="1075" name="Rectangle 112"/>
            <p:cNvSpPr>
              <a:spLocks noChangeArrowheads="1"/>
            </p:cNvSpPr>
            <p:nvPr userDrawn="1"/>
          </p:nvSpPr>
          <p:spPr bwMode="auto">
            <a:xfrm flipV="1">
              <a:off x="6010" y="3158"/>
              <a:ext cx="116"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6" name="Rectangle 113"/>
            <p:cNvSpPr>
              <a:spLocks noChangeArrowheads="1"/>
            </p:cNvSpPr>
            <p:nvPr userDrawn="1"/>
          </p:nvSpPr>
          <p:spPr bwMode="auto">
            <a:xfrm flipV="1">
              <a:off x="6126" y="3158"/>
              <a:ext cx="116"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7" name="Rectangle 114"/>
            <p:cNvSpPr>
              <a:spLocks noChangeArrowheads="1"/>
            </p:cNvSpPr>
            <p:nvPr userDrawn="1"/>
          </p:nvSpPr>
          <p:spPr bwMode="auto">
            <a:xfrm flipV="1">
              <a:off x="6242" y="3158"/>
              <a:ext cx="117"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8" name="Rectangle 115"/>
            <p:cNvSpPr>
              <a:spLocks noChangeArrowheads="1"/>
            </p:cNvSpPr>
            <p:nvPr userDrawn="1"/>
          </p:nvSpPr>
          <p:spPr bwMode="auto">
            <a:xfrm flipV="1">
              <a:off x="5893" y="3158"/>
              <a:ext cx="117" cy="115"/>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4" name="Group 116"/>
          <p:cNvGrpSpPr>
            <a:grpSpLocks/>
          </p:cNvGrpSpPr>
          <p:nvPr/>
        </p:nvGrpSpPr>
        <p:grpSpPr bwMode="auto">
          <a:xfrm>
            <a:off x="12476766" y="5374932"/>
            <a:ext cx="986624" cy="182604"/>
            <a:chOff x="5893" y="3385"/>
            <a:chExt cx="466" cy="115"/>
          </a:xfrm>
        </p:grpSpPr>
        <p:sp>
          <p:nvSpPr>
            <p:cNvPr id="1071" name="Rectangle 117"/>
            <p:cNvSpPr>
              <a:spLocks noChangeArrowheads="1"/>
            </p:cNvSpPr>
            <p:nvPr userDrawn="1"/>
          </p:nvSpPr>
          <p:spPr bwMode="auto">
            <a:xfrm flipV="1">
              <a:off x="6010" y="3385"/>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2" name="Rectangle 118"/>
            <p:cNvSpPr>
              <a:spLocks noChangeArrowheads="1"/>
            </p:cNvSpPr>
            <p:nvPr userDrawn="1"/>
          </p:nvSpPr>
          <p:spPr bwMode="auto">
            <a:xfrm flipV="1">
              <a:off x="6126" y="3385"/>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3" name="Rectangle 119"/>
            <p:cNvSpPr>
              <a:spLocks noChangeArrowheads="1"/>
            </p:cNvSpPr>
            <p:nvPr userDrawn="1"/>
          </p:nvSpPr>
          <p:spPr bwMode="auto">
            <a:xfrm flipV="1">
              <a:off x="6242" y="3385"/>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4" name="Rectangle 120"/>
            <p:cNvSpPr>
              <a:spLocks noChangeArrowheads="1"/>
            </p:cNvSpPr>
            <p:nvPr userDrawn="1"/>
          </p:nvSpPr>
          <p:spPr bwMode="auto">
            <a:xfrm flipV="1">
              <a:off x="5893" y="3385"/>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5" name="Group 121"/>
          <p:cNvGrpSpPr>
            <a:grpSpLocks/>
          </p:cNvGrpSpPr>
          <p:nvPr/>
        </p:nvGrpSpPr>
        <p:grpSpPr bwMode="auto">
          <a:xfrm>
            <a:off x="12476766" y="5590882"/>
            <a:ext cx="986624" cy="182604"/>
            <a:chOff x="5893" y="3521"/>
            <a:chExt cx="466" cy="115"/>
          </a:xfrm>
        </p:grpSpPr>
        <p:sp>
          <p:nvSpPr>
            <p:cNvPr id="1067" name="Rectangle 122"/>
            <p:cNvSpPr>
              <a:spLocks noChangeArrowheads="1"/>
            </p:cNvSpPr>
            <p:nvPr userDrawn="1"/>
          </p:nvSpPr>
          <p:spPr bwMode="auto">
            <a:xfrm flipV="1">
              <a:off x="6010" y="3521"/>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8" name="Rectangle 123"/>
            <p:cNvSpPr>
              <a:spLocks noChangeArrowheads="1"/>
            </p:cNvSpPr>
            <p:nvPr userDrawn="1"/>
          </p:nvSpPr>
          <p:spPr bwMode="auto">
            <a:xfrm flipV="1">
              <a:off x="6126" y="3521"/>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9" name="Rectangle 124"/>
            <p:cNvSpPr>
              <a:spLocks noChangeArrowheads="1"/>
            </p:cNvSpPr>
            <p:nvPr userDrawn="1"/>
          </p:nvSpPr>
          <p:spPr bwMode="auto">
            <a:xfrm flipV="1">
              <a:off x="6242" y="3521"/>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0" name="Rectangle 125"/>
            <p:cNvSpPr>
              <a:spLocks noChangeArrowheads="1"/>
            </p:cNvSpPr>
            <p:nvPr userDrawn="1"/>
          </p:nvSpPr>
          <p:spPr bwMode="auto">
            <a:xfrm flipV="1">
              <a:off x="5893" y="3521"/>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6" name="Group 126"/>
          <p:cNvGrpSpPr>
            <a:grpSpLocks/>
          </p:cNvGrpSpPr>
          <p:nvPr/>
        </p:nvGrpSpPr>
        <p:grpSpPr bwMode="auto">
          <a:xfrm>
            <a:off x="12476766" y="5806832"/>
            <a:ext cx="986624" cy="182604"/>
            <a:chOff x="5893" y="3657"/>
            <a:chExt cx="466" cy="115"/>
          </a:xfrm>
        </p:grpSpPr>
        <p:sp>
          <p:nvSpPr>
            <p:cNvPr id="1063" name="Rectangle 127"/>
            <p:cNvSpPr>
              <a:spLocks noChangeArrowheads="1"/>
            </p:cNvSpPr>
            <p:nvPr userDrawn="1"/>
          </p:nvSpPr>
          <p:spPr bwMode="auto">
            <a:xfrm flipV="1">
              <a:off x="6010" y="3657"/>
              <a:ext cx="116"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4" name="Rectangle 128"/>
            <p:cNvSpPr>
              <a:spLocks noChangeArrowheads="1"/>
            </p:cNvSpPr>
            <p:nvPr userDrawn="1"/>
          </p:nvSpPr>
          <p:spPr bwMode="auto">
            <a:xfrm flipV="1">
              <a:off x="6126" y="3657"/>
              <a:ext cx="116"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5" name="Rectangle 129"/>
            <p:cNvSpPr>
              <a:spLocks noChangeArrowheads="1"/>
            </p:cNvSpPr>
            <p:nvPr userDrawn="1"/>
          </p:nvSpPr>
          <p:spPr bwMode="auto">
            <a:xfrm flipV="1">
              <a:off x="6242" y="3657"/>
              <a:ext cx="117"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6" name="Rectangle 130"/>
            <p:cNvSpPr>
              <a:spLocks noChangeArrowheads="1"/>
            </p:cNvSpPr>
            <p:nvPr userDrawn="1"/>
          </p:nvSpPr>
          <p:spPr bwMode="auto">
            <a:xfrm flipV="1">
              <a:off x="5893" y="3657"/>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7" name="Group 131"/>
          <p:cNvGrpSpPr>
            <a:grpSpLocks/>
          </p:cNvGrpSpPr>
          <p:nvPr/>
        </p:nvGrpSpPr>
        <p:grpSpPr bwMode="auto">
          <a:xfrm>
            <a:off x="12476766" y="6167278"/>
            <a:ext cx="986624" cy="182605"/>
            <a:chOff x="5893" y="3884"/>
            <a:chExt cx="466" cy="115"/>
          </a:xfrm>
        </p:grpSpPr>
        <p:sp>
          <p:nvSpPr>
            <p:cNvPr id="1059" name="Rectangle 132"/>
            <p:cNvSpPr>
              <a:spLocks noChangeArrowheads="1"/>
            </p:cNvSpPr>
            <p:nvPr userDrawn="1"/>
          </p:nvSpPr>
          <p:spPr bwMode="auto">
            <a:xfrm flipV="1">
              <a:off x="6010" y="3884"/>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0" name="Rectangle 133"/>
            <p:cNvSpPr>
              <a:spLocks noChangeArrowheads="1"/>
            </p:cNvSpPr>
            <p:nvPr userDrawn="1"/>
          </p:nvSpPr>
          <p:spPr bwMode="auto">
            <a:xfrm flipV="1">
              <a:off x="6126" y="3884"/>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1" name="Rectangle 134"/>
            <p:cNvSpPr>
              <a:spLocks noChangeArrowheads="1"/>
            </p:cNvSpPr>
            <p:nvPr userDrawn="1"/>
          </p:nvSpPr>
          <p:spPr bwMode="auto">
            <a:xfrm flipV="1">
              <a:off x="6242" y="3884"/>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2" name="Rectangle 135"/>
            <p:cNvSpPr>
              <a:spLocks noChangeArrowheads="1"/>
            </p:cNvSpPr>
            <p:nvPr userDrawn="1"/>
          </p:nvSpPr>
          <p:spPr bwMode="auto">
            <a:xfrm flipV="1">
              <a:off x="5893" y="3884"/>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8" name="Group 136"/>
          <p:cNvGrpSpPr>
            <a:grpSpLocks/>
          </p:cNvGrpSpPr>
          <p:nvPr/>
        </p:nvGrpSpPr>
        <p:grpSpPr bwMode="auto">
          <a:xfrm>
            <a:off x="12476766" y="6392756"/>
            <a:ext cx="986624" cy="182605"/>
            <a:chOff x="5893" y="4026"/>
            <a:chExt cx="466" cy="115"/>
          </a:xfrm>
        </p:grpSpPr>
        <p:sp>
          <p:nvSpPr>
            <p:cNvPr id="1055" name="Rectangle 137"/>
            <p:cNvSpPr>
              <a:spLocks noChangeArrowheads="1"/>
            </p:cNvSpPr>
            <p:nvPr userDrawn="1"/>
          </p:nvSpPr>
          <p:spPr bwMode="auto">
            <a:xfrm flipV="1">
              <a:off x="6010" y="4026"/>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6" name="Rectangle 138"/>
            <p:cNvSpPr>
              <a:spLocks noChangeArrowheads="1"/>
            </p:cNvSpPr>
            <p:nvPr userDrawn="1"/>
          </p:nvSpPr>
          <p:spPr bwMode="auto">
            <a:xfrm flipV="1">
              <a:off x="6126" y="4026"/>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7" name="Rectangle 139"/>
            <p:cNvSpPr>
              <a:spLocks noChangeArrowheads="1"/>
            </p:cNvSpPr>
            <p:nvPr userDrawn="1"/>
          </p:nvSpPr>
          <p:spPr bwMode="auto">
            <a:xfrm flipV="1">
              <a:off x="6242" y="4026"/>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8" name="Rectangle 140"/>
            <p:cNvSpPr>
              <a:spLocks noChangeArrowheads="1"/>
            </p:cNvSpPr>
            <p:nvPr userDrawn="1"/>
          </p:nvSpPr>
          <p:spPr bwMode="auto">
            <a:xfrm flipV="1">
              <a:off x="5893" y="4026"/>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9" name="Group 141"/>
          <p:cNvGrpSpPr>
            <a:grpSpLocks/>
          </p:cNvGrpSpPr>
          <p:nvPr/>
        </p:nvGrpSpPr>
        <p:grpSpPr bwMode="auto">
          <a:xfrm>
            <a:off x="12476766" y="6616645"/>
            <a:ext cx="986624" cy="182604"/>
            <a:chOff x="5893" y="4167"/>
            <a:chExt cx="466" cy="115"/>
          </a:xfrm>
        </p:grpSpPr>
        <p:sp>
          <p:nvSpPr>
            <p:cNvPr id="1051" name="Rectangle 142"/>
            <p:cNvSpPr>
              <a:spLocks noChangeArrowheads="1"/>
            </p:cNvSpPr>
            <p:nvPr userDrawn="1"/>
          </p:nvSpPr>
          <p:spPr bwMode="auto">
            <a:xfrm flipV="1">
              <a:off x="6010" y="4167"/>
              <a:ext cx="116" cy="11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2" name="Rectangle 143"/>
            <p:cNvSpPr>
              <a:spLocks noChangeArrowheads="1"/>
            </p:cNvSpPr>
            <p:nvPr userDrawn="1"/>
          </p:nvSpPr>
          <p:spPr bwMode="auto">
            <a:xfrm flipV="1">
              <a:off x="6126" y="4167"/>
              <a:ext cx="116" cy="11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3" name="Rectangle 144"/>
            <p:cNvSpPr>
              <a:spLocks noChangeArrowheads="1"/>
            </p:cNvSpPr>
            <p:nvPr userDrawn="1"/>
          </p:nvSpPr>
          <p:spPr bwMode="auto">
            <a:xfrm flipV="1">
              <a:off x="6242" y="4167"/>
              <a:ext cx="117" cy="11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4" name="Rectangle 145"/>
            <p:cNvSpPr>
              <a:spLocks noChangeArrowheads="1"/>
            </p:cNvSpPr>
            <p:nvPr userDrawn="1"/>
          </p:nvSpPr>
          <p:spPr bwMode="auto">
            <a:xfrm flipV="1">
              <a:off x="5893" y="4167"/>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sp>
        <p:nvSpPr>
          <p:cNvPr id="1050" name="Line 146"/>
          <p:cNvSpPr>
            <a:spLocks noChangeShapeType="1"/>
          </p:cNvSpPr>
          <p:nvPr userDrawn="1"/>
        </p:nvSpPr>
        <p:spPr bwMode="auto">
          <a:xfrm flipV="1">
            <a:off x="334520" y="908260"/>
            <a:ext cx="11621410" cy="0"/>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a:lstStyle/>
          <a:p>
            <a:pPr defTabSz="914583" eaLnBrk="0" fontAlgn="base" hangingPunct="0">
              <a:spcBef>
                <a:spcPct val="0"/>
              </a:spcBef>
              <a:spcAft>
                <a:spcPct val="0"/>
              </a:spcAft>
            </a:pPr>
            <a:endParaRPr lang="en-US" sz="1200">
              <a:solidFill>
                <a:srgbClr val="FFFFFF"/>
              </a:solidFill>
              <a:ea typeface="MS PGothic" panose="020B0600070205080204" pitchFamily="34" charset="-128"/>
            </a:endParaRPr>
          </a:p>
        </p:txBody>
      </p:sp>
    </p:spTree>
    <p:extLst>
      <p:ext uri="{BB962C8B-B14F-4D97-AF65-F5344CB8AC3E}">
        <p14:creationId xmlns:p14="http://schemas.microsoft.com/office/powerpoint/2010/main" val="2979187279"/>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Lst>
  <p:hf sldNum="0" hdr="0" ftr="0"/>
  <p:txStyles>
    <p:titleStyle>
      <a:lvl1pPr algn="l" defTabSz="801848" rtl="0" eaLnBrk="0" fontAlgn="base" hangingPunct="0">
        <a:spcBef>
          <a:spcPct val="0"/>
        </a:spcBef>
        <a:spcAft>
          <a:spcPct val="0"/>
        </a:spcAft>
        <a:defRPr sz="3401">
          <a:solidFill>
            <a:srgbClr val="990000"/>
          </a:solidFill>
          <a:latin typeface="+mj-lt"/>
          <a:ea typeface="+mj-ea"/>
          <a:cs typeface="+mj-cs"/>
        </a:defRPr>
      </a:lvl1pPr>
      <a:lvl2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2pPr>
      <a:lvl3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3pPr>
      <a:lvl4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4pPr>
      <a:lvl5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5pPr>
      <a:lvl6pPr marL="457291" algn="l" defTabSz="801848" rtl="0" fontAlgn="base">
        <a:spcBef>
          <a:spcPct val="0"/>
        </a:spcBef>
        <a:spcAft>
          <a:spcPct val="0"/>
        </a:spcAft>
        <a:defRPr sz="3401">
          <a:solidFill>
            <a:srgbClr val="990000"/>
          </a:solidFill>
          <a:latin typeface="FrutigerNext LT Medium" pitchFamily="34" charset="0"/>
          <a:ea typeface="黑体" pitchFamily="2" charset="-122"/>
        </a:defRPr>
      </a:lvl6pPr>
      <a:lvl7pPr marL="914583" algn="l" defTabSz="801848" rtl="0" fontAlgn="base">
        <a:spcBef>
          <a:spcPct val="0"/>
        </a:spcBef>
        <a:spcAft>
          <a:spcPct val="0"/>
        </a:spcAft>
        <a:defRPr sz="3401">
          <a:solidFill>
            <a:srgbClr val="990000"/>
          </a:solidFill>
          <a:latin typeface="FrutigerNext LT Medium" pitchFamily="34" charset="0"/>
          <a:ea typeface="黑体" pitchFamily="2" charset="-122"/>
        </a:defRPr>
      </a:lvl7pPr>
      <a:lvl8pPr marL="1371874" algn="l" defTabSz="801848" rtl="0" fontAlgn="base">
        <a:spcBef>
          <a:spcPct val="0"/>
        </a:spcBef>
        <a:spcAft>
          <a:spcPct val="0"/>
        </a:spcAft>
        <a:defRPr sz="3401">
          <a:solidFill>
            <a:srgbClr val="990000"/>
          </a:solidFill>
          <a:latin typeface="FrutigerNext LT Medium" pitchFamily="34" charset="0"/>
          <a:ea typeface="黑体" pitchFamily="2" charset="-122"/>
        </a:defRPr>
      </a:lvl8pPr>
      <a:lvl9pPr marL="1829166" algn="l" defTabSz="801848" rtl="0" fontAlgn="base">
        <a:spcBef>
          <a:spcPct val="0"/>
        </a:spcBef>
        <a:spcAft>
          <a:spcPct val="0"/>
        </a:spcAft>
        <a:defRPr sz="3401">
          <a:solidFill>
            <a:srgbClr val="990000"/>
          </a:solidFill>
          <a:latin typeface="FrutigerNext LT Medium" pitchFamily="34" charset="0"/>
          <a:ea typeface="黑体" pitchFamily="2" charset="-122"/>
        </a:defRPr>
      </a:lvl9pPr>
    </p:titleStyle>
    <p:bodyStyle>
      <a:lvl1pPr marL="300098" indent="-300098" algn="l" defTabSz="801848" rtl="0" eaLnBrk="0" fontAlgn="base" hangingPunct="0">
        <a:lnSpc>
          <a:spcPct val="140000"/>
        </a:lnSpc>
        <a:spcBef>
          <a:spcPct val="0"/>
        </a:spcBef>
        <a:spcAft>
          <a:spcPct val="0"/>
        </a:spcAft>
        <a:buClr>
          <a:schemeClr val="bg2"/>
        </a:buClr>
        <a:buSzPct val="60000"/>
        <a:buFont typeface="Wingdings" pitchFamily="2" charset="2"/>
        <a:buChar char="l"/>
        <a:defRPr sz="2000" b="1">
          <a:solidFill>
            <a:schemeClr val="tx1"/>
          </a:solidFill>
          <a:latin typeface="+mn-lt"/>
          <a:ea typeface="+mn-ea"/>
          <a:cs typeface="+mn-cs"/>
        </a:defRPr>
      </a:lvl1pPr>
      <a:lvl2pPr marL="652593" indent="-250875" algn="l" defTabSz="801848" rtl="0" eaLnBrk="0" fontAlgn="base" hangingPunct="0">
        <a:lnSpc>
          <a:spcPct val="140000"/>
        </a:lnSpc>
        <a:spcBef>
          <a:spcPct val="0"/>
        </a:spcBef>
        <a:spcAft>
          <a:spcPct val="0"/>
        </a:spcAft>
        <a:buClr>
          <a:schemeClr val="tx1"/>
        </a:buClr>
        <a:buSzPct val="50000"/>
        <a:buFont typeface="Wingdings" pitchFamily="2" charset="2"/>
        <a:buChar char="p"/>
        <a:defRPr>
          <a:solidFill>
            <a:schemeClr val="tx1"/>
          </a:solidFill>
          <a:latin typeface="+mn-lt"/>
          <a:ea typeface="+mn-ea"/>
        </a:defRPr>
      </a:lvl2pPr>
      <a:lvl3pPr marL="1003501" indent="-201653" algn="l" defTabSz="801848" rtl="0" eaLnBrk="0" fontAlgn="base" hangingPunct="0">
        <a:lnSpc>
          <a:spcPct val="140000"/>
        </a:lnSpc>
        <a:spcBef>
          <a:spcPct val="0"/>
        </a:spcBef>
        <a:spcAft>
          <a:spcPct val="0"/>
        </a:spcAft>
        <a:buSzPct val="50000"/>
        <a:buFont typeface="Wingdings" panose="05000000000000000000" pitchFamily="2" charset="2"/>
        <a:buChar char="n"/>
        <a:defRPr sz="1600">
          <a:solidFill>
            <a:schemeClr val="tx1"/>
          </a:solidFill>
          <a:latin typeface="FrutigerNext LT Light" pitchFamily="34" charset="0"/>
          <a:ea typeface="+mn-ea"/>
        </a:defRPr>
      </a:lvl3pPr>
      <a:lvl4pPr marL="1402043" indent="-200065" algn="l" defTabSz="801848" rtl="0" eaLnBrk="0" fontAlgn="base" hangingPunct="0">
        <a:lnSpc>
          <a:spcPct val="140000"/>
        </a:lnSpc>
        <a:spcBef>
          <a:spcPct val="0"/>
        </a:spcBef>
        <a:spcAft>
          <a:spcPct val="0"/>
        </a:spcAft>
        <a:buChar char="–"/>
        <a:defRPr sz="1400">
          <a:solidFill>
            <a:schemeClr val="tx1"/>
          </a:solidFill>
          <a:latin typeface="+mj-lt"/>
          <a:ea typeface="+mn-ea"/>
        </a:defRPr>
      </a:lvl4pPr>
      <a:lvl5pPr marL="1803761" indent="-201653" algn="l" defTabSz="801848" rtl="0"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mj-lt"/>
          <a:ea typeface="+mn-ea"/>
        </a:defRPr>
      </a:lvl5pPr>
      <a:lvl6pPr marL="2261052"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6pPr>
      <a:lvl7pPr marL="2718344"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7pPr>
      <a:lvl8pPr marL="3175635"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8pPr>
      <a:lvl9pPr marL="3632926"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9pPr>
    </p:bodyStyle>
    <p:otherStyle>
      <a:defPPr>
        <a:defRPr lang="zh-CN"/>
      </a:defPPr>
      <a:lvl1pPr marL="0" algn="l" defTabSz="914583" rtl="0" eaLnBrk="1" latinLnBrk="0" hangingPunct="1">
        <a:defRPr sz="1800" kern="1200">
          <a:solidFill>
            <a:schemeClr val="tx1"/>
          </a:solidFill>
          <a:latin typeface="+mn-lt"/>
          <a:ea typeface="+mn-ea"/>
          <a:cs typeface="+mn-cs"/>
        </a:defRPr>
      </a:lvl1pPr>
      <a:lvl2pPr marL="457291" algn="l" defTabSz="914583" rtl="0" eaLnBrk="1" latinLnBrk="0" hangingPunct="1">
        <a:defRPr sz="1800" kern="1200">
          <a:solidFill>
            <a:schemeClr val="tx1"/>
          </a:solidFill>
          <a:latin typeface="+mn-lt"/>
          <a:ea typeface="+mn-ea"/>
          <a:cs typeface="+mn-cs"/>
        </a:defRPr>
      </a:lvl2pPr>
      <a:lvl3pPr marL="914583" algn="l" defTabSz="914583" rtl="0" eaLnBrk="1" latinLnBrk="0" hangingPunct="1">
        <a:defRPr sz="1800" kern="1200">
          <a:solidFill>
            <a:schemeClr val="tx1"/>
          </a:solidFill>
          <a:latin typeface="+mn-lt"/>
          <a:ea typeface="+mn-ea"/>
          <a:cs typeface="+mn-cs"/>
        </a:defRPr>
      </a:lvl3pPr>
      <a:lvl4pPr marL="1371874" algn="l" defTabSz="914583" rtl="0" eaLnBrk="1" latinLnBrk="0" hangingPunct="1">
        <a:defRPr sz="1800" kern="1200">
          <a:solidFill>
            <a:schemeClr val="tx1"/>
          </a:solidFill>
          <a:latin typeface="+mn-lt"/>
          <a:ea typeface="+mn-ea"/>
          <a:cs typeface="+mn-cs"/>
        </a:defRPr>
      </a:lvl4pPr>
      <a:lvl5pPr marL="1829166" algn="l" defTabSz="914583" rtl="0" eaLnBrk="1" latinLnBrk="0" hangingPunct="1">
        <a:defRPr sz="1800" kern="1200">
          <a:solidFill>
            <a:schemeClr val="tx1"/>
          </a:solidFill>
          <a:latin typeface="+mn-lt"/>
          <a:ea typeface="+mn-ea"/>
          <a:cs typeface="+mn-cs"/>
        </a:defRPr>
      </a:lvl5pPr>
      <a:lvl6pPr marL="2286457" algn="l" defTabSz="914583" rtl="0" eaLnBrk="1" latinLnBrk="0" hangingPunct="1">
        <a:defRPr sz="1800" kern="1200">
          <a:solidFill>
            <a:schemeClr val="tx1"/>
          </a:solidFill>
          <a:latin typeface="+mn-lt"/>
          <a:ea typeface="+mn-ea"/>
          <a:cs typeface="+mn-cs"/>
        </a:defRPr>
      </a:lvl6pPr>
      <a:lvl7pPr marL="2743749" algn="l" defTabSz="914583" rtl="0" eaLnBrk="1" latinLnBrk="0" hangingPunct="1">
        <a:defRPr sz="1800" kern="1200">
          <a:solidFill>
            <a:schemeClr val="tx1"/>
          </a:solidFill>
          <a:latin typeface="+mn-lt"/>
          <a:ea typeface="+mn-ea"/>
          <a:cs typeface="+mn-cs"/>
        </a:defRPr>
      </a:lvl7pPr>
      <a:lvl8pPr marL="3201040" algn="l" defTabSz="914583" rtl="0" eaLnBrk="1" latinLnBrk="0" hangingPunct="1">
        <a:defRPr sz="1800" kern="1200">
          <a:solidFill>
            <a:schemeClr val="tx1"/>
          </a:solidFill>
          <a:latin typeface="+mn-lt"/>
          <a:ea typeface="+mn-ea"/>
          <a:cs typeface="+mn-cs"/>
        </a:defRPr>
      </a:lvl8pPr>
      <a:lvl9pPr marL="3658332" algn="l" defTabSz="914583"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9" descr="d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6226030"/>
            <a:ext cx="12203644" cy="636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ext Box 8"/>
          <p:cNvSpPr txBox="1">
            <a:spLocks noChangeArrowheads="1"/>
          </p:cNvSpPr>
          <p:nvPr/>
        </p:nvSpPr>
        <p:spPr bwMode="auto">
          <a:xfrm>
            <a:off x="870178" y="6440391"/>
            <a:ext cx="2447733"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TECHNOLOGIES CO., LTD.</a:t>
            </a:r>
            <a:endParaRPr lang="en-US" altLang="zh-CN" sz="2200" smtClean="0">
              <a:solidFill>
                <a:srgbClr val="000000"/>
              </a:solidFill>
              <a:latin typeface="Arial" panose="020B0604020202020204" pitchFamily="34" charset="0"/>
            </a:endParaRPr>
          </a:p>
        </p:txBody>
      </p:sp>
      <p:pic>
        <p:nvPicPr>
          <p:cNvPr id="1028" name="Picture 9" descr="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014441" y="6400695"/>
            <a:ext cx="1748822" cy="312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2" name="Rectangle 10"/>
          <p:cNvSpPr>
            <a:spLocks noGrp="1" noChangeArrowheads="1"/>
          </p:cNvSpPr>
          <p:nvPr>
            <p:ph type="dt" sz="half" idx="2"/>
          </p:nvPr>
        </p:nvSpPr>
        <p:spPr bwMode="auto">
          <a:xfrm>
            <a:off x="8483693" y="6491203"/>
            <a:ext cx="2796844" cy="455718"/>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nSpc>
                <a:spcPct val="85000"/>
              </a:lnSpc>
              <a:defRPr>
                <a:solidFill>
                  <a:schemeClr val="tx1"/>
                </a:solidFill>
                <a:latin typeface="FrutigerNext LT Bold" panose="020B0803040504020204" pitchFamily="34" charset="0"/>
              </a:defRPr>
            </a:lvl1pPr>
          </a:lstStyle>
          <a:p>
            <a:pPr defTabSz="914583" eaLnBrk="0" fontAlgn="base" hangingPunct="0">
              <a:spcBef>
                <a:spcPct val="0"/>
              </a:spcBef>
              <a:spcAft>
                <a:spcPct val="0"/>
              </a:spcAft>
              <a:defRPr/>
            </a:pPr>
            <a:r>
              <a:rPr lang="de-DE" altLang="zh-CN" sz="1200" smtClean="0">
                <a:solidFill>
                  <a:srgbClr val="000000"/>
                </a:solidFill>
                <a:ea typeface="MS PGothic" panose="020B0600070205080204" pitchFamily="34" charset="-128"/>
              </a:rPr>
              <a:t>Page </a:t>
            </a:r>
            <a:fld id="{6068E354-BDB1-43E7-A88D-A157CD0DB142}" type="slidenum">
              <a:rPr lang="de-DE" altLang="zh-CN" sz="1200" smtClean="0">
                <a:solidFill>
                  <a:srgbClr val="000000"/>
                </a:solidFill>
                <a:ea typeface="MS PGothic" panose="020B0600070205080204" pitchFamily="34" charset="-128"/>
              </a:rPr>
              <a:pPr defTabSz="914583" eaLnBrk="0" fontAlgn="base" hangingPunct="0">
                <a:spcBef>
                  <a:spcPct val="0"/>
                </a:spcBef>
                <a:spcAft>
                  <a:spcPct val="0"/>
                </a:spcAft>
                <a:defRPr/>
              </a:pPr>
              <a:t>‹#›</a:t>
            </a:fld>
            <a:endParaRPr lang="en-GB" altLang="zh-CN" sz="1200">
              <a:solidFill>
                <a:srgbClr val="000000"/>
              </a:solidFill>
              <a:ea typeface="MS PGothic" panose="020B0600070205080204" pitchFamily="34" charset="-128"/>
            </a:endParaRPr>
          </a:p>
        </p:txBody>
      </p:sp>
      <p:sp>
        <p:nvSpPr>
          <p:cNvPr id="1030" name="Rectangle 13"/>
          <p:cNvSpPr>
            <a:spLocks noGrp="1" noChangeArrowheads="1"/>
          </p:cNvSpPr>
          <p:nvPr>
            <p:ph type="title"/>
          </p:nvPr>
        </p:nvSpPr>
        <p:spPr bwMode="auto">
          <a:xfrm>
            <a:off x="527188" y="44460"/>
            <a:ext cx="10329905" cy="87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139" tIns="40069" rIns="80139" bIns="40069" numCol="1" anchor="ctr" anchorCtr="0" compatLnSpc="1">
            <a:prstTxWarp prst="textNoShape">
              <a:avLst/>
            </a:prstTxWarp>
          </a:bodyPr>
          <a:lstStyle/>
          <a:p>
            <a:pPr lvl="0"/>
            <a:r>
              <a:rPr lang="zh-CN" altLang="en-US" smtClean="0"/>
              <a:t>单击此处编辑母版标题样式</a:t>
            </a:r>
          </a:p>
        </p:txBody>
      </p:sp>
      <p:sp>
        <p:nvSpPr>
          <p:cNvPr id="1031" name="Rectangle 21"/>
          <p:cNvSpPr>
            <a:spLocks noChangeArrowheads="1"/>
          </p:cNvSpPr>
          <p:nvPr/>
        </p:nvSpPr>
        <p:spPr bwMode="auto">
          <a:xfrm>
            <a:off x="5191418" y="6440391"/>
            <a:ext cx="1564415" cy="26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Confidential </a:t>
            </a:r>
          </a:p>
        </p:txBody>
      </p:sp>
      <p:sp>
        <p:nvSpPr>
          <p:cNvPr id="1032" name="Rectangle 22"/>
          <p:cNvSpPr>
            <a:spLocks noChangeArrowheads="1"/>
          </p:cNvSpPr>
          <p:nvPr/>
        </p:nvSpPr>
        <p:spPr bwMode="auto">
          <a:xfrm>
            <a:off x="-2544895" y="528760"/>
            <a:ext cx="2460207" cy="5308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英文标题</a:t>
            </a:r>
            <a:r>
              <a:rPr lang="en-US" altLang="zh-CN" sz="1100" smtClean="0">
                <a:solidFill>
                  <a:srgbClr val="FFFFFF"/>
                </a:solidFill>
                <a:latin typeface="Arial" panose="020B0604020202020204" pitchFamily="34" charset="0"/>
                <a:ea typeface="华文细黑" panose="02010600040101010101" pitchFamily="2" charset="-122"/>
              </a:rPr>
              <a:t>:32-35pt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 R153 G0 B0</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内部使用字体 </a:t>
            </a:r>
            <a:r>
              <a:rPr lang="en-US" altLang="zh-CN" sz="1100" smtClean="0">
                <a:solidFill>
                  <a:srgbClr val="FFFFFF"/>
                </a:solidFill>
                <a:ea typeface="华文细黑" panose="02010600040101010101" pitchFamily="2" charset="-122"/>
              </a:rPr>
              <a: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en-US" altLang="zh-CN" sz="1100" smtClean="0">
                <a:solidFill>
                  <a:srgbClr val="FFFFFF"/>
                </a:solidFill>
                <a:ea typeface="华文细黑" panose="02010600040101010101" pitchFamily="2" charset="-122"/>
              </a:rPr>
              <a:t>FrutigerNext LT Medium</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外部使用字体 </a:t>
            </a:r>
            <a:r>
              <a:rPr lang="en-US" altLang="zh-CN" sz="1100" smtClean="0">
                <a:solidFill>
                  <a:srgbClr val="FFFFFF"/>
                </a:solidFill>
                <a:ea typeface="华文细黑" panose="02010600040101010101" pitchFamily="2" charset="-122"/>
              </a:rPr>
              <a:t>: Arial</a:t>
            </a:r>
          </a:p>
          <a:p>
            <a:pPr algn="r" fontAlgn="base">
              <a:lnSpc>
                <a:spcPct val="7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中文标题</a:t>
            </a:r>
            <a:r>
              <a:rPr lang="en-US" altLang="zh-CN" sz="1100" smtClean="0">
                <a:solidFill>
                  <a:srgbClr val="FFFFFF"/>
                </a:solidFill>
                <a:latin typeface="Arial" panose="020B0604020202020204" pitchFamily="34" charset="0"/>
                <a:ea typeface="华文细黑" panose="02010600040101010101" pitchFamily="2" charset="-122"/>
              </a:rPr>
              <a:t>:30-32pt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 R153 G0 B0</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黑体</a:t>
            </a: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英文正文</a:t>
            </a:r>
            <a:r>
              <a:rPr lang="en-US" altLang="zh-CN" sz="1100" smtClean="0">
                <a:solidFill>
                  <a:srgbClr val="FFFFFF"/>
                </a:solidFill>
                <a:latin typeface="Arial" panose="020B0604020202020204" pitchFamily="34" charset="0"/>
                <a:ea typeface="华文细黑" panose="02010600040101010101" pitchFamily="2" charset="-122"/>
              </a:rPr>
              <a:t>:20-22pt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子目录 </a:t>
            </a:r>
            <a:r>
              <a:rPr lang="en-US" altLang="zh-CN" sz="1100" smtClean="0">
                <a:solidFill>
                  <a:srgbClr val="FFFFFF"/>
                </a:solidFill>
                <a:latin typeface="Arial" panose="020B0604020202020204" pitchFamily="34" charset="0"/>
                <a:ea typeface="华文细黑" panose="02010600040101010101" pitchFamily="2" charset="-122"/>
              </a:rPr>
              <a:t>(2-5</a:t>
            </a:r>
            <a:r>
              <a:rPr lang="zh-CN" altLang="en-US" sz="1100" smtClean="0">
                <a:solidFill>
                  <a:srgbClr val="FFFFFF"/>
                </a:solidFill>
                <a:latin typeface="Arial" panose="020B0604020202020204" pitchFamily="34" charset="0"/>
                <a:ea typeface="华文细黑" panose="02010600040101010101" pitchFamily="2" charset="-122"/>
              </a:rPr>
              <a:t>级</a:t>
            </a:r>
            <a:r>
              <a:rPr lang="en-US" altLang="zh-CN" sz="1100" smtClean="0">
                <a:solidFill>
                  <a:srgbClr val="FFFFFF"/>
                </a:solidFill>
                <a:latin typeface="Arial" panose="020B0604020202020204" pitchFamily="34" charset="0"/>
                <a:ea typeface="华文细黑" panose="02010600040101010101" pitchFamily="2" charset="-122"/>
              </a:rPr>
              <a:t>) :18pt  </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黑色</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内部使用字体 </a:t>
            </a:r>
            <a:r>
              <a:rPr lang="en-US" altLang="zh-CN" sz="1100" smtClean="0">
                <a:solidFill>
                  <a:srgbClr val="FFFFFF"/>
                </a:solidFill>
                <a:ea typeface="华文细黑" panose="02010600040101010101" pitchFamily="2" charset="-122"/>
              </a:rPr>
              <a: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en-US" altLang="zh-CN" sz="1100" smtClean="0">
                <a:solidFill>
                  <a:srgbClr val="FFFFFF"/>
                </a:solidFill>
                <a:ea typeface="华文细黑" panose="02010600040101010101" pitchFamily="2" charset="-122"/>
              </a:rPr>
              <a:t>FrutigerNext LT Regular</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外部使用字体 </a:t>
            </a:r>
            <a:r>
              <a:rPr lang="en-US" altLang="zh-CN" sz="1100" smtClean="0">
                <a:solidFill>
                  <a:srgbClr val="FFFFFF"/>
                </a:solidFill>
                <a:ea typeface="华文细黑" panose="02010600040101010101" pitchFamily="2" charset="-122"/>
              </a:rPr>
              <a:t>: Arial</a:t>
            </a:r>
          </a:p>
          <a:p>
            <a:pPr algn="r" fontAlgn="base">
              <a:lnSpc>
                <a:spcPct val="7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中文正文</a:t>
            </a:r>
            <a:r>
              <a:rPr lang="en-US" altLang="zh-CN" sz="1100" smtClean="0">
                <a:solidFill>
                  <a:srgbClr val="FFFFFF"/>
                </a:solidFill>
                <a:latin typeface="Arial" panose="020B0604020202020204" pitchFamily="34" charset="0"/>
                <a:ea typeface="华文细黑" panose="02010600040101010101" pitchFamily="2" charset="-122"/>
              </a:rPr>
              <a:t>:18-20pt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子目录</a:t>
            </a:r>
            <a:r>
              <a:rPr lang="en-US" altLang="zh-CN" sz="1100" smtClean="0">
                <a:solidFill>
                  <a:srgbClr val="FFFFFF"/>
                </a:solidFill>
                <a:latin typeface="Arial" panose="020B0604020202020204" pitchFamily="34" charset="0"/>
                <a:ea typeface="华文细黑" panose="02010600040101010101" pitchFamily="2" charset="-122"/>
              </a:rPr>
              <a:t>(2-5</a:t>
            </a:r>
            <a:r>
              <a:rPr lang="zh-CN" altLang="en-US" sz="1100" smtClean="0">
                <a:solidFill>
                  <a:srgbClr val="FFFFFF"/>
                </a:solidFill>
                <a:latin typeface="Arial" panose="020B0604020202020204" pitchFamily="34" charset="0"/>
                <a:ea typeface="华文细黑" panose="02010600040101010101" pitchFamily="2" charset="-122"/>
              </a:rPr>
              <a:t>级</a:t>
            </a:r>
            <a:r>
              <a:rPr lang="en-US" altLang="zh-CN" sz="1100" smtClean="0">
                <a:solidFill>
                  <a:srgbClr val="FFFFFF"/>
                </a:solidFill>
                <a:latin typeface="Arial" panose="020B0604020202020204" pitchFamily="34" charset="0"/>
                <a:ea typeface="华文细黑" panose="02010600040101010101" pitchFamily="2" charset="-122"/>
              </a:rPr>
              <a:t>):18pt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黑色</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细黑体 </a:t>
            </a: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000000"/>
              </a:solidFill>
              <a:latin typeface="Arial" panose="020B0604020202020204" pitchFamily="34" charset="0"/>
              <a:ea typeface="华文细黑" panose="02010600040101010101" pitchFamily="2" charset="-122"/>
            </a:endParaRPr>
          </a:p>
        </p:txBody>
      </p:sp>
      <p:sp>
        <p:nvSpPr>
          <p:cNvPr id="1033" name="Rectangle 62"/>
          <p:cNvSpPr>
            <a:spLocks noChangeArrowheads="1"/>
          </p:cNvSpPr>
          <p:nvPr/>
        </p:nvSpPr>
        <p:spPr bwMode="auto">
          <a:xfrm>
            <a:off x="12269279" y="1424318"/>
            <a:ext cx="1399480" cy="200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配色参考方案：</a:t>
            </a:r>
          </a:p>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建议同一页面内不超过四种颜色，以下是</a:t>
            </a:r>
            <a:r>
              <a:rPr lang="en-US" altLang="zh-CN" sz="1100" smtClean="0">
                <a:solidFill>
                  <a:srgbClr val="FFFFFF"/>
                </a:solidFill>
                <a:latin typeface="华文细黑" panose="02010600040101010101" pitchFamily="2" charset="-122"/>
                <a:ea typeface="华文细黑" panose="02010600040101010101" pitchFamily="2" charset="-122"/>
              </a:rPr>
              <a:t>13</a:t>
            </a:r>
            <a:r>
              <a:rPr lang="zh-CN" altLang="en-US" sz="1100" smtClean="0">
                <a:solidFill>
                  <a:srgbClr val="FFFFFF"/>
                </a:solidFill>
                <a:latin typeface="华文细黑" panose="02010600040101010101" pitchFamily="2" charset="-122"/>
                <a:ea typeface="华文细黑" panose="02010600040101010101" pitchFamily="2" charset="-122"/>
              </a:rPr>
              <a:t>组配色方案，同一页面内只选择一组使用。（仅供参考）</a:t>
            </a:r>
          </a:p>
          <a:p>
            <a:pP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zh-CN" altLang="en-US" sz="1100" smtClean="0">
              <a:solidFill>
                <a:srgbClr val="FFFFFF"/>
              </a:solidFill>
              <a:latin typeface="华文细黑" panose="02010600040101010101" pitchFamily="2" charset="-122"/>
              <a:ea typeface="华文细黑" panose="02010600040101010101" pitchFamily="2" charset="-122"/>
            </a:endParaRPr>
          </a:p>
        </p:txBody>
      </p:sp>
      <p:sp>
        <p:nvSpPr>
          <p:cNvPr id="1034" name="Rectangle 65"/>
          <p:cNvSpPr>
            <a:spLocks noChangeArrowheads="1"/>
          </p:cNvSpPr>
          <p:nvPr/>
        </p:nvSpPr>
        <p:spPr bwMode="auto">
          <a:xfrm>
            <a:off x="12269279" y="-61927"/>
            <a:ext cx="1399480" cy="838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客户或者合作伙伴的标志放在右上角</a:t>
            </a:r>
            <a:r>
              <a:rPr lang="en-US" altLang="zh-CN" sz="1100" smtClean="0">
                <a:solidFill>
                  <a:srgbClr val="FFFFFF"/>
                </a:solidFill>
                <a:latin typeface="华文细黑" panose="02010600040101010101" pitchFamily="2" charset="-122"/>
                <a:ea typeface="华文细黑" panose="02010600040101010101" pitchFamily="2" charset="-122"/>
              </a:rPr>
              <a:t>.</a:t>
            </a:r>
          </a:p>
          <a:p>
            <a:pP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zh-CN" altLang="en-US" sz="1100" smtClean="0">
              <a:solidFill>
                <a:srgbClr val="FFFFFF"/>
              </a:solidFill>
              <a:latin typeface="华文细黑" panose="02010600040101010101" pitchFamily="2" charset="-122"/>
              <a:ea typeface="华文细黑" panose="02010600040101010101" pitchFamily="2" charset="-122"/>
            </a:endParaRPr>
          </a:p>
        </p:txBody>
      </p:sp>
      <p:sp>
        <p:nvSpPr>
          <p:cNvPr id="1035" name="Rectangle 68"/>
          <p:cNvSpPr>
            <a:spLocks noGrp="1" noChangeArrowheads="1"/>
          </p:cNvSpPr>
          <p:nvPr>
            <p:ph type="body" idx="1"/>
          </p:nvPr>
        </p:nvSpPr>
        <p:spPr bwMode="auto">
          <a:xfrm>
            <a:off x="870177" y="1641856"/>
            <a:ext cx="10575503" cy="4195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152" tIns="40076" rIns="80152" bIns="40076"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36" name="Rectangle 80"/>
          <p:cNvSpPr>
            <a:spLocks noChangeArrowheads="1"/>
          </p:cNvSpPr>
          <p:nvPr/>
        </p:nvSpPr>
        <p:spPr bwMode="auto">
          <a:xfrm>
            <a:off x="12362436" y="5037132"/>
            <a:ext cx="1225868" cy="277047"/>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91446" tIns="45723" rIns="91446" bIns="45723" anchor="ctr">
            <a:spAutoFit/>
          </a:bodyP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nvGrpSpPr>
          <p:cNvPr id="1037" name="Group 81"/>
          <p:cNvGrpSpPr>
            <a:grpSpLocks/>
          </p:cNvGrpSpPr>
          <p:nvPr/>
        </p:nvGrpSpPr>
        <p:grpSpPr bwMode="auto">
          <a:xfrm>
            <a:off x="12476766" y="3790241"/>
            <a:ext cx="986624" cy="182604"/>
            <a:chOff x="5893" y="2387"/>
            <a:chExt cx="466" cy="115"/>
          </a:xfrm>
        </p:grpSpPr>
        <p:sp>
          <p:nvSpPr>
            <p:cNvPr id="1099" name="Rectangle 82"/>
            <p:cNvSpPr>
              <a:spLocks noChangeArrowheads="1"/>
            </p:cNvSpPr>
            <p:nvPr userDrawn="1"/>
          </p:nvSpPr>
          <p:spPr bwMode="auto">
            <a:xfrm flipV="1">
              <a:off x="6010" y="2387"/>
              <a:ext cx="116"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100" name="Rectangle 83"/>
            <p:cNvSpPr>
              <a:spLocks noChangeArrowheads="1"/>
            </p:cNvSpPr>
            <p:nvPr userDrawn="1"/>
          </p:nvSpPr>
          <p:spPr bwMode="auto">
            <a:xfrm flipV="1">
              <a:off x="6126" y="2387"/>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101" name="Rectangle 84"/>
            <p:cNvSpPr>
              <a:spLocks noChangeArrowheads="1"/>
            </p:cNvSpPr>
            <p:nvPr userDrawn="1"/>
          </p:nvSpPr>
          <p:spPr bwMode="auto">
            <a:xfrm flipV="1">
              <a:off x="6242" y="2387"/>
              <a:ext cx="117" cy="115"/>
            </a:xfrm>
            <a:prstGeom prst="rect">
              <a:avLst/>
            </a:prstGeom>
            <a:solidFill>
              <a:srgbClr val="99660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102" name="Rectangle 85"/>
            <p:cNvSpPr>
              <a:spLocks noChangeArrowheads="1"/>
            </p:cNvSpPr>
            <p:nvPr userDrawn="1"/>
          </p:nvSpPr>
          <p:spPr bwMode="auto">
            <a:xfrm flipV="1">
              <a:off x="5893" y="2387"/>
              <a:ext cx="117"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38" name="Group 86"/>
          <p:cNvGrpSpPr>
            <a:grpSpLocks/>
          </p:cNvGrpSpPr>
          <p:nvPr/>
        </p:nvGrpSpPr>
        <p:grpSpPr bwMode="auto">
          <a:xfrm>
            <a:off x="12476766" y="4006191"/>
            <a:ext cx="986624" cy="182604"/>
            <a:chOff x="5893" y="2523"/>
            <a:chExt cx="466" cy="115"/>
          </a:xfrm>
        </p:grpSpPr>
        <p:sp>
          <p:nvSpPr>
            <p:cNvPr id="1095" name="Rectangle 87"/>
            <p:cNvSpPr>
              <a:spLocks noChangeArrowheads="1"/>
            </p:cNvSpPr>
            <p:nvPr userDrawn="1"/>
          </p:nvSpPr>
          <p:spPr bwMode="auto">
            <a:xfrm flipV="1">
              <a:off x="6010" y="2523"/>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6" name="Rectangle 88"/>
            <p:cNvSpPr>
              <a:spLocks noChangeArrowheads="1"/>
            </p:cNvSpPr>
            <p:nvPr userDrawn="1"/>
          </p:nvSpPr>
          <p:spPr bwMode="auto">
            <a:xfrm flipV="1">
              <a:off x="6126" y="2523"/>
              <a:ext cx="116"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7" name="Rectangle 89"/>
            <p:cNvSpPr>
              <a:spLocks noChangeArrowheads="1"/>
            </p:cNvSpPr>
            <p:nvPr userDrawn="1"/>
          </p:nvSpPr>
          <p:spPr bwMode="auto">
            <a:xfrm flipV="1">
              <a:off x="6242" y="2523"/>
              <a:ext cx="117"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8" name="Rectangle 90"/>
            <p:cNvSpPr>
              <a:spLocks noChangeArrowheads="1"/>
            </p:cNvSpPr>
            <p:nvPr userDrawn="1"/>
          </p:nvSpPr>
          <p:spPr bwMode="auto">
            <a:xfrm flipV="1">
              <a:off x="5893" y="2523"/>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39" name="Group 91"/>
          <p:cNvGrpSpPr>
            <a:grpSpLocks/>
          </p:cNvGrpSpPr>
          <p:nvPr/>
        </p:nvGrpSpPr>
        <p:grpSpPr bwMode="auto">
          <a:xfrm>
            <a:off x="12476766" y="4222141"/>
            <a:ext cx="986624" cy="182604"/>
            <a:chOff x="5893" y="2659"/>
            <a:chExt cx="466" cy="115"/>
          </a:xfrm>
        </p:grpSpPr>
        <p:sp>
          <p:nvSpPr>
            <p:cNvPr id="1091" name="Rectangle 92"/>
            <p:cNvSpPr>
              <a:spLocks noChangeArrowheads="1"/>
            </p:cNvSpPr>
            <p:nvPr userDrawn="1"/>
          </p:nvSpPr>
          <p:spPr bwMode="auto">
            <a:xfrm flipV="1">
              <a:off x="6010" y="2659"/>
              <a:ext cx="116"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2" name="Rectangle 93"/>
            <p:cNvSpPr>
              <a:spLocks noChangeArrowheads="1"/>
            </p:cNvSpPr>
            <p:nvPr userDrawn="1"/>
          </p:nvSpPr>
          <p:spPr bwMode="auto">
            <a:xfrm flipV="1">
              <a:off x="6126" y="2659"/>
              <a:ext cx="116" cy="115"/>
            </a:xfrm>
            <a:prstGeom prst="rect">
              <a:avLst/>
            </a:prstGeom>
            <a:solidFill>
              <a:srgbClr val="00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3" name="Rectangle 94"/>
            <p:cNvSpPr>
              <a:spLocks noChangeArrowheads="1"/>
            </p:cNvSpPr>
            <p:nvPr userDrawn="1"/>
          </p:nvSpPr>
          <p:spPr bwMode="auto">
            <a:xfrm flipV="1">
              <a:off x="6242" y="2659"/>
              <a:ext cx="117"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4" name="Rectangle 95"/>
            <p:cNvSpPr>
              <a:spLocks noChangeArrowheads="1"/>
            </p:cNvSpPr>
            <p:nvPr userDrawn="1"/>
          </p:nvSpPr>
          <p:spPr bwMode="auto">
            <a:xfrm flipV="1">
              <a:off x="5893" y="2659"/>
              <a:ext cx="117"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0" name="Group 96"/>
          <p:cNvGrpSpPr>
            <a:grpSpLocks/>
          </p:cNvGrpSpPr>
          <p:nvPr/>
        </p:nvGrpSpPr>
        <p:grpSpPr bwMode="auto">
          <a:xfrm>
            <a:off x="12476766" y="3574290"/>
            <a:ext cx="986624" cy="188956"/>
            <a:chOff x="5893" y="2251"/>
            <a:chExt cx="466" cy="119"/>
          </a:xfrm>
        </p:grpSpPr>
        <p:sp>
          <p:nvSpPr>
            <p:cNvPr id="1087" name="Rectangle 97"/>
            <p:cNvSpPr>
              <a:spLocks noChangeArrowheads="1"/>
            </p:cNvSpPr>
            <p:nvPr userDrawn="1"/>
          </p:nvSpPr>
          <p:spPr bwMode="auto">
            <a:xfrm flipV="1">
              <a:off x="6126" y="2251"/>
              <a:ext cx="116" cy="119"/>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8" name="Rectangle 98"/>
            <p:cNvSpPr>
              <a:spLocks noChangeArrowheads="1"/>
            </p:cNvSpPr>
            <p:nvPr userDrawn="1"/>
          </p:nvSpPr>
          <p:spPr bwMode="auto">
            <a:xfrm flipV="1">
              <a:off x="6242" y="2251"/>
              <a:ext cx="117" cy="119"/>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9" name="Rectangle 99"/>
            <p:cNvSpPr>
              <a:spLocks noChangeArrowheads="1"/>
            </p:cNvSpPr>
            <p:nvPr userDrawn="1"/>
          </p:nvSpPr>
          <p:spPr bwMode="auto">
            <a:xfrm flipV="1">
              <a:off x="5893" y="2251"/>
              <a:ext cx="117" cy="119"/>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0" name="Rectangle 100"/>
            <p:cNvSpPr>
              <a:spLocks noChangeArrowheads="1"/>
            </p:cNvSpPr>
            <p:nvPr userDrawn="1"/>
          </p:nvSpPr>
          <p:spPr bwMode="auto">
            <a:xfrm flipV="1">
              <a:off x="6010" y="2251"/>
              <a:ext cx="116" cy="119"/>
            </a:xfrm>
            <a:prstGeom prst="rect">
              <a:avLst/>
            </a:prstGeom>
            <a:solidFill>
              <a:srgbClr val="66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1" name="Group 101"/>
          <p:cNvGrpSpPr>
            <a:grpSpLocks/>
          </p:cNvGrpSpPr>
          <p:nvPr/>
        </p:nvGrpSpPr>
        <p:grpSpPr bwMode="auto">
          <a:xfrm>
            <a:off x="12476766" y="4582587"/>
            <a:ext cx="986624" cy="182605"/>
            <a:chOff x="5893" y="2886"/>
            <a:chExt cx="466" cy="115"/>
          </a:xfrm>
        </p:grpSpPr>
        <p:sp>
          <p:nvSpPr>
            <p:cNvPr id="1083" name="Rectangle 102"/>
            <p:cNvSpPr>
              <a:spLocks noChangeArrowheads="1"/>
            </p:cNvSpPr>
            <p:nvPr userDrawn="1"/>
          </p:nvSpPr>
          <p:spPr bwMode="auto">
            <a:xfrm flipV="1">
              <a:off x="6010" y="2886"/>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4" name="Rectangle 103"/>
            <p:cNvSpPr>
              <a:spLocks noChangeArrowheads="1"/>
            </p:cNvSpPr>
            <p:nvPr userDrawn="1"/>
          </p:nvSpPr>
          <p:spPr bwMode="auto">
            <a:xfrm flipV="1">
              <a:off x="6126" y="2886"/>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5" name="Rectangle 104"/>
            <p:cNvSpPr>
              <a:spLocks noChangeArrowheads="1"/>
            </p:cNvSpPr>
            <p:nvPr userDrawn="1"/>
          </p:nvSpPr>
          <p:spPr bwMode="auto">
            <a:xfrm flipV="1">
              <a:off x="6242" y="2886"/>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6" name="Rectangle 105"/>
            <p:cNvSpPr>
              <a:spLocks noChangeArrowheads="1"/>
            </p:cNvSpPr>
            <p:nvPr userDrawn="1"/>
          </p:nvSpPr>
          <p:spPr bwMode="auto">
            <a:xfrm flipV="1">
              <a:off x="5893" y="2886"/>
              <a:ext cx="117" cy="11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2" name="Group 106"/>
          <p:cNvGrpSpPr>
            <a:grpSpLocks/>
          </p:cNvGrpSpPr>
          <p:nvPr/>
        </p:nvGrpSpPr>
        <p:grpSpPr bwMode="auto">
          <a:xfrm>
            <a:off x="12476766" y="4798537"/>
            <a:ext cx="986624" cy="182605"/>
            <a:chOff x="5893" y="3022"/>
            <a:chExt cx="466" cy="115"/>
          </a:xfrm>
        </p:grpSpPr>
        <p:sp>
          <p:nvSpPr>
            <p:cNvPr id="1079" name="Rectangle 107"/>
            <p:cNvSpPr>
              <a:spLocks noChangeArrowheads="1"/>
            </p:cNvSpPr>
            <p:nvPr userDrawn="1"/>
          </p:nvSpPr>
          <p:spPr bwMode="auto">
            <a:xfrm flipV="1">
              <a:off x="6010" y="3022"/>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0" name="Rectangle 108"/>
            <p:cNvSpPr>
              <a:spLocks noChangeArrowheads="1"/>
            </p:cNvSpPr>
            <p:nvPr userDrawn="1"/>
          </p:nvSpPr>
          <p:spPr bwMode="auto">
            <a:xfrm flipV="1">
              <a:off x="6126" y="3022"/>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1" name="Rectangle 109"/>
            <p:cNvSpPr>
              <a:spLocks noChangeArrowheads="1"/>
            </p:cNvSpPr>
            <p:nvPr userDrawn="1"/>
          </p:nvSpPr>
          <p:spPr bwMode="auto">
            <a:xfrm flipV="1">
              <a:off x="6242" y="3022"/>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2" name="Rectangle 110"/>
            <p:cNvSpPr>
              <a:spLocks noChangeArrowheads="1"/>
            </p:cNvSpPr>
            <p:nvPr userDrawn="1"/>
          </p:nvSpPr>
          <p:spPr bwMode="auto">
            <a:xfrm flipV="1">
              <a:off x="5893" y="3022"/>
              <a:ext cx="117" cy="115"/>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3" name="Group 111"/>
          <p:cNvGrpSpPr>
            <a:grpSpLocks/>
          </p:cNvGrpSpPr>
          <p:nvPr/>
        </p:nvGrpSpPr>
        <p:grpSpPr bwMode="auto">
          <a:xfrm>
            <a:off x="12476766" y="5014486"/>
            <a:ext cx="986624" cy="182605"/>
            <a:chOff x="5893" y="3158"/>
            <a:chExt cx="466" cy="115"/>
          </a:xfrm>
        </p:grpSpPr>
        <p:sp>
          <p:nvSpPr>
            <p:cNvPr id="1075" name="Rectangle 112"/>
            <p:cNvSpPr>
              <a:spLocks noChangeArrowheads="1"/>
            </p:cNvSpPr>
            <p:nvPr userDrawn="1"/>
          </p:nvSpPr>
          <p:spPr bwMode="auto">
            <a:xfrm flipV="1">
              <a:off x="6010" y="3158"/>
              <a:ext cx="116"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6" name="Rectangle 113"/>
            <p:cNvSpPr>
              <a:spLocks noChangeArrowheads="1"/>
            </p:cNvSpPr>
            <p:nvPr userDrawn="1"/>
          </p:nvSpPr>
          <p:spPr bwMode="auto">
            <a:xfrm flipV="1">
              <a:off x="6126" y="3158"/>
              <a:ext cx="116"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7" name="Rectangle 114"/>
            <p:cNvSpPr>
              <a:spLocks noChangeArrowheads="1"/>
            </p:cNvSpPr>
            <p:nvPr userDrawn="1"/>
          </p:nvSpPr>
          <p:spPr bwMode="auto">
            <a:xfrm flipV="1">
              <a:off x="6242" y="3158"/>
              <a:ext cx="117"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8" name="Rectangle 115"/>
            <p:cNvSpPr>
              <a:spLocks noChangeArrowheads="1"/>
            </p:cNvSpPr>
            <p:nvPr userDrawn="1"/>
          </p:nvSpPr>
          <p:spPr bwMode="auto">
            <a:xfrm flipV="1">
              <a:off x="5893" y="3158"/>
              <a:ext cx="117" cy="115"/>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4" name="Group 116"/>
          <p:cNvGrpSpPr>
            <a:grpSpLocks/>
          </p:cNvGrpSpPr>
          <p:nvPr/>
        </p:nvGrpSpPr>
        <p:grpSpPr bwMode="auto">
          <a:xfrm>
            <a:off x="12476766" y="5374932"/>
            <a:ext cx="986624" cy="182604"/>
            <a:chOff x="5893" y="3385"/>
            <a:chExt cx="466" cy="115"/>
          </a:xfrm>
        </p:grpSpPr>
        <p:sp>
          <p:nvSpPr>
            <p:cNvPr id="1071" name="Rectangle 117"/>
            <p:cNvSpPr>
              <a:spLocks noChangeArrowheads="1"/>
            </p:cNvSpPr>
            <p:nvPr userDrawn="1"/>
          </p:nvSpPr>
          <p:spPr bwMode="auto">
            <a:xfrm flipV="1">
              <a:off x="6010" y="3385"/>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2" name="Rectangle 118"/>
            <p:cNvSpPr>
              <a:spLocks noChangeArrowheads="1"/>
            </p:cNvSpPr>
            <p:nvPr userDrawn="1"/>
          </p:nvSpPr>
          <p:spPr bwMode="auto">
            <a:xfrm flipV="1">
              <a:off x="6126" y="3385"/>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3" name="Rectangle 119"/>
            <p:cNvSpPr>
              <a:spLocks noChangeArrowheads="1"/>
            </p:cNvSpPr>
            <p:nvPr userDrawn="1"/>
          </p:nvSpPr>
          <p:spPr bwMode="auto">
            <a:xfrm flipV="1">
              <a:off x="6242" y="3385"/>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4" name="Rectangle 120"/>
            <p:cNvSpPr>
              <a:spLocks noChangeArrowheads="1"/>
            </p:cNvSpPr>
            <p:nvPr userDrawn="1"/>
          </p:nvSpPr>
          <p:spPr bwMode="auto">
            <a:xfrm flipV="1">
              <a:off x="5893" y="3385"/>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5" name="Group 121"/>
          <p:cNvGrpSpPr>
            <a:grpSpLocks/>
          </p:cNvGrpSpPr>
          <p:nvPr/>
        </p:nvGrpSpPr>
        <p:grpSpPr bwMode="auto">
          <a:xfrm>
            <a:off x="12476766" y="5590882"/>
            <a:ext cx="986624" cy="182604"/>
            <a:chOff x="5893" y="3521"/>
            <a:chExt cx="466" cy="115"/>
          </a:xfrm>
        </p:grpSpPr>
        <p:sp>
          <p:nvSpPr>
            <p:cNvPr id="1067" name="Rectangle 122"/>
            <p:cNvSpPr>
              <a:spLocks noChangeArrowheads="1"/>
            </p:cNvSpPr>
            <p:nvPr userDrawn="1"/>
          </p:nvSpPr>
          <p:spPr bwMode="auto">
            <a:xfrm flipV="1">
              <a:off x="6010" y="3521"/>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8" name="Rectangle 123"/>
            <p:cNvSpPr>
              <a:spLocks noChangeArrowheads="1"/>
            </p:cNvSpPr>
            <p:nvPr userDrawn="1"/>
          </p:nvSpPr>
          <p:spPr bwMode="auto">
            <a:xfrm flipV="1">
              <a:off x="6126" y="3521"/>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9" name="Rectangle 124"/>
            <p:cNvSpPr>
              <a:spLocks noChangeArrowheads="1"/>
            </p:cNvSpPr>
            <p:nvPr userDrawn="1"/>
          </p:nvSpPr>
          <p:spPr bwMode="auto">
            <a:xfrm flipV="1">
              <a:off x="6242" y="3521"/>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0" name="Rectangle 125"/>
            <p:cNvSpPr>
              <a:spLocks noChangeArrowheads="1"/>
            </p:cNvSpPr>
            <p:nvPr userDrawn="1"/>
          </p:nvSpPr>
          <p:spPr bwMode="auto">
            <a:xfrm flipV="1">
              <a:off x="5893" y="3521"/>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6" name="Group 126"/>
          <p:cNvGrpSpPr>
            <a:grpSpLocks/>
          </p:cNvGrpSpPr>
          <p:nvPr/>
        </p:nvGrpSpPr>
        <p:grpSpPr bwMode="auto">
          <a:xfrm>
            <a:off x="12476766" y="5806832"/>
            <a:ext cx="986624" cy="182604"/>
            <a:chOff x="5893" y="3657"/>
            <a:chExt cx="466" cy="115"/>
          </a:xfrm>
        </p:grpSpPr>
        <p:sp>
          <p:nvSpPr>
            <p:cNvPr id="1063" name="Rectangle 127"/>
            <p:cNvSpPr>
              <a:spLocks noChangeArrowheads="1"/>
            </p:cNvSpPr>
            <p:nvPr userDrawn="1"/>
          </p:nvSpPr>
          <p:spPr bwMode="auto">
            <a:xfrm flipV="1">
              <a:off x="6010" y="3657"/>
              <a:ext cx="116"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4" name="Rectangle 128"/>
            <p:cNvSpPr>
              <a:spLocks noChangeArrowheads="1"/>
            </p:cNvSpPr>
            <p:nvPr userDrawn="1"/>
          </p:nvSpPr>
          <p:spPr bwMode="auto">
            <a:xfrm flipV="1">
              <a:off x="6126" y="3657"/>
              <a:ext cx="116"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5" name="Rectangle 129"/>
            <p:cNvSpPr>
              <a:spLocks noChangeArrowheads="1"/>
            </p:cNvSpPr>
            <p:nvPr userDrawn="1"/>
          </p:nvSpPr>
          <p:spPr bwMode="auto">
            <a:xfrm flipV="1">
              <a:off x="6242" y="3657"/>
              <a:ext cx="117"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6" name="Rectangle 130"/>
            <p:cNvSpPr>
              <a:spLocks noChangeArrowheads="1"/>
            </p:cNvSpPr>
            <p:nvPr userDrawn="1"/>
          </p:nvSpPr>
          <p:spPr bwMode="auto">
            <a:xfrm flipV="1">
              <a:off x="5893" y="3657"/>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7" name="Group 131"/>
          <p:cNvGrpSpPr>
            <a:grpSpLocks/>
          </p:cNvGrpSpPr>
          <p:nvPr/>
        </p:nvGrpSpPr>
        <p:grpSpPr bwMode="auto">
          <a:xfrm>
            <a:off x="12476766" y="6167278"/>
            <a:ext cx="986624" cy="182605"/>
            <a:chOff x="5893" y="3884"/>
            <a:chExt cx="466" cy="115"/>
          </a:xfrm>
        </p:grpSpPr>
        <p:sp>
          <p:nvSpPr>
            <p:cNvPr id="1059" name="Rectangle 132"/>
            <p:cNvSpPr>
              <a:spLocks noChangeArrowheads="1"/>
            </p:cNvSpPr>
            <p:nvPr userDrawn="1"/>
          </p:nvSpPr>
          <p:spPr bwMode="auto">
            <a:xfrm flipV="1">
              <a:off x="6010" y="3884"/>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0" name="Rectangle 133"/>
            <p:cNvSpPr>
              <a:spLocks noChangeArrowheads="1"/>
            </p:cNvSpPr>
            <p:nvPr userDrawn="1"/>
          </p:nvSpPr>
          <p:spPr bwMode="auto">
            <a:xfrm flipV="1">
              <a:off x="6126" y="3884"/>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1" name="Rectangle 134"/>
            <p:cNvSpPr>
              <a:spLocks noChangeArrowheads="1"/>
            </p:cNvSpPr>
            <p:nvPr userDrawn="1"/>
          </p:nvSpPr>
          <p:spPr bwMode="auto">
            <a:xfrm flipV="1">
              <a:off x="6242" y="3884"/>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2" name="Rectangle 135"/>
            <p:cNvSpPr>
              <a:spLocks noChangeArrowheads="1"/>
            </p:cNvSpPr>
            <p:nvPr userDrawn="1"/>
          </p:nvSpPr>
          <p:spPr bwMode="auto">
            <a:xfrm flipV="1">
              <a:off x="5893" y="3884"/>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8" name="Group 136"/>
          <p:cNvGrpSpPr>
            <a:grpSpLocks/>
          </p:cNvGrpSpPr>
          <p:nvPr/>
        </p:nvGrpSpPr>
        <p:grpSpPr bwMode="auto">
          <a:xfrm>
            <a:off x="12476766" y="6392756"/>
            <a:ext cx="986624" cy="182605"/>
            <a:chOff x="5893" y="4026"/>
            <a:chExt cx="466" cy="115"/>
          </a:xfrm>
        </p:grpSpPr>
        <p:sp>
          <p:nvSpPr>
            <p:cNvPr id="1055" name="Rectangle 137"/>
            <p:cNvSpPr>
              <a:spLocks noChangeArrowheads="1"/>
            </p:cNvSpPr>
            <p:nvPr userDrawn="1"/>
          </p:nvSpPr>
          <p:spPr bwMode="auto">
            <a:xfrm flipV="1">
              <a:off x="6010" y="4026"/>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6" name="Rectangle 138"/>
            <p:cNvSpPr>
              <a:spLocks noChangeArrowheads="1"/>
            </p:cNvSpPr>
            <p:nvPr userDrawn="1"/>
          </p:nvSpPr>
          <p:spPr bwMode="auto">
            <a:xfrm flipV="1">
              <a:off x="6126" y="4026"/>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7" name="Rectangle 139"/>
            <p:cNvSpPr>
              <a:spLocks noChangeArrowheads="1"/>
            </p:cNvSpPr>
            <p:nvPr userDrawn="1"/>
          </p:nvSpPr>
          <p:spPr bwMode="auto">
            <a:xfrm flipV="1">
              <a:off x="6242" y="4026"/>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8" name="Rectangle 140"/>
            <p:cNvSpPr>
              <a:spLocks noChangeArrowheads="1"/>
            </p:cNvSpPr>
            <p:nvPr userDrawn="1"/>
          </p:nvSpPr>
          <p:spPr bwMode="auto">
            <a:xfrm flipV="1">
              <a:off x="5893" y="4026"/>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9" name="Group 141"/>
          <p:cNvGrpSpPr>
            <a:grpSpLocks/>
          </p:cNvGrpSpPr>
          <p:nvPr/>
        </p:nvGrpSpPr>
        <p:grpSpPr bwMode="auto">
          <a:xfrm>
            <a:off x="12476766" y="6616645"/>
            <a:ext cx="986624" cy="182604"/>
            <a:chOff x="5893" y="4167"/>
            <a:chExt cx="466" cy="115"/>
          </a:xfrm>
        </p:grpSpPr>
        <p:sp>
          <p:nvSpPr>
            <p:cNvPr id="1051" name="Rectangle 142"/>
            <p:cNvSpPr>
              <a:spLocks noChangeArrowheads="1"/>
            </p:cNvSpPr>
            <p:nvPr userDrawn="1"/>
          </p:nvSpPr>
          <p:spPr bwMode="auto">
            <a:xfrm flipV="1">
              <a:off x="6010" y="4167"/>
              <a:ext cx="116" cy="11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2" name="Rectangle 143"/>
            <p:cNvSpPr>
              <a:spLocks noChangeArrowheads="1"/>
            </p:cNvSpPr>
            <p:nvPr userDrawn="1"/>
          </p:nvSpPr>
          <p:spPr bwMode="auto">
            <a:xfrm flipV="1">
              <a:off x="6126" y="4167"/>
              <a:ext cx="116" cy="11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3" name="Rectangle 144"/>
            <p:cNvSpPr>
              <a:spLocks noChangeArrowheads="1"/>
            </p:cNvSpPr>
            <p:nvPr userDrawn="1"/>
          </p:nvSpPr>
          <p:spPr bwMode="auto">
            <a:xfrm flipV="1">
              <a:off x="6242" y="4167"/>
              <a:ext cx="117" cy="11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4" name="Rectangle 145"/>
            <p:cNvSpPr>
              <a:spLocks noChangeArrowheads="1"/>
            </p:cNvSpPr>
            <p:nvPr userDrawn="1"/>
          </p:nvSpPr>
          <p:spPr bwMode="auto">
            <a:xfrm flipV="1">
              <a:off x="5893" y="4167"/>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sp>
        <p:nvSpPr>
          <p:cNvPr id="1050" name="Line 146"/>
          <p:cNvSpPr>
            <a:spLocks noChangeShapeType="1"/>
          </p:cNvSpPr>
          <p:nvPr userDrawn="1"/>
        </p:nvSpPr>
        <p:spPr bwMode="auto">
          <a:xfrm flipV="1">
            <a:off x="334520" y="908260"/>
            <a:ext cx="11621410" cy="0"/>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a:lstStyle/>
          <a:p>
            <a:pPr defTabSz="914583" eaLnBrk="0" fontAlgn="base" hangingPunct="0">
              <a:spcBef>
                <a:spcPct val="0"/>
              </a:spcBef>
              <a:spcAft>
                <a:spcPct val="0"/>
              </a:spcAft>
            </a:pPr>
            <a:endParaRPr lang="en-US" sz="1200">
              <a:solidFill>
                <a:srgbClr val="FFFFFF"/>
              </a:solidFill>
              <a:ea typeface="MS PGothic" panose="020B0600070205080204" pitchFamily="34" charset="-128"/>
            </a:endParaRPr>
          </a:p>
        </p:txBody>
      </p:sp>
    </p:spTree>
    <p:extLst>
      <p:ext uri="{BB962C8B-B14F-4D97-AF65-F5344CB8AC3E}">
        <p14:creationId xmlns:p14="http://schemas.microsoft.com/office/powerpoint/2010/main" val="3281719293"/>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Lst>
  <p:hf sldNum="0" hdr="0" ftr="0"/>
  <p:txStyles>
    <p:titleStyle>
      <a:lvl1pPr algn="l" defTabSz="801848" rtl="0" eaLnBrk="0" fontAlgn="base" hangingPunct="0">
        <a:spcBef>
          <a:spcPct val="0"/>
        </a:spcBef>
        <a:spcAft>
          <a:spcPct val="0"/>
        </a:spcAft>
        <a:defRPr sz="3401">
          <a:solidFill>
            <a:srgbClr val="990000"/>
          </a:solidFill>
          <a:latin typeface="+mj-lt"/>
          <a:ea typeface="+mj-ea"/>
          <a:cs typeface="+mj-cs"/>
        </a:defRPr>
      </a:lvl1pPr>
      <a:lvl2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2pPr>
      <a:lvl3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3pPr>
      <a:lvl4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4pPr>
      <a:lvl5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5pPr>
      <a:lvl6pPr marL="457291" algn="l" defTabSz="801848" rtl="0" fontAlgn="base">
        <a:spcBef>
          <a:spcPct val="0"/>
        </a:spcBef>
        <a:spcAft>
          <a:spcPct val="0"/>
        </a:spcAft>
        <a:defRPr sz="3401">
          <a:solidFill>
            <a:srgbClr val="990000"/>
          </a:solidFill>
          <a:latin typeface="FrutigerNext LT Medium" pitchFamily="34" charset="0"/>
          <a:ea typeface="黑体" pitchFamily="2" charset="-122"/>
        </a:defRPr>
      </a:lvl6pPr>
      <a:lvl7pPr marL="914583" algn="l" defTabSz="801848" rtl="0" fontAlgn="base">
        <a:spcBef>
          <a:spcPct val="0"/>
        </a:spcBef>
        <a:spcAft>
          <a:spcPct val="0"/>
        </a:spcAft>
        <a:defRPr sz="3401">
          <a:solidFill>
            <a:srgbClr val="990000"/>
          </a:solidFill>
          <a:latin typeface="FrutigerNext LT Medium" pitchFamily="34" charset="0"/>
          <a:ea typeface="黑体" pitchFamily="2" charset="-122"/>
        </a:defRPr>
      </a:lvl7pPr>
      <a:lvl8pPr marL="1371874" algn="l" defTabSz="801848" rtl="0" fontAlgn="base">
        <a:spcBef>
          <a:spcPct val="0"/>
        </a:spcBef>
        <a:spcAft>
          <a:spcPct val="0"/>
        </a:spcAft>
        <a:defRPr sz="3401">
          <a:solidFill>
            <a:srgbClr val="990000"/>
          </a:solidFill>
          <a:latin typeface="FrutigerNext LT Medium" pitchFamily="34" charset="0"/>
          <a:ea typeface="黑体" pitchFamily="2" charset="-122"/>
        </a:defRPr>
      </a:lvl8pPr>
      <a:lvl9pPr marL="1829166" algn="l" defTabSz="801848" rtl="0" fontAlgn="base">
        <a:spcBef>
          <a:spcPct val="0"/>
        </a:spcBef>
        <a:spcAft>
          <a:spcPct val="0"/>
        </a:spcAft>
        <a:defRPr sz="3401">
          <a:solidFill>
            <a:srgbClr val="990000"/>
          </a:solidFill>
          <a:latin typeface="FrutigerNext LT Medium" pitchFamily="34" charset="0"/>
          <a:ea typeface="黑体" pitchFamily="2" charset="-122"/>
        </a:defRPr>
      </a:lvl9pPr>
    </p:titleStyle>
    <p:bodyStyle>
      <a:lvl1pPr marL="300098" indent="-300098" algn="l" defTabSz="801848" rtl="0" eaLnBrk="0" fontAlgn="base" hangingPunct="0">
        <a:lnSpc>
          <a:spcPct val="140000"/>
        </a:lnSpc>
        <a:spcBef>
          <a:spcPct val="0"/>
        </a:spcBef>
        <a:spcAft>
          <a:spcPct val="0"/>
        </a:spcAft>
        <a:buClr>
          <a:schemeClr val="bg2"/>
        </a:buClr>
        <a:buSzPct val="60000"/>
        <a:buFont typeface="Wingdings" pitchFamily="2" charset="2"/>
        <a:buChar char="l"/>
        <a:defRPr sz="2000" b="1">
          <a:solidFill>
            <a:schemeClr val="tx1"/>
          </a:solidFill>
          <a:latin typeface="+mn-lt"/>
          <a:ea typeface="+mn-ea"/>
          <a:cs typeface="+mn-cs"/>
        </a:defRPr>
      </a:lvl1pPr>
      <a:lvl2pPr marL="652593" indent="-250875" algn="l" defTabSz="801848" rtl="0" eaLnBrk="0" fontAlgn="base" hangingPunct="0">
        <a:lnSpc>
          <a:spcPct val="140000"/>
        </a:lnSpc>
        <a:spcBef>
          <a:spcPct val="0"/>
        </a:spcBef>
        <a:spcAft>
          <a:spcPct val="0"/>
        </a:spcAft>
        <a:buClr>
          <a:schemeClr val="tx1"/>
        </a:buClr>
        <a:buSzPct val="50000"/>
        <a:buFont typeface="Wingdings" pitchFamily="2" charset="2"/>
        <a:buChar char="p"/>
        <a:defRPr>
          <a:solidFill>
            <a:schemeClr val="tx1"/>
          </a:solidFill>
          <a:latin typeface="+mn-lt"/>
          <a:ea typeface="+mn-ea"/>
        </a:defRPr>
      </a:lvl2pPr>
      <a:lvl3pPr marL="1003501" indent="-201653" algn="l" defTabSz="801848" rtl="0" eaLnBrk="0" fontAlgn="base" hangingPunct="0">
        <a:lnSpc>
          <a:spcPct val="140000"/>
        </a:lnSpc>
        <a:spcBef>
          <a:spcPct val="0"/>
        </a:spcBef>
        <a:spcAft>
          <a:spcPct val="0"/>
        </a:spcAft>
        <a:buSzPct val="50000"/>
        <a:buFont typeface="Wingdings" panose="05000000000000000000" pitchFamily="2" charset="2"/>
        <a:buChar char="n"/>
        <a:defRPr sz="1600">
          <a:solidFill>
            <a:schemeClr val="tx1"/>
          </a:solidFill>
          <a:latin typeface="FrutigerNext LT Light" pitchFamily="34" charset="0"/>
          <a:ea typeface="+mn-ea"/>
        </a:defRPr>
      </a:lvl3pPr>
      <a:lvl4pPr marL="1402043" indent="-200065" algn="l" defTabSz="801848" rtl="0" eaLnBrk="0" fontAlgn="base" hangingPunct="0">
        <a:lnSpc>
          <a:spcPct val="140000"/>
        </a:lnSpc>
        <a:spcBef>
          <a:spcPct val="0"/>
        </a:spcBef>
        <a:spcAft>
          <a:spcPct val="0"/>
        </a:spcAft>
        <a:buChar char="–"/>
        <a:defRPr sz="1400">
          <a:solidFill>
            <a:schemeClr val="tx1"/>
          </a:solidFill>
          <a:latin typeface="+mj-lt"/>
          <a:ea typeface="+mn-ea"/>
        </a:defRPr>
      </a:lvl4pPr>
      <a:lvl5pPr marL="1803761" indent="-201653" algn="l" defTabSz="801848" rtl="0"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mj-lt"/>
          <a:ea typeface="+mn-ea"/>
        </a:defRPr>
      </a:lvl5pPr>
      <a:lvl6pPr marL="2261052"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6pPr>
      <a:lvl7pPr marL="2718344"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7pPr>
      <a:lvl8pPr marL="3175635"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8pPr>
      <a:lvl9pPr marL="3632926"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9pPr>
    </p:bodyStyle>
    <p:otherStyle>
      <a:defPPr>
        <a:defRPr lang="zh-CN"/>
      </a:defPPr>
      <a:lvl1pPr marL="0" algn="l" defTabSz="914583" rtl="0" eaLnBrk="1" latinLnBrk="0" hangingPunct="1">
        <a:defRPr sz="1800" kern="1200">
          <a:solidFill>
            <a:schemeClr val="tx1"/>
          </a:solidFill>
          <a:latin typeface="+mn-lt"/>
          <a:ea typeface="+mn-ea"/>
          <a:cs typeface="+mn-cs"/>
        </a:defRPr>
      </a:lvl1pPr>
      <a:lvl2pPr marL="457291" algn="l" defTabSz="914583" rtl="0" eaLnBrk="1" latinLnBrk="0" hangingPunct="1">
        <a:defRPr sz="1800" kern="1200">
          <a:solidFill>
            <a:schemeClr val="tx1"/>
          </a:solidFill>
          <a:latin typeface="+mn-lt"/>
          <a:ea typeface="+mn-ea"/>
          <a:cs typeface="+mn-cs"/>
        </a:defRPr>
      </a:lvl2pPr>
      <a:lvl3pPr marL="914583" algn="l" defTabSz="914583" rtl="0" eaLnBrk="1" latinLnBrk="0" hangingPunct="1">
        <a:defRPr sz="1800" kern="1200">
          <a:solidFill>
            <a:schemeClr val="tx1"/>
          </a:solidFill>
          <a:latin typeface="+mn-lt"/>
          <a:ea typeface="+mn-ea"/>
          <a:cs typeface="+mn-cs"/>
        </a:defRPr>
      </a:lvl3pPr>
      <a:lvl4pPr marL="1371874" algn="l" defTabSz="914583" rtl="0" eaLnBrk="1" latinLnBrk="0" hangingPunct="1">
        <a:defRPr sz="1800" kern="1200">
          <a:solidFill>
            <a:schemeClr val="tx1"/>
          </a:solidFill>
          <a:latin typeface="+mn-lt"/>
          <a:ea typeface="+mn-ea"/>
          <a:cs typeface="+mn-cs"/>
        </a:defRPr>
      </a:lvl4pPr>
      <a:lvl5pPr marL="1829166" algn="l" defTabSz="914583" rtl="0" eaLnBrk="1" latinLnBrk="0" hangingPunct="1">
        <a:defRPr sz="1800" kern="1200">
          <a:solidFill>
            <a:schemeClr val="tx1"/>
          </a:solidFill>
          <a:latin typeface="+mn-lt"/>
          <a:ea typeface="+mn-ea"/>
          <a:cs typeface="+mn-cs"/>
        </a:defRPr>
      </a:lvl5pPr>
      <a:lvl6pPr marL="2286457" algn="l" defTabSz="914583" rtl="0" eaLnBrk="1" latinLnBrk="0" hangingPunct="1">
        <a:defRPr sz="1800" kern="1200">
          <a:solidFill>
            <a:schemeClr val="tx1"/>
          </a:solidFill>
          <a:latin typeface="+mn-lt"/>
          <a:ea typeface="+mn-ea"/>
          <a:cs typeface="+mn-cs"/>
        </a:defRPr>
      </a:lvl6pPr>
      <a:lvl7pPr marL="2743749" algn="l" defTabSz="914583" rtl="0" eaLnBrk="1" latinLnBrk="0" hangingPunct="1">
        <a:defRPr sz="1800" kern="1200">
          <a:solidFill>
            <a:schemeClr val="tx1"/>
          </a:solidFill>
          <a:latin typeface="+mn-lt"/>
          <a:ea typeface="+mn-ea"/>
          <a:cs typeface="+mn-cs"/>
        </a:defRPr>
      </a:lvl7pPr>
      <a:lvl8pPr marL="3201040" algn="l" defTabSz="914583" rtl="0" eaLnBrk="1" latinLnBrk="0" hangingPunct="1">
        <a:defRPr sz="1800" kern="1200">
          <a:solidFill>
            <a:schemeClr val="tx1"/>
          </a:solidFill>
          <a:latin typeface="+mn-lt"/>
          <a:ea typeface="+mn-ea"/>
          <a:cs typeface="+mn-cs"/>
        </a:defRPr>
      </a:lvl8pPr>
      <a:lvl9pPr marL="3658332" algn="l" defTabSz="914583"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9" descr="d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6226030"/>
            <a:ext cx="12203644" cy="636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ext Box 8"/>
          <p:cNvSpPr txBox="1">
            <a:spLocks noChangeArrowheads="1"/>
          </p:cNvSpPr>
          <p:nvPr/>
        </p:nvSpPr>
        <p:spPr bwMode="auto">
          <a:xfrm>
            <a:off x="870178" y="6440391"/>
            <a:ext cx="2447733"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TECHNOLOGIES CO., LTD.</a:t>
            </a:r>
            <a:endParaRPr lang="en-US" altLang="zh-CN" sz="2200" smtClean="0">
              <a:solidFill>
                <a:srgbClr val="000000"/>
              </a:solidFill>
              <a:latin typeface="Arial" panose="020B0604020202020204" pitchFamily="34" charset="0"/>
            </a:endParaRPr>
          </a:p>
        </p:txBody>
      </p:sp>
      <p:pic>
        <p:nvPicPr>
          <p:cNvPr id="1028" name="Picture 9" descr="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014441" y="6400695"/>
            <a:ext cx="1748822" cy="312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2" name="Rectangle 10"/>
          <p:cNvSpPr>
            <a:spLocks noGrp="1" noChangeArrowheads="1"/>
          </p:cNvSpPr>
          <p:nvPr>
            <p:ph type="dt" sz="half" idx="2"/>
          </p:nvPr>
        </p:nvSpPr>
        <p:spPr bwMode="auto">
          <a:xfrm>
            <a:off x="8483693" y="6491203"/>
            <a:ext cx="2796844" cy="455718"/>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nSpc>
                <a:spcPct val="85000"/>
              </a:lnSpc>
              <a:defRPr>
                <a:solidFill>
                  <a:schemeClr val="tx1"/>
                </a:solidFill>
                <a:latin typeface="FrutigerNext LT Bold" panose="020B0803040504020204" pitchFamily="34" charset="0"/>
              </a:defRPr>
            </a:lvl1pPr>
          </a:lstStyle>
          <a:p>
            <a:pPr defTabSz="914583" eaLnBrk="0" fontAlgn="base" hangingPunct="0">
              <a:spcBef>
                <a:spcPct val="0"/>
              </a:spcBef>
              <a:spcAft>
                <a:spcPct val="0"/>
              </a:spcAft>
              <a:defRPr/>
            </a:pPr>
            <a:r>
              <a:rPr lang="de-DE" altLang="zh-CN" sz="1200" smtClean="0">
                <a:solidFill>
                  <a:srgbClr val="000000"/>
                </a:solidFill>
                <a:ea typeface="MS PGothic" panose="020B0600070205080204" pitchFamily="34" charset="-128"/>
              </a:rPr>
              <a:t>Page </a:t>
            </a:r>
            <a:fld id="{6068E354-BDB1-43E7-A88D-A157CD0DB142}" type="slidenum">
              <a:rPr lang="de-DE" altLang="zh-CN" sz="1200" smtClean="0">
                <a:solidFill>
                  <a:srgbClr val="000000"/>
                </a:solidFill>
                <a:ea typeface="MS PGothic" panose="020B0600070205080204" pitchFamily="34" charset="-128"/>
              </a:rPr>
              <a:pPr defTabSz="914583" eaLnBrk="0" fontAlgn="base" hangingPunct="0">
                <a:spcBef>
                  <a:spcPct val="0"/>
                </a:spcBef>
                <a:spcAft>
                  <a:spcPct val="0"/>
                </a:spcAft>
                <a:defRPr/>
              </a:pPr>
              <a:t>‹#›</a:t>
            </a:fld>
            <a:endParaRPr lang="en-GB" altLang="zh-CN" sz="1200">
              <a:solidFill>
                <a:srgbClr val="000000"/>
              </a:solidFill>
              <a:ea typeface="MS PGothic" panose="020B0600070205080204" pitchFamily="34" charset="-128"/>
            </a:endParaRPr>
          </a:p>
        </p:txBody>
      </p:sp>
      <p:sp>
        <p:nvSpPr>
          <p:cNvPr id="1030" name="Rectangle 13"/>
          <p:cNvSpPr>
            <a:spLocks noGrp="1" noChangeArrowheads="1"/>
          </p:cNvSpPr>
          <p:nvPr>
            <p:ph type="title"/>
          </p:nvPr>
        </p:nvSpPr>
        <p:spPr bwMode="auto">
          <a:xfrm>
            <a:off x="527188" y="44460"/>
            <a:ext cx="10329905" cy="87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139" tIns="40069" rIns="80139" bIns="40069" numCol="1" anchor="ctr" anchorCtr="0" compatLnSpc="1">
            <a:prstTxWarp prst="textNoShape">
              <a:avLst/>
            </a:prstTxWarp>
          </a:bodyPr>
          <a:lstStyle/>
          <a:p>
            <a:pPr lvl="0"/>
            <a:r>
              <a:rPr lang="zh-CN" altLang="en-US" smtClean="0"/>
              <a:t>单击此处编辑母版标题样式</a:t>
            </a:r>
          </a:p>
        </p:txBody>
      </p:sp>
      <p:sp>
        <p:nvSpPr>
          <p:cNvPr id="1031" name="Rectangle 21"/>
          <p:cNvSpPr>
            <a:spLocks noChangeArrowheads="1"/>
          </p:cNvSpPr>
          <p:nvPr/>
        </p:nvSpPr>
        <p:spPr bwMode="auto">
          <a:xfrm>
            <a:off x="5191418" y="6440391"/>
            <a:ext cx="1564415" cy="26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Confidential </a:t>
            </a:r>
          </a:p>
        </p:txBody>
      </p:sp>
      <p:sp>
        <p:nvSpPr>
          <p:cNvPr id="1032" name="Rectangle 22"/>
          <p:cNvSpPr>
            <a:spLocks noChangeArrowheads="1"/>
          </p:cNvSpPr>
          <p:nvPr/>
        </p:nvSpPr>
        <p:spPr bwMode="auto">
          <a:xfrm>
            <a:off x="-2544895" y="528760"/>
            <a:ext cx="2460207" cy="5308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英文标题</a:t>
            </a:r>
            <a:r>
              <a:rPr lang="en-US" altLang="zh-CN" sz="1100" smtClean="0">
                <a:solidFill>
                  <a:srgbClr val="FFFFFF"/>
                </a:solidFill>
                <a:latin typeface="Arial" panose="020B0604020202020204" pitchFamily="34" charset="0"/>
                <a:ea typeface="华文细黑" panose="02010600040101010101" pitchFamily="2" charset="-122"/>
              </a:rPr>
              <a:t>:32-35pt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 R153 G0 B0</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内部使用字体 </a:t>
            </a:r>
            <a:r>
              <a:rPr lang="en-US" altLang="zh-CN" sz="1100" smtClean="0">
                <a:solidFill>
                  <a:srgbClr val="FFFFFF"/>
                </a:solidFill>
                <a:ea typeface="华文细黑" panose="02010600040101010101" pitchFamily="2" charset="-122"/>
              </a:rPr>
              <a: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en-US" altLang="zh-CN" sz="1100" smtClean="0">
                <a:solidFill>
                  <a:srgbClr val="FFFFFF"/>
                </a:solidFill>
                <a:ea typeface="华文细黑" panose="02010600040101010101" pitchFamily="2" charset="-122"/>
              </a:rPr>
              <a:t>FrutigerNext LT Medium</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外部使用字体 </a:t>
            </a:r>
            <a:r>
              <a:rPr lang="en-US" altLang="zh-CN" sz="1100" smtClean="0">
                <a:solidFill>
                  <a:srgbClr val="FFFFFF"/>
                </a:solidFill>
                <a:ea typeface="华文细黑" panose="02010600040101010101" pitchFamily="2" charset="-122"/>
              </a:rPr>
              <a:t>: Arial</a:t>
            </a:r>
          </a:p>
          <a:p>
            <a:pPr algn="r" fontAlgn="base">
              <a:lnSpc>
                <a:spcPct val="7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中文标题</a:t>
            </a:r>
            <a:r>
              <a:rPr lang="en-US" altLang="zh-CN" sz="1100" smtClean="0">
                <a:solidFill>
                  <a:srgbClr val="FFFFFF"/>
                </a:solidFill>
                <a:latin typeface="Arial" panose="020B0604020202020204" pitchFamily="34" charset="0"/>
                <a:ea typeface="华文细黑" panose="02010600040101010101" pitchFamily="2" charset="-122"/>
              </a:rPr>
              <a:t>:30-32pt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 R153 G0 B0</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黑体</a:t>
            </a: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英文正文</a:t>
            </a:r>
            <a:r>
              <a:rPr lang="en-US" altLang="zh-CN" sz="1100" smtClean="0">
                <a:solidFill>
                  <a:srgbClr val="FFFFFF"/>
                </a:solidFill>
                <a:latin typeface="Arial" panose="020B0604020202020204" pitchFamily="34" charset="0"/>
                <a:ea typeface="华文细黑" panose="02010600040101010101" pitchFamily="2" charset="-122"/>
              </a:rPr>
              <a:t>:20-22pt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子目录 </a:t>
            </a:r>
            <a:r>
              <a:rPr lang="en-US" altLang="zh-CN" sz="1100" smtClean="0">
                <a:solidFill>
                  <a:srgbClr val="FFFFFF"/>
                </a:solidFill>
                <a:latin typeface="Arial" panose="020B0604020202020204" pitchFamily="34" charset="0"/>
                <a:ea typeface="华文细黑" panose="02010600040101010101" pitchFamily="2" charset="-122"/>
              </a:rPr>
              <a:t>(2-5</a:t>
            </a:r>
            <a:r>
              <a:rPr lang="zh-CN" altLang="en-US" sz="1100" smtClean="0">
                <a:solidFill>
                  <a:srgbClr val="FFFFFF"/>
                </a:solidFill>
                <a:latin typeface="Arial" panose="020B0604020202020204" pitchFamily="34" charset="0"/>
                <a:ea typeface="华文细黑" panose="02010600040101010101" pitchFamily="2" charset="-122"/>
              </a:rPr>
              <a:t>级</a:t>
            </a:r>
            <a:r>
              <a:rPr lang="en-US" altLang="zh-CN" sz="1100" smtClean="0">
                <a:solidFill>
                  <a:srgbClr val="FFFFFF"/>
                </a:solidFill>
                <a:latin typeface="Arial" panose="020B0604020202020204" pitchFamily="34" charset="0"/>
                <a:ea typeface="华文细黑" panose="02010600040101010101" pitchFamily="2" charset="-122"/>
              </a:rPr>
              <a:t>) :18pt  </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黑色</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内部使用字体 </a:t>
            </a:r>
            <a:r>
              <a:rPr lang="en-US" altLang="zh-CN" sz="1100" smtClean="0">
                <a:solidFill>
                  <a:srgbClr val="FFFFFF"/>
                </a:solidFill>
                <a:ea typeface="华文细黑" panose="02010600040101010101" pitchFamily="2" charset="-122"/>
              </a:rPr>
              <a: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en-US" altLang="zh-CN" sz="1100" smtClean="0">
                <a:solidFill>
                  <a:srgbClr val="FFFFFF"/>
                </a:solidFill>
                <a:ea typeface="华文细黑" panose="02010600040101010101" pitchFamily="2" charset="-122"/>
              </a:rPr>
              <a:t>FrutigerNext LT Regular</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外部使用字体 </a:t>
            </a:r>
            <a:r>
              <a:rPr lang="en-US" altLang="zh-CN" sz="1100" smtClean="0">
                <a:solidFill>
                  <a:srgbClr val="FFFFFF"/>
                </a:solidFill>
                <a:ea typeface="华文细黑" panose="02010600040101010101" pitchFamily="2" charset="-122"/>
              </a:rPr>
              <a:t>: Arial</a:t>
            </a:r>
          </a:p>
          <a:p>
            <a:pPr algn="r" fontAlgn="base">
              <a:lnSpc>
                <a:spcPct val="7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中文正文</a:t>
            </a:r>
            <a:r>
              <a:rPr lang="en-US" altLang="zh-CN" sz="1100" smtClean="0">
                <a:solidFill>
                  <a:srgbClr val="FFFFFF"/>
                </a:solidFill>
                <a:latin typeface="Arial" panose="020B0604020202020204" pitchFamily="34" charset="0"/>
                <a:ea typeface="华文细黑" panose="02010600040101010101" pitchFamily="2" charset="-122"/>
              </a:rPr>
              <a:t>:18-20pt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子目录</a:t>
            </a:r>
            <a:r>
              <a:rPr lang="en-US" altLang="zh-CN" sz="1100" smtClean="0">
                <a:solidFill>
                  <a:srgbClr val="FFFFFF"/>
                </a:solidFill>
                <a:latin typeface="Arial" panose="020B0604020202020204" pitchFamily="34" charset="0"/>
                <a:ea typeface="华文细黑" panose="02010600040101010101" pitchFamily="2" charset="-122"/>
              </a:rPr>
              <a:t>(2-5</a:t>
            </a:r>
            <a:r>
              <a:rPr lang="zh-CN" altLang="en-US" sz="1100" smtClean="0">
                <a:solidFill>
                  <a:srgbClr val="FFFFFF"/>
                </a:solidFill>
                <a:latin typeface="Arial" panose="020B0604020202020204" pitchFamily="34" charset="0"/>
                <a:ea typeface="华文细黑" panose="02010600040101010101" pitchFamily="2" charset="-122"/>
              </a:rPr>
              <a:t>级</a:t>
            </a:r>
            <a:r>
              <a:rPr lang="en-US" altLang="zh-CN" sz="1100" smtClean="0">
                <a:solidFill>
                  <a:srgbClr val="FFFFFF"/>
                </a:solidFill>
                <a:latin typeface="Arial" panose="020B0604020202020204" pitchFamily="34" charset="0"/>
                <a:ea typeface="华文细黑" panose="02010600040101010101" pitchFamily="2" charset="-122"/>
              </a:rPr>
              <a:t>):18pt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黑色</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细黑体 </a:t>
            </a: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000000"/>
              </a:solidFill>
              <a:latin typeface="Arial" panose="020B0604020202020204" pitchFamily="34" charset="0"/>
              <a:ea typeface="华文细黑" panose="02010600040101010101" pitchFamily="2" charset="-122"/>
            </a:endParaRPr>
          </a:p>
        </p:txBody>
      </p:sp>
      <p:sp>
        <p:nvSpPr>
          <p:cNvPr id="1033" name="Rectangle 62"/>
          <p:cNvSpPr>
            <a:spLocks noChangeArrowheads="1"/>
          </p:cNvSpPr>
          <p:nvPr/>
        </p:nvSpPr>
        <p:spPr bwMode="auto">
          <a:xfrm>
            <a:off x="12269279" y="1424318"/>
            <a:ext cx="1399480" cy="200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配色参考方案：</a:t>
            </a:r>
          </a:p>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建议同一页面内不超过四种颜色，以下是</a:t>
            </a:r>
            <a:r>
              <a:rPr lang="en-US" altLang="zh-CN" sz="1100" smtClean="0">
                <a:solidFill>
                  <a:srgbClr val="FFFFFF"/>
                </a:solidFill>
                <a:latin typeface="华文细黑" panose="02010600040101010101" pitchFamily="2" charset="-122"/>
                <a:ea typeface="华文细黑" panose="02010600040101010101" pitchFamily="2" charset="-122"/>
              </a:rPr>
              <a:t>13</a:t>
            </a:r>
            <a:r>
              <a:rPr lang="zh-CN" altLang="en-US" sz="1100" smtClean="0">
                <a:solidFill>
                  <a:srgbClr val="FFFFFF"/>
                </a:solidFill>
                <a:latin typeface="华文细黑" panose="02010600040101010101" pitchFamily="2" charset="-122"/>
                <a:ea typeface="华文细黑" panose="02010600040101010101" pitchFamily="2" charset="-122"/>
              </a:rPr>
              <a:t>组配色方案，同一页面内只选择一组使用。（仅供参考）</a:t>
            </a:r>
          </a:p>
          <a:p>
            <a:pP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zh-CN" altLang="en-US" sz="1100" smtClean="0">
              <a:solidFill>
                <a:srgbClr val="FFFFFF"/>
              </a:solidFill>
              <a:latin typeface="华文细黑" panose="02010600040101010101" pitchFamily="2" charset="-122"/>
              <a:ea typeface="华文细黑" panose="02010600040101010101" pitchFamily="2" charset="-122"/>
            </a:endParaRPr>
          </a:p>
        </p:txBody>
      </p:sp>
      <p:sp>
        <p:nvSpPr>
          <p:cNvPr id="1034" name="Rectangle 65"/>
          <p:cNvSpPr>
            <a:spLocks noChangeArrowheads="1"/>
          </p:cNvSpPr>
          <p:nvPr/>
        </p:nvSpPr>
        <p:spPr bwMode="auto">
          <a:xfrm>
            <a:off x="12269279" y="-61927"/>
            <a:ext cx="1399480" cy="838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客户或者合作伙伴的标志放在右上角</a:t>
            </a:r>
            <a:r>
              <a:rPr lang="en-US" altLang="zh-CN" sz="1100" smtClean="0">
                <a:solidFill>
                  <a:srgbClr val="FFFFFF"/>
                </a:solidFill>
                <a:latin typeface="华文细黑" panose="02010600040101010101" pitchFamily="2" charset="-122"/>
                <a:ea typeface="华文细黑" panose="02010600040101010101" pitchFamily="2" charset="-122"/>
              </a:rPr>
              <a:t>.</a:t>
            </a:r>
          </a:p>
          <a:p>
            <a:pP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zh-CN" altLang="en-US" sz="1100" smtClean="0">
              <a:solidFill>
                <a:srgbClr val="FFFFFF"/>
              </a:solidFill>
              <a:latin typeface="华文细黑" panose="02010600040101010101" pitchFamily="2" charset="-122"/>
              <a:ea typeface="华文细黑" panose="02010600040101010101" pitchFamily="2" charset="-122"/>
            </a:endParaRPr>
          </a:p>
        </p:txBody>
      </p:sp>
      <p:sp>
        <p:nvSpPr>
          <p:cNvPr id="1035" name="Rectangle 68"/>
          <p:cNvSpPr>
            <a:spLocks noGrp="1" noChangeArrowheads="1"/>
          </p:cNvSpPr>
          <p:nvPr>
            <p:ph type="body" idx="1"/>
          </p:nvPr>
        </p:nvSpPr>
        <p:spPr bwMode="auto">
          <a:xfrm>
            <a:off x="870177" y="1641856"/>
            <a:ext cx="10575503" cy="4195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152" tIns="40076" rIns="80152" bIns="40076"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36" name="Rectangle 80"/>
          <p:cNvSpPr>
            <a:spLocks noChangeArrowheads="1"/>
          </p:cNvSpPr>
          <p:nvPr/>
        </p:nvSpPr>
        <p:spPr bwMode="auto">
          <a:xfrm>
            <a:off x="12362436" y="5037132"/>
            <a:ext cx="1225868" cy="277047"/>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91446" tIns="45723" rIns="91446" bIns="45723" anchor="ctr">
            <a:spAutoFit/>
          </a:bodyP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nvGrpSpPr>
          <p:cNvPr id="1037" name="Group 81"/>
          <p:cNvGrpSpPr>
            <a:grpSpLocks/>
          </p:cNvGrpSpPr>
          <p:nvPr/>
        </p:nvGrpSpPr>
        <p:grpSpPr bwMode="auto">
          <a:xfrm>
            <a:off x="12476766" y="3790241"/>
            <a:ext cx="986624" cy="182604"/>
            <a:chOff x="5893" y="2387"/>
            <a:chExt cx="466" cy="115"/>
          </a:xfrm>
        </p:grpSpPr>
        <p:sp>
          <p:nvSpPr>
            <p:cNvPr id="1099" name="Rectangle 82"/>
            <p:cNvSpPr>
              <a:spLocks noChangeArrowheads="1"/>
            </p:cNvSpPr>
            <p:nvPr userDrawn="1"/>
          </p:nvSpPr>
          <p:spPr bwMode="auto">
            <a:xfrm flipV="1">
              <a:off x="6010" y="2387"/>
              <a:ext cx="116"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100" name="Rectangle 83"/>
            <p:cNvSpPr>
              <a:spLocks noChangeArrowheads="1"/>
            </p:cNvSpPr>
            <p:nvPr userDrawn="1"/>
          </p:nvSpPr>
          <p:spPr bwMode="auto">
            <a:xfrm flipV="1">
              <a:off x="6126" y="2387"/>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101" name="Rectangle 84"/>
            <p:cNvSpPr>
              <a:spLocks noChangeArrowheads="1"/>
            </p:cNvSpPr>
            <p:nvPr userDrawn="1"/>
          </p:nvSpPr>
          <p:spPr bwMode="auto">
            <a:xfrm flipV="1">
              <a:off x="6242" y="2387"/>
              <a:ext cx="117" cy="115"/>
            </a:xfrm>
            <a:prstGeom prst="rect">
              <a:avLst/>
            </a:prstGeom>
            <a:solidFill>
              <a:srgbClr val="99660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102" name="Rectangle 85"/>
            <p:cNvSpPr>
              <a:spLocks noChangeArrowheads="1"/>
            </p:cNvSpPr>
            <p:nvPr userDrawn="1"/>
          </p:nvSpPr>
          <p:spPr bwMode="auto">
            <a:xfrm flipV="1">
              <a:off x="5893" y="2387"/>
              <a:ext cx="117"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38" name="Group 86"/>
          <p:cNvGrpSpPr>
            <a:grpSpLocks/>
          </p:cNvGrpSpPr>
          <p:nvPr/>
        </p:nvGrpSpPr>
        <p:grpSpPr bwMode="auto">
          <a:xfrm>
            <a:off x="12476766" y="4006191"/>
            <a:ext cx="986624" cy="182604"/>
            <a:chOff x="5893" y="2523"/>
            <a:chExt cx="466" cy="115"/>
          </a:xfrm>
        </p:grpSpPr>
        <p:sp>
          <p:nvSpPr>
            <p:cNvPr id="1095" name="Rectangle 87"/>
            <p:cNvSpPr>
              <a:spLocks noChangeArrowheads="1"/>
            </p:cNvSpPr>
            <p:nvPr userDrawn="1"/>
          </p:nvSpPr>
          <p:spPr bwMode="auto">
            <a:xfrm flipV="1">
              <a:off x="6010" y="2523"/>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6" name="Rectangle 88"/>
            <p:cNvSpPr>
              <a:spLocks noChangeArrowheads="1"/>
            </p:cNvSpPr>
            <p:nvPr userDrawn="1"/>
          </p:nvSpPr>
          <p:spPr bwMode="auto">
            <a:xfrm flipV="1">
              <a:off x="6126" y="2523"/>
              <a:ext cx="116"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7" name="Rectangle 89"/>
            <p:cNvSpPr>
              <a:spLocks noChangeArrowheads="1"/>
            </p:cNvSpPr>
            <p:nvPr userDrawn="1"/>
          </p:nvSpPr>
          <p:spPr bwMode="auto">
            <a:xfrm flipV="1">
              <a:off x="6242" y="2523"/>
              <a:ext cx="117"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8" name="Rectangle 90"/>
            <p:cNvSpPr>
              <a:spLocks noChangeArrowheads="1"/>
            </p:cNvSpPr>
            <p:nvPr userDrawn="1"/>
          </p:nvSpPr>
          <p:spPr bwMode="auto">
            <a:xfrm flipV="1">
              <a:off x="5893" y="2523"/>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39" name="Group 91"/>
          <p:cNvGrpSpPr>
            <a:grpSpLocks/>
          </p:cNvGrpSpPr>
          <p:nvPr/>
        </p:nvGrpSpPr>
        <p:grpSpPr bwMode="auto">
          <a:xfrm>
            <a:off x="12476766" y="4222141"/>
            <a:ext cx="986624" cy="182604"/>
            <a:chOff x="5893" y="2659"/>
            <a:chExt cx="466" cy="115"/>
          </a:xfrm>
        </p:grpSpPr>
        <p:sp>
          <p:nvSpPr>
            <p:cNvPr id="1091" name="Rectangle 92"/>
            <p:cNvSpPr>
              <a:spLocks noChangeArrowheads="1"/>
            </p:cNvSpPr>
            <p:nvPr userDrawn="1"/>
          </p:nvSpPr>
          <p:spPr bwMode="auto">
            <a:xfrm flipV="1">
              <a:off x="6010" y="2659"/>
              <a:ext cx="116"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2" name="Rectangle 93"/>
            <p:cNvSpPr>
              <a:spLocks noChangeArrowheads="1"/>
            </p:cNvSpPr>
            <p:nvPr userDrawn="1"/>
          </p:nvSpPr>
          <p:spPr bwMode="auto">
            <a:xfrm flipV="1">
              <a:off x="6126" y="2659"/>
              <a:ext cx="116" cy="115"/>
            </a:xfrm>
            <a:prstGeom prst="rect">
              <a:avLst/>
            </a:prstGeom>
            <a:solidFill>
              <a:srgbClr val="00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3" name="Rectangle 94"/>
            <p:cNvSpPr>
              <a:spLocks noChangeArrowheads="1"/>
            </p:cNvSpPr>
            <p:nvPr userDrawn="1"/>
          </p:nvSpPr>
          <p:spPr bwMode="auto">
            <a:xfrm flipV="1">
              <a:off x="6242" y="2659"/>
              <a:ext cx="117"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4" name="Rectangle 95"/>
            <p:cNvSpPr>
              <a:spLocks noChangeArrowheads="1"/>
            </p:cNvSpPr>
            <p:nvPr userDrawn="1"/>
          </p:nvSpPr>
          <p:spPr bwMode="auto">
            <a:xfrm flipV="1">
              <a:off x="5893" y="2659"/>
              <a:ext cx="117"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0" name="Group 96"/>
          <p:cNvGrpSpPr>
            <a:grpSpLocks/>
          </p:cNvGrpSpPr>
          <p:nvPr/>
        </p:nvGrpSpPr>
        <p:grpSpPr bwMode="auto">
          <a:xfrm>
            <a:off x="12476766" y="3574290"/>
            <a:ext cx="986624" cy="188956"/>
            <a:chOff x="5893" y="2251"/>
            <a:chExt cx="466" cy="119"/>
          </a:xfrm>
        </p:grpSpPr>
        <p:sp>
          <p:nvSpPr>
            <p:cNvPr id="1087" name="Rectangle 97"/>
            <p:cNvSpPr>
              <a:spLocks noChangeArrowheads="1"/>
            </p:cNvSpPr>
            <p:nvPr userDrawn="1"/>
          </p:nvSpPr>
          <p:spPr bwMode="auto">
            <a:xfrm flipV="1">
              <a:off x="6126" y="2251"/>
              <a:ext cx="116" cy="119"/>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8" name="Rectangle 98"/>
            <p:cNvSpPr>
              <a:spLocks noChangeArrowheads="1"/>
            </p:cNvSpPr>
            <p:nvPr userDrawn="1"/>
          </p:nvSpPr>
          <p:spPr bwMode="auto">
            <a:xfrm flipV="1">
              <a:off x="6242" y="2251"/>
              <a:ext cx="117" cy="119"/>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9" name="Rectangle 99"/>
            <p:cNvSpPr>
              <a:spLocks noChangeArrowheads="1"/>
            </p:cNvSpPr>
            <p:nvPr userDrawn="1"/>
          </p:nvSpPr>
          <p:spPr bwMode="auto">
            <a:xfrm flipV="1">
              <a:off x="5893" y="2251"/>
              <a:ext cx="117" cy="119"/>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0" name="Rectangle 100"/>
            <p:cNvSpPr>
              <a:spLocks noChangeArrowheads="1"/>
            </p:cNvSpPr>
            <p:nvPr userDrawn="1"/>
          </p:nvSpPr>
          <p:spPr bwMode="auto">
            <a:xfrm flipV="1">
              <a:off x="6010" y="2251"/>
              <a:ext cx="116" cy="119"/>
            </a:xfrm>
            <a:prstGeom prst="rect">
              <a:avLst/>
            </a:prstGeom>
            <a:solidFill>
              <a:srgbClr val="66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1" name="Group 101"/>
          <p:cNvGrpSpPr>
            <a:grpSpLocks/>
          </p:cNvGrpSpPr>
          <p:nvPr/>
        </p:nvGrpSpPr>
        <p:grpSpPr bwMode="auto">
          <a:xfrm>
            <a:off x="12476766" y="4582587"/>
            <a:ext cx="986624" cy="182605"/>
            <a:chOff x="5893" y="2886"/>
            <a:chExt cx="466" cy="115"/>
          </a:xfrm>
        </p:grpSpPr>
        <p:sp>
          <p:nvSpPr>
            <p:cNvPr id="1083" name="Rectangle 102"/>
            <p:cNvSpPr>
              <a:spLocks noChangeArrowheads="1"/>
            </p:cNvSpPr>
            <p:nvPr userDrawn="1"/>
          </p:nvSpPr>
          <p:spPr bwMode="auto">
            <a:xfrm flipV="1">
              <a:off x="6010" y="2886"/>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4" name="Rectangle 103"/>
            <p:cNvSpPr>
              <a:spLocks noChangeArrowheads="1"/>
            </p:cNvSpPr>
            <p:nvPr userDrawn="1"/>
          </p:nvSpPr>
          <p:spPr bwMode="auto">
            <a:xfrm flipV="1">
              <a:off x="6126" y="2886"/>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5" name="Rectangle 104"/>
            <p:cNvSpPr>
              <a:spLocks noChangeArrowheads="1"/>
            </p:cNvSpPr>
            <p:nvPr userDrawn="1"/>
          </p:nvSpPr>
          <p:spPr bwMode="auto">
            <a:xfrm flipV="1">
              <a:off x="6242" y="2886"/>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6" name="Rectangle 105"/>
            <p:cNvSpPr>
              <a:spLocks noChangeArrowheads="1"/>
            </p:cNvSpPr>
            <p:nvPr userDrawn="1"/>
          </p:nvSpPr>
          <p:spPr bwMode="auto">
            <a:xfrm flipV="1">
              <a:off x="5893" y="2886"/>
              <a:ext cx="117" cy="11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2" name="Group 106"/>
          <p:cNvGrpSpPr>
            <a:grpSpLocks/>
          </p:cNvGrpSpPr>
          <p:nvPr/>
        </p:nvGrpSpPr>
        <p:grpSpPr bwMode="auto">
          <a:xfrm>
            <a:off x="12476766" y="4798537"/>
            <a:ext cx="986624" cy="182605"/>
            <a:chOff x="5893" y="3022"/>
            <a:chExt cx="466" cy="115"/>
          </a:xfrm>
        </p:grpSpPr>
        <p:sp>
          <p:nvSpPr>
            <p:cNvPr id="1079" name="Rectangle 107"/>
            <p:cNvSpPr>
              <a:spLocks noChangeArrowheads="1"/>
            </p:cNvSpPr>
            <p:nvPr userDrawn="1"/>
          </p:nvSpPr>
          <p:spPr bwMode="auto">
            <a:xfrm flipV="1">
              <a:off x="6010" y="3022"/>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0" name="Rectangle 108"/>
            <p:cNvSpPr>
              <a:spLocks noChangeArrowheads="1"/>
            </p:cNvSpPr>
            <p:nvPr userDrawn="1"/>
          </p:nvSpPr>
          <p:spPr bwMode="auto">
            <a:xfrm flipV="1">
              <a:off x="6126" y="3022"/>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1" name="Rectangle 109"/>
            <p:cNvSpPr>
              <a:spLocks noChangeArrowheads="1"/>
            </p:cNvSpPr>
            <p:nvPr userDrawn="1"/>
          </p:nvSpPr>
          <p:spPr bwMode="auto">
            <a:xfrm flipV="1">
              <a:off x="6242" y="3022"/>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2" name="Rectangle 110"/>
            <p:cNvSpPr>
              <a:spLocks noChangeArrowheads="1"/>
            </p:cNvSpPr>
            <p:nvPr userDrawn="1"/>
          </p:nvSpPr>
          <p:spPr bwMode="auto">
            <a:xfrm flipV="1">
              <a:off x="5893" y="3022"/>
              <a:ext cx="117" cy="115"/>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3" name="Group 111"/>
          <p:cNvGrpSpPr>
            <a:grpSpLocks/>
          </p:cNvGrpSpPr>
          <p:nvPr/>
        </p:nvGrpSpPr>
        <p:grpSpPr bwMode="auto">
          <a:xfrm>
            <a:off x="12476766" y="5014486"/>
            <a:ext cx="986624" cy="182605"/>
            <a:chOff x="5893" y="3158"/>
            <a:chExt cx="466" cy="115"/>
          </a:xfrm>
        </p:grpSpPr>
        <p:sp>
          <p:nvSpPr>
            <p:cNvPr id="1075" name="Rectangle 112"/>
            <p:cNvSpPr>
              <a:spLocks noChangeArrowheads="1"/>
            </p:cNvSpPr>
            <p:nvPr userDrawn="1"/>
          </p:nvSpPr>
          <p:spPr bwMode="auto">
            <a:xfrm flipV="1">
              <a:off x="6010" y="3158"/>
              <a:ext cx="116"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6" name="Rectangle 113"/>
            <p:cNvSpPr>
              <a:spLocks noChangeArrowheads="1"/>
            </p:cNvSpPr>
            <p:nvPr userDrawn="1"/>
          </p:nvSpPr>
          <p:spPr bwMode="auto">
            <a:xfrm flipV="1">
              <a:off x="6126" y="3158"/>
              <a:ext cx="116"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7" name="Rectangle 114"/>
            <p:cNvSpPr>
              <a:spLocks noChangeArrowheads="1"/>
            </p:cNvSpPr>
            <p:nvPr userDrawn="1"/>
          </p:nvSpPr>
          <p:spPr bwMode="auto">
            <a:xfrm flipV="1">
              <a:off x="6242" y="3158"/>
              <a:ext cx="117"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8" name="Rectangle 115"/>
            <p:cNvSpPr>
              <a:spLocks noChangeArrowheads="1"/>
            </p:cNvSpPr>
            <p:nvPr userDrawn="1"/>
          </p:nvSpPr>
          <p:spPr bwMode="auto">
            <a:xfrm flipV="1">
              <a:off x="5893" y="3158"/>
              <a:ext cx="117" cy="115"/>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4" name="Group 116"/>
          <p:cNvGrpSpPr>
            <a:grpSpLocks/>
          </p:cNvGrpSpPr>
          <p:nvPr/>
        </p:nvGrpSpPr>
        <p:grpSpPr bwMode="auto">
          <a:xfrm>
            <a:off x="12476766" y="5374932"/>
            <a:ext cx="986624" cy="182604"/>
            <a:chOff x="5893" y="3385"/>
            <a:chExt cx="466" cy="115"/>
          </a:xfrm>
        </p:grpSpPr>
        <p:sp>
          <p:nvSpPr>
            <p:cNvPr id="1071" name="Rectangle 117"/>
            <p:cNvSpPr>
              <a:spLocks noChangeArrowheads="1"/>
            </p:cNvSpPr>
            <p:nvPr userDrawn="1"/>
          </p:nvSpPr>
          <p:spPr bwMode="auto">
            <a:xfrm flipV="1">
              <a:off x="6010" y="3385"/>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2" name="Rectangle 118"/>
            <p:cNvSpPr>
              <a:spLocks noChangeArrowheads="1"/>
            </p:cNvSpPr>
            <p:nvPr userDrawn="1"/>
          </p:nvSpPr>
          <p:spPr bwMode="auto">
            <a:xfrm flipV="1">
              <a:off x="6126" y="3385"/>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3" name="Rectangle 119"/>
            <p:cNvSpPr>
              <a:spLocks noChangeArrowheads="1"/>
            </p:cNvSpPr>
            <p:nvPr userDrawn="1"/>
          </p:nvSpPr>
          <p:spPr bwMode="auto">
            <a:xfrm flipV="1">
              <a:off x="6242" y="3385"/>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4" name="Rectangle 120"/>
            <p:cNvSpPr>
              <a:spLocks noChangeArrowheads="1"/>
            </p:cNvSpPr>
            <p:nvPr userDrawn="1"/>
          </p:nvSpPr>
          <p:spPr bwMode="auto">
            <a:xfrm flipV="1">
              <a:off x="5893" y="3385"/>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5" name="Group 121"/>
          <p:cNvGrpSpPr>
            <a:grpSpLocks/>
          </p:cNvGrpSpPr>
          <p:nvPr/>
        </p:nvGrpSpPr>
        <p:grpSpPr bwMode="auto">
          <a:xfrm>
            <a:off x="12476766" y="5590882"/>
            <a:ext cx="986624" cy="182604"/>
            <a:chOff x="5893" y="3521"/>
            <a:chExt cx="466" cy="115"/>
          </a:xfrm>
        </p:grpSpPr>
        <p:sp>
          <p:nvSpPr>
            <p:cNvPr id="1067" name="Rectangle 122"/>
            <p:cNvSpPr>
              <a:spLocks noChangeArrowheads="1"/>
            </p:cNvSpPr>
            <p:nvPr userDrawn="1"/>
          </p:nvSpPr>
          <p:spPr bwMode="auto">
            <a:xfrm flipV="1">
              <a:off x="6010" y="3521"/>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8" name="Rectangle 123"/>
            <p:cNvSpPr>
              <a:spLocks noChangeArrowheads="1"/>
            </p:cNvSpPr>
            <p:nvPr userDrawn="1"/>
          </p:nvSpPr>
          <p:spPr bwMode="auto">
            <a:xfrm flipV="1">
              <a:off x="6126" y="3521"/>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9" name="Rectangle 124"/>
            <p:cNvSpPr>
              <a:spLocks noChangeArrowheads="1"/>
            </p:cNvSpPr>
            <p:nvPr userDrawn="1"/>
          </p:nvSpPr>
          <p:spPr bwMode="auto">
            <a:xfrm flipV="1">
              <a:off x="6242" y="3521"/>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0" name="Rectangle 125"/>
            <p:cNvSpPr>
              <a:spLocks noChangeArrowheads="1"/>
            </p:cNvSpPr>
            <p:nvPr userDrawn="1"/>
          </p:nvSpPr>
          <p:spPr bwMode="auto">
            <a:xfrm flipV="1">
              <a:off x="5893" y="3521"/>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6" name="Group 126"/>
          <p:cNvGrpSpPr>
            <a:grpSpLocks/>
          </p:cNvGrpSpPr>
          <p:nvPr/>
        </p:nvGrpSpPr>
        <p:grpSpPr bwMode="auto">
          <a:xfrm>
            <a:off x="12476766" y="5806832"/>
            <a:ext cx="986624" cy="182604"/>
            <a:chOff x="5893" y="3657"/>
            <a:chExt cx="466" cy="115"/>
          </a:xfrm>
        </p:grpSpPr>
        <p:sp>
          <p:nvSpPr>
            <p:cNvPr id="1063" name="Rectangle 127"/>
            <p:cNvSpPr>
              <a:spLocks noChangeArrowheads="1"/>
            </p:cNvSpPr>
            <p:nvPr userDrawn="1"/>
          </p:nvSpPr>
          <p:spPr bwMode="auto">
            <a:xfrm flipV="1">
              <a:off x="6010" y="3657"/>
              <a:ext cx="116"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4" name="Rectangle 128"/>
            <p:cNvSpPr>
              <a:spLocks noChangeArrowheads="1"/>
            </p:cNvSpPr>
            <p:nvPr userDrawn="1"/>
          </p:nvSpPr>
          <p:spPr bwMode="auto">
            <a:xfrm flipV="1">
              <a:off x="6126" y="3657"/>
              <a:ext cx="116"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5" name="Rectangle 129"/>
            <p:cNvSpPr>
              <a:spLocks noChangeArrowheads="1"/>
            </p:cNvSpPr>
            <p:nvPr userDrawn="1"/>
          </p:nvSpPr>
          <p:spPr bwMode="auto">
            <a:xfrm flipV="1">
              <a:off x="6242" y="3657"/>
              <a:ext cx="117"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6" name="Rectangle 130"/>
            <p:cNvSpPr>
              <a:spLocks noChangeArrowheads="1"/>
            </p:cNvSpPr>
            <p:nvPr userDrawn="1"/>
          </p:nvSpPr>
          <p:spPr bwMode="auto">
            <a:xfrm flipV="1">
              <a:off x="5893" y="3657"/>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7" name="Group 131"/>
          <p:cNvGrpSpPr>
            <a:grpSpLocks/>
          </p:cNvGrpSpPr>
          <p:nvPr/>
        </p:nvGrpSpPr>
        <p:grpSpPr bwMode="auto">
          <a:xfrm>
            <a:off x="12476766" y="6167278"/>
            <a:ext cx="986624" cy="182605"/>
            <a:chOff x="5893" y="3884"/>
            <a:chExt cx="466" cy="115"/>
          </a:xfrm>
        </p:grpSpPr>
        <p:sp>
          <p:nvSpPr>
            <p:cNvPr id="1059" name="Rectangle 132"/>
            <p:cNvSpPr>
              <a:spLocks noChangeArrowheads="1"/>
            </p:cNvSpPr>
            <p:nvPr userDrawn="1"/>
          </p:nvSpPr>
          <p:spPr bwMode="auto">
            <a:xfrm flipV="1">
              <a:off x="6010" y="3884"/>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0" name="Rectangle 133"/>
            <p:cNvSpPr>
              <a:spLocks noChangeArrowheads="1"/>
            </p:cNvSpPr>
            <p:nvPr userDrawn="1"/>
          </p:nvSpPr>
          <p:spPr bwMode="auto">
            <a:xfrm flipV="1">
              <a:off x="6126" y="3884"/>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1" name="Rectangle 134"/>
            <p:cNvSpPr>
              <a:spLocks noChangeArrowheads="1"/>
            </p:cNvSpPr>
            <p:nvPr userDrawn="1"/>
          </p:nvSpPr>
          <p:spPr bwMode="auto">
            <a:xfrm flipV="1">
              <a:off x="6242" y="3884"/>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2" name="Rectangle 135"/>
            <p:cNvSpPr>
              <a:spLocks noChangeArrowheads="1"/>
            </p:cNvSpPr>
            <p:nvPr userDrawn="1"/>
          </p:nvSpPr>
          <p:spPr bwMode="auto">
            <a:xfrm flipV="1">
              <a:off x="5893" y="3884"/>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8" name="Group 136"/>
          <p:cNvGrpSpPr>
            <a:grpSpLocks/>
          </p:cNvGrpSpPr>
          <p:nvPr/>
        </p:nvGrpSpPr>
        <p:grpSpPr bwMode="auto">
          <a:xfrm>
            <a:off x="12476766" y="6392756"/>
            <a:ext cx="986624" cy="182605"/>
            <a:chOff x="5893" y="4026"/>
            <a:chExt cx="466" cy="115"/>
          </a:xfrm>
        </p:grpSpPr>
        <p:sp>
          <p:nvSpPr>
            <p:cNvPr id="1055" name="Rectangle 137"/>
            <p:cNvSpPr>
              <a:spLocks noChangeArrowheads="1"/>
            </p:cNvSpPr>
            <p:nvPr userDrawn="1"/>
          </p:nvSpPr>
          <p:spPr bwMode="auto">
            <a:xfrm flipV="1">
              <a:off x="6010" y="4026"/>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6" name="Rectangle 138"/>
            <p:cNvSpPr>
              <a:spLocks noChangeArrowheads="1"/>
            </p:cNvSpPr>
            <p:nvPr userDrawn="1"/>
          </p:nvSpPr>
          <p:spPr bwMode="auto">
            <a:xfrm flipV="1">
              <a:off x="6126" y="4026"/>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7" name="Rectangle 139"/>
            <p:cNvSpPr>
              <a:spLocks noChangeArrowheads="1"/>
            </p:cNvSpPr>
            <p:nvPr userDrawn="1"/>
          </p:nvSpPr>
          <p:spPr bwMode="auto">
            <a:xfrm flipV="1">
              <a:off x="6242" y="4026"/>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8" name="Rectangle 140"/>
            <p:cNvSpPr>
              <a:spLocks noChangeArrowheads="1"/>
            </p:cNvSpPr>
            <p:nvPr userDrawn="1"/>
          </p:nvSpPr>
          <p:spPr bwMode="auto">
            <a:xfrm flipV="1">
              <a:off x="5893" y="4026"/>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9" name="Group 141"/>
          <p:cNvGrpSpPr>
            <a:grpSpLocks/>
          </p:cNvGrpSpPr>
          <p:nvPr/>
        </p:nvGrpSpPr>
        <p:grpSpPr bwMode="auto">
          <a:xfrm>
            <a:off x="12476766" y="6616645"/>
            <a:ext cx="986624" cy="182604"/>
            <a:chOff x="5893" y="4167"/>
            <a:chExt cx="466" cy="115"/>
          </a:xfrm>
        </p:grpSpPr>
        <p:sp>
          <p:nvSpPr>
            <p:cNvPr id="1051" name="Rectangle 142"/>
            <p:cNvSpPr>
              <a:spLocks noChangeArrowheads="1"/>
            </p:cNvSpPr>
            <p:nvPr userDrawn="1"/>
          </p:nvSpPr>
          <p:spPr bwMode="auto">
            <a:xfrm flipV="1">
              <a:off x="6010" y="4167"/>
              <a:ext cx="116" cy="11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2" name="Rectangle 143"/>
            <p:cNvSpPr>
              <a:spLocks noChangeArrowheads="1"/>
            </p:cNvSpPr>
            <p:nvPr userDrawn="1"/>
          </p:nvSpPr>
          <p:spPr bwMode="auto">
            <a:xfrm flipV="1">
              <a:off x="6126" y="4167"/>
              <a:ext cx="116" cy="11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3" name="Rectangle 144"/>
            <p:cNvSpPr>
              <a:spLocks noChangeArrowheads="1"/>
            </p:cNvSpPr>
            <p:nvPr userDrawn="1"/>
          </p:nvSpPr>
          <p:spPr bwMode="auto">
            <a:xfrm flipV="1">
              <a:off x="6242" y="4167"/>
              <a:ext cx="117" cy="11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4" name="Rectangle 145"/>
            <p:cNvSpPr>
              <a:spLocks noChangeArrowheads="1"/>
            </p:cNvSpPr>
            <p:nvPr userDrawn="1"/>
          </p:nvSpPr>
          <p:spPr bwMode="auto">
            <a:xfrm flipV="1">
              <a:off x="5893" y="4167"/>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sp>
        <p:nvSpPr>
          <p:cNvPr id="1050" name="Line 146"/>
          <p:cNvSpPr>
            <a:spLocks noChangeShapeType="1"/>
          </p:cNvSpPr>
          <p:nvPr userDrawn="1"/>
        </p:nvSpPr>
        <p:spPr bwMode="auto">
          <a:xfrm flipV="1">
            <a:off x="334520" y="908260"/>
            <a:ext cx="11621410" cy="0"/>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a:lstStyle/>
          <a:p>
            <a:pPr defTabSz="914583" eaLnBrk="0" fontAlgn="base" hangingPunct="0">
              <a:spcBef>
                <a:spcPct val="0"/>
              </a:spcBef>
              <a:spcAft>
                <a:spcPct val="0"/>
              </a:spcAft>
            </a:pPr>
            <a:endParaRPr lang="en-US" sz="1200">
              <a:solidFill>
                <a:srgbClr val="FFFFFF"/>
              </a:solidFill>
              <a:ea typeface="MS PGothic" panose="020B0600070205080204" pitchFamily="34" charset="-128"/>
            </a:endParaRPr>
          </a:p>
        </p:txBody>
      </p:sp>
    </p:spTree>
    <p:extLst>
      <p:ext uri="{BB962C8B-B14F-4D97-AF65-F5344CB8AC3E}">
        <p14:creationId xmlns:p14="http://schemas.microsoft.com/office/powerpoint/2010/main" val="4195920422"/>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Lst>
  <p:hf sldNum="0" hdr="0" ftr="0"/>
  <p:txStyles>
    <p:titleStyle>
      <a:lvl1pPr algn="l" defTabSz="801848" rtl="0" eaLnBrk="0" fontAlgn="base" hangingPunct="0">
        <a:spcBef>
          <a:spcPct val="0"/>
        </a:spcBef>
        <a:spcAft>
          <a:spcPct val="0"/>
        </a:spcAft>
        <a:defRPr sz="3401">
          <a:solidFill>
            <a:srgbClr val="990000"/>
          </a:solidFill>
          <a:latin typeface="+mj-lt"/>
          <a:ea typeface="+mj-ea"/>
          <a:cs typeface="+mj-cs"/>
        </a:defRPr>
      </a:lvl1pPr>
      <a:lvl2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2pPr>
      <a:lvl3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3pPr>
      <a:lvl4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4pPr>
      <a:lvl5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5pPr>
      <a:lvl6pPr marL="457291" algn="l" defTabSz="801848" rtl="0" fontAlgn="base">
        <a:spcBef>
          <a:spcPct val="0"/>
        </a:spcBef>
        <a:spcAft>
          <a:spcPct val="0"/>
        </a:spcAft>
        <a:defRPr sz="3401">
          <a:solidFill>
            <a:srgbClr val="990000"/>
          </a:solidFill>
          <a:latin typeface="FrutigerNext LT Medium" pitchFamily="34" charset="0"/>
          <a:ea typeface="黑体" pitchFamily="2" charset="-122"/>
        </a:defRPr>
      </a:lvl6pPr>
      <a:lvl7pPr marL="914583" algn="l" defTabSz="801848" rtl="0" fontAlgn="base">
        <a:spcBef>
          <a:spcPct val="0"/>
        </a:spcBef>
        <a:spcAft>
          <a:spcPct val="0"/>
        </a:spcAft>
        <a:defRPr sz="3401">
          <a:solidFill>
            <a:srgbClr val="990000"/>
          </a:solidFill>
          <a:latin typeface="FrutigerNext LT Medium" pitchFamily="34" charset="0"/>
          <a:ea typeface="黑体" pitchFamily="2" charset="-122"/>
        </a:defRPr>
      </a:lvl7pPr>
      <a:lvl8pPr marL="1371874" algn="l" defTabSz="801848" rtl="0" fontAlgn="base">
        <a:spcBef>
          <a:spcPct val="0"/>
        </a:spcBef>
        <a:spcAft>
          <a:spcPct val="0"/>
        </a:spcAft>
        <a:defRPr sz="3401">
          <a:solidFill>
            <a:srgbClr val="990000"/>
          </a:solidFill>
          <a:latin typeface="FrutigerNext LT Medium" pitchFamily="34" charset="0"/>
          <a:ea typeface="黑体" pitchFamily="2" charset="-122"/>
        </a:defRPr>
      </a:lvl8pPr>
      <a:lvl9pPr marL="1829166" algn="l" defTabSz="801848" rtl="0" fontAlgn="base">
        <a:spcBef>
          <a:spcPct val="0"/>
        </a:spcBef>
        <a:spcAft>
          <a:spcPct val="0"/>
        </a:spcAft>
        <a:defRPr sz="3401">
          <a:solidFill>
            <a:srgbClr val="990000"/>
          </a:solidFill>
          <a:latin typeface="FrutigerNext LT Medium" pitchFamily="34" charset="0"/>
          <a:ea typeface="黑体" pitchFamily="2" charset="-122"/>
        </a:defRPr>
      </a:lvl9pPr>
    </p:titleStyle>
    <p:bodyStyle>
      <a:lvl1pPr marL="300098" indent="-300098" algn="l" defTabSz="801848" rtl="0" eaLnBrk="0" fontAlgn="base" hangingPunct="0">
        <a:lnSpc>
          <a:spcPct val="140000"/>
        </a:lnSpc>
        <a:spcBef>
          <a:spcPct val="0"/>
        </a:spcBef>
        <a:spcAft>
          <a:spcPct val="0"/>
        </a:spcAft>
        <a:buClr>
          <a:schemeClr val="bg2"/>
        </a:buClr>
        <a:buSzPct val="60000"/>
        <a:buFont typeface="Wingdings" pitchFamily="2" charset="2"/>
        <a:buChar char="l"/>
        <a:defRPr sz="2000" b="1">
          <a:solidFill>
            <a:schemeClr val="tx1"/>
          </a:solidFill>
          <a:latin typeface="+mn-lt"/>
          <a:ea typeface="+mn-ea"/>
          <a:cs typeface="+mn-cs"/>
        </a:defRPr>
      </a:lvl1pPr>
      <a:lvl2pPr marL="652593" indent="-250875" algn="l" defTabSz="801848" rtl="0" eaLnBrk="0" fontAlgn="base" hangingPunct="0">
        <a:lnSpc>
          <a:spcPct val="140000"/>
        </a:lnSpc>
        <a:spcBef>
          <a:spcPct val="0"/>
        </a:spcBef>
        <a:spcAft>
          <a:spcPct val="0"/>
        </a:spcAft>
        <a:buClr>
          <a:schemeClr val="tx1"/>
        </a:buClr>
        <a:buSzPct val="50000"/>
        <a:buFont typeface="Wingdings" pitchFamily="2" charset="2"/>
        <a:buChar char="p"/>
        <a:defRPr>
          <a:solidFill>
            <a:schemeClr val="tx1"/>
          </a:solidFill>
          <a:latin typeface="+mn-lt"/>
          <a:ea typeface="+mn-ea"/>
        </a:defRPr>
      </a:lvl2pPr>
      <a:lvl3pPr marL="1003501" indent="-201653" algn="l" defTabSz="801848" rtl="0" eaLnBrk="0" fontAlgn="base" hangingPunct="0">
        <a:lnSpc>
          <a:spcPct val="140000"/>
        </a:lnSpc>
        <a:spcBef>
          <a:spcPct val="0"/>
        </a:spcBef>
        <a:spcAft>
          <a:spcPct val="0"/>
        </a:spcAft>
        <a:buSzPct val="50000"/>
        <a:buFont typeface="Wingdings" panose="05000000000000000000" pitchFamily="2" charset="2"/>
        <a:buChar char="n"/>
        <a:defRPr sz="1600">
          <a:solidFill>
            <a:schemeClr val="tx1"/>
          </a:solidFill>
          <a:latin typeface="FrutigerNext LT Light" pitchFamily="34" charset="0"/>
          <a:ea typeface="+mn-ea"/>
        </a:defRPr>
      </a:lvl3pPr>
      <a:lvl4pPr marL="1402043" indent="-200065" algn="l" defTabSz="801848" rtl="0" eaLnBrk="0" fontAlgn="base" hangingPunct="0">
        <a:lnSpc>
          <a:spcPct val="140000"/>
        </a:lnSpc>
        <a:spcBef>
          <a:spcPct val="0"/>
        </a:spcBef>
        <a:spcAft>
          <a:spcPct val="0"/>
        </a:spcAft>
        <a:buChar char="–"/>
        <a:defRPr sz="1400">
          <a:solidFill>
            <a:schemeClr val="tx1"/>
          </a:solidFill>
          <a:latin typeface="+mj-lt"/>
          <a:ea typeface="+mn-ea"/>
        </a:defRPr>
      </a:lvl4pPr>
      <a:lvl5pPr marL="1803761" indent="-201653" algn="l" defTabSz="801848" rtl="0"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mj-lt"/>
          <a:ea typeface="+mn-ea"/>
        </a:defRPr>
      </a:lvl5pPr>
      <a:lvl6pPr marL="2261052"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6pPr>
      <a:lvl7pPr marL="2718344"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7pPr>
      <a:lvl8pPr marL="3175635"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8pPr>
      <a:lvl9pPr marL="3632926"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9pPr>
    </p:bodyStyle>
    <p:otherStyle>
      <a:defPPr>
        <a:defRPr lang="zh-CN"/>
      </a:defPPr>
      <a:lvl1pPr marL="0" algn="l" defTabSz="914583" rtl="0" eaLnBrk="1" latinLnBrk="0" hangingPunct="1">
        <a:defRPr sz="1800" kern="1200">
          <a:solidFill>
            <a:schemeClr val="tx1"/>
          </a:solidFill>
          <a:latin typeface="+mn-lt"/>
          <a:ea typeface="+mn-ea"/>
          <a:cs typeface="+mn-cs"/>
        </a:defRPr>
      </a:lvl1pPr>
      <a:lvl2pPr marL="457291" algn="l" defTabSz="914583" rtl="0" eaLnBrk="1" latinLnBrk="0" hangingPunct="1">
        <a:defRPr sz="1800" kern="1200">
          <a:solidFill>
            <a:schemeClr val="tx1"/>
          </a:solidFill>
          <a:latin typeface="+mn-lt"/>
          <a:ea typeface="+mn-ea"/>
          <a:cs typeface="+mn-cs"/>
        </a:defRPr>
      </a:lvl2pPr>
      <a:lvl3pPr marL="914583" algn="l" defTabSz="914583" rtl="0" eaLnBrk="1" latinLnBrk="0" hangingPunct="1">
        <a:defRPr sz="1800" kern="1200">
          <a:solidFill>
            <a:schemeClr val="tx1"/>
          </a:solidFill>
          <a:latin typeface="+mn-lt"/>
          <a:ea typeface="+mn-ea"/>
          <a:cs typeface="+mn-cs"/>
        </a:defRPr>
      </a:lvl3pPr>
      <a:lvl4pPr marL="1371874" algn="l" defTabSz="914583" rtl="0" eaLnBrk="1" latinLnBrk="0" hangingPunct="1">
        <a:defRPr sz="1800" kern="1200">
          <a:solidFill>
            <a:schemeClr val="tx1"/>
          </a:solidFill>
          <a:latin typeface="+mn-lt"/>
          <a:ea typeface="+mn-ea"/>
          <a:cs typeface="+mn-cs"/>
        </a:defRPr>
      </a:lvl4pPr>
      <a:lvl5pPr marL="1829166" algn="l" defTabSz="914583" rtl="0" eaLnBrk="1" latinLnBrk="0" hangingPunct="1">
        <a:defRPr sz="1800" kern="1200">
          <a:solidFill>
            <a:schemeClr val="tx1"/>
          </a:solidFill>
          <a:latin typeface="+mn-lt"/>
          <a:ea typeface="+mn-ea"/>
          <a:cs typeface="+mn-cs"/>
        </a:defRPr>
      </a:lvl5pPr>
      <a:lvl6pPr marL="2286457" algn="l" defTabSz="914583" rtl="0" eaLnBrk="1" latinLnBrk="0" hangingPunct="1">
        <a:defRPr sz="1800" kern="1200">
          <a:solidFill>
            <a:schemeClr val="tx1"/>
          </a:solidFill>
          <a:latin typeface="+mn-lt"/>
          <a:ea typeface="+mn-ea"/>
          <a:cs typeface="+mn-cs"/>
        </a:defRPr>
      </a:lvl6pPr>
      <a:lvl7pPr marL="2743749" algn="l" defTabSz="914583" rtl="0" eaLnBrk="1" latinLnBrk="0" hangingPunct="1">
        <a:defRPr sz="1800" kern="1200">
          <a:solidFill>
            <a:schemeClr val="tx1"/>
          </a:solidFill>
          <a:latin typeface="+mn-lt"/>
          <a:ea typeface="+mn-ea"/>
          <a:cs typeface="+mn-cs"/>
        </a:defRPr>
      </a:lvl7pPr>
      <a:lvl8pPr marL="3201040" algn="l" defTabSz="914583" rtl="0" eaLnBrk="1" latinLnBrk="0" hangingPunct="1">
        <a:defRPr sz="1800" kern="1200">
          <a:solidFill>
            <a:schemeClr val="tx1"/>
          </a:solidFill>
          <a:latin typeface="+mn-lt"/>
          <a:ea typeface="+mn-ea"/>
          <a:cs typeface="+mn-cs"/>
        </a:defRPr>
      </a:lvl8pPr>
      <a:lvl9pPr marL="3658332" algn="l" defTabSz="914583"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9" descr="d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6226030"/>
            <a:ext cx="12203644" cy="636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ext Box 8"/>
          <p:cNvSpPr txBox="1">
            <a:spLocks noChangeArrowheads="1"/>
          </p:cNvSpPr>
          <p:nvPr/>
        </p:nvSpPr>
        <p:spPr bwMode="auto">
          <a:xfrm>
            <a:off x="870178" y="6440391"/>
            <a:ext cx="2447733"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TECHNOLOGIES CO., LTD.</a:t>
            </a:r>
            <a:endParaRPr lang="en-US" altLang="zh-CN" sz="2200" smtClean="0">
              <a:solidFill>
                <a:srgbClr val="000000"/>
              </a:solidFill>
              <a:latin typeface="Arial" panose="020B0604020202020204" pitchFamily="34" charset="0"/>
            </a:endParaRPr>
          </a:p>
        </p:txBody>
      </p:sp>
      <p:pic>
        <p:nvPicPr>
          <p:cNvPr id="1028" name="Picture 9" descr="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014441" y="6400695"/>
            <a:ext cx="1748822" cy="312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2" name="Rectangle 10"/>
          <p:cNvSpPr>
            <a:spLocks noGrp="1" noChangeArrowheads="1"/>
          </p:cNvSpPr>
          <p:nvPr>
            <p:ph type="dt" sz="half" idx="2"/>
          </p:nvPr>
        </p:nvSpPr>
        <p:spPr bwMode="auto">
          <a:xfrm>
            <a:off x="8483693" y="6491203"/>
            <a:ext cx="2796844" cy="455718"/>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nSpc>
                <a:spcPct val="85000"/>
              </a:lnSpc>
              <a:defRPr>
                <a:solidFill>
                  <a:schemeClr val="tx1"/>
                </a:solidFill>
                <a:latin typeface="FrutigerNext LT Bold" panose="020B0803040504020204" pitchFamily="34" charset="0"/>
              </a:defRPr>
            </a:lvl1pPr>
          </a:lstStyle>
          <a:p>
            <a:pPr defTabSz="914583" eaLnBrk="0" fontAlgn="base" hangingPunct="0">
              <a:spcBef>
                <a:spcPct val="0"/>
              </a:spcBef>
              <a:spcAft>
                <a:spcPct val="0"/>
              </a:spcAft>
              <a:defRPr/>
            </a:pPr>
            <a:r>
              <a:rPr lang="de-DE" altLang="zh-CN" sz="1200" smtClean="0">
                <a:solidFill>
                  <a:srgbClr val="000000"/>
                </a:solidFill>
                <a:ea typeface="MS PGothic" panose="020B0600070205080204" pitchFamily="34" charset="-128"/>
              </a:rPr>
              <a:t>Page </a:t>
            </a:r>
            <a:fld id="{6068E354-BDB1-43E7-A88D-A157CD0DB142}" type="slidenum">
              <a:rPr lang="de-DE" altLang="zh-CN" sz="1200" smtClean="0">
                <a:solidFill>
                  <a:srgbClr val="000000"/>
                </a:solidFill>
                <a:ea typeface="MS PGothic" panose="020B0600070205080204" pitchFamily="34" charset="-128"/>
              </a:rPr>
              <a:pPr defTabSz="914583" eaLnBrk="0" fontAlgn="base" hangingPunct="0">
                <a:spcBef>
                  <a:spcPct val="0"/>
                </a:spcBef>
                <a:spcAft>
                  <a:spcPct val="0"/>
                </a:spcAft>
                <a:defRPr/>
              </a:pPr>
              <a:t>‹#›</a:t>
            </a:fld>
            <a:endParaRPr lang="en-GB" altLang="zh-CN" sz="1200">
              <a:solidFill>
                <a:srgbClr val="000000"/>
              </a:solidFill>
              <a:ea typeface="MS PGothic" panose="020B0600070205080204" pitchFamily="34" charset="-128"/>
            </a:endParaRPr>
          </a:p>
        </p:txBody>
      </p:sp>
      <p:sp>
        <p:nvSpPr>
          <p:cNvPr id="1030" name="Rectangle 13"/>
          <p:cNvSpPr>
            <a:spLocks noGrp="1" noChangeArrowheads="1"/>
          </p:cNvSpPr>
          <p:nvPr>
            <p:ph type="title"/>
          </p:nvPr>
        </p:nvSpPr>
        <p:spPr bwMode="auto">
          <a:xfrm>
            <a:off x="527188" y="44460"/>
            <a:ext cx="10329905" cy="87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139" tIns="40069" rIns="80139" bIns="40069" numCol="1" anchor="ctr" anchorCtr="0" compatLnSpc="1">
            <a:prstTxWarp prst="textNoShape">
              <a:avLst/>
            </a:prstTxWarp>
          </a:bodyPr>
          <a:lstStyle/>
          <a:p>
            <a:pPr lvl="0"/>
            <a:r>
              <a:rPr lang="zh-CN" altLang="en-US" smtClean="0"/>
              <a:t>单击此处编辑母版标题样式</a:t>
            </a:r>
          </a:p>
        </p:txBody>
      </p:sp>
      <p:sp>
        <p:nvSpPr>
          <p:cNvPr id="1031" name="Rectangle 21"/>
          <p:cNvSpPr>
            <a:spLocks noChangeArrowheads="1"/>
          </p:cNvSpPr>
          <p:nvPr/>
        </p:nvSpPr>
        <p:spPr bwMode="auto">
          <a:xfrm>
            <a:off x="5191418" y="6440391"/>
            <a:ext cx="1564415" cy="26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Confidential </a:t>
            </a:r>
          </a:p>
        </p:txBody>
      </p:sp>
      <p:sp>
        <p:nvSpPr>
          <p:cNvPr id="1032" name="Rectangle 22"/>
          <p:cNvSpPr>
            <a:spLocks noChangeArrowheads="1"/>
          </p:cNvSpPr>
          <p:nvPr/>
        </p:nvSpPr>
        <p:spPr bwMode="auto">
          <a:xfrm>
            <a:off x="-2544895" y="528760"/>
            <a:ext cx="2460207" cy="5308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英文标题</a:t>
            </a:r>
            <a:r>
              <a:rPr lang="en-US" altLang="zh-CN" sz="1100" smtClean="0">
                <a:solidFill>
                  <a:srgbClr val="FFFFFF"/>
                </a:solidFill>
                <a:latin typeface="Arial" panose="020B0604020202020204" pitchFamily="34" charset="0"/>
                <a:ea typeface="华文细黑" panose="02010600040101010101" pitchFamily="2" charset="-122"/>
              </a:rPr>
              <a:t>:32-35pt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 R153 G0 B0</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内部使用字体 </a:t>
            </a:r>
            <a:r>
              <a:rPr lang="en-US" altLang="zh-CN" sz="1100" smtClean="0">
                <a:solidFill>
                  <a:srgbClr val="FFFFFF"/>
                </a:solidFill>
                <a:ea typeface="华文细黑" panose="02010600040101010101" pitchFamily="2" charset="-122"/>
              </a:rPr>
              <a: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en-US" altLang="zh-CN" sz="1100" smtClean="0">
                <a:solidFill>
                  <a:srgbClr val="FFFFFF"/>
                </a:solidFill>
                <a:ea typeface="华文细黑" panose="02010600040101010101" pitchFamily="2" charset="-122"/>
              </a:rPr>
              <a:t>FrutigerNext LT Medium</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外部使用字体 </a:t>
            </a:r>
            <a:r>
              <a:rPr lang="en-US" altLang="zh-CN" sz="1100" smtClean="0">
                <a:solidFill>
                  <a:srgbClr val="FFFFFF"/>
                </a:solidFill>
                <a:ea typeface="华文细黑" panose="02010600040101010101" pitchFamily="2" charset="-122"/>
              </a:rPr>
              <a:t>: Arial</a:t>
            </a:r>
          </a:p>
          <a:p>
            <a:pPr algn="r" fontAlgn="base">
              <a:lnSpc>
                <a:spcPct val="7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中文标题</a:t>
            </a:r>
            <a:r>
              <a:rPr lang="en-US" altLang="zh-CN" sz="1100" smtClean="0">
                <a:solidFill>
                  <a:srgbClr val="FFFFFF"/>
                </a:solidFill>
                <a:latin typeface="Arial" panose="020B0604020202020204" pitchFamily="34" charset="0"/>
                <a:ea typeface="华文细黑" panose="02010600040101010101" pitchFamily="2" charset="-122"/>
              </a:rPr>
              <a:t>:30-32pt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 R153 G0 B0</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黑体</a:t>
            </a: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英文正文</a:t>
            </a:r>
            <a:r>
              <a:rPr lang="en-US" altLang="zh-CN" sz="1100" smtClean="0">
                <a:solidFill>
                  <a:srgbClr val="FFFFFF"/>
                </a:solidFill>
                <a:latin typeface="Arial" panose="020B0604020202020204" pitchFamily="34" charset="0"/>
                <a:ea typeface="华文细黑" panose="02010600040101010101" pitchFamily="2" charset="-122"/>
              </a:rPr>
              <a:t>:20-22pt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子目录 </a:t>
            </a:r>
            <a:r>
              <a:rPr lang="en-US" altLang="zh-CN" sz="1100" smtClean="0">
                <a:solidFill>
                  <a:srgbClr val="FFFFFF"/>
                </a:solidFill>
                <a:latin typeface="Arial" panose="020B0604020202020204" pitchFamily="34" charset="0"/>
                <a:ea typeface="华文细黑" panose="02010600040101010101" pitchFamily="2" charset="-122"/>
              </a:rPr>
              <a:t>(2-5</a:t>
            </a:r>
            <a:r>
              <a:rPr lang="zh-CN" altLang="en-US" sz="1100" smtClean="0">
                <a:solidFill>
                  <a:srgbClr val="FFFFFF"/>
                </a:solidFill>
                <a:latin typeface="Arial" panose="020B0604020202020204" pitchFamily="34" charset="0"/>
                <a:ea typeface="华文细黑" panose="02010600040101010101" pitchFamily="2" charset="-122"/>
              </a:rPr>
              <a:t>级</a:t>
            </a:r>
            <a:r>
              <a:rPr lang="en-US" altLang="zh-CN" sz="1100" smtClean="0">
                <a:solidFill>
                  <a:srgbClr val="FFFFFF"/>
                </a:solidFill>
                <a:latin typeface="Arial" panose="020B0604020202020204" pitchFamily="34" charset="0"/>
                <a:ea typeface="华文细黑" panose="02010600040101010101" pitchFamily="2" charset="-122"/>
              </a:rPr>
              <a:t>) :18pt  </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黑色</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内部使用字体 </a:t>
            </a:r>
            <a:r>
              <a:rPr lang="en-US" altLang="zh-CN" sz="1100" smtClean="0">
                <a:solidFill>
                  <a:srgbClr val="FFFFFF"/>
                </a:solidFill>
                <a:ea typeface="华文细黑" panose="02010600040101010101" pitchFamily="2" charset="-122"/>
              </a:rPr>
              <a: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en-US" altLang="zh-CN" sz="1100" smtClean="0">
                <a:solidFill>
                  <a:srgbClr val="FFFFFF"/>
                </a:solidFill>
                <a:ea typeface="华文细黑" panose="02010600040101010101" pitchFamily="2" charset="-122"/>
              </a:rPr>
              <a:t>FrutigerNext LT Regular</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外部使用字体 </a:t>
            </a:r>
            <a:r>
              <a:rPr lang="en-US" altLang="zh-CN" sz="1100" smtClean="0">
                <a:solidFill>
                  <a:srgbClr val="FFFFFF"/>
                </a:solidFill>
                <a:ea typeface="华文细黑" panose="02010600040101010101" pitchFamily="2" charset="-122"/>
              </a:rPr>
              <a:t>: Arial</a:t>
            </a:r>
          </a:p>
          <a:p>
            <a:pPr algn="r" fontAlgn="base">
              <a:lnSpc>
                <a:spcPct val="7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中文正文</a:t>
            </a:r>
            <a:r>
              <a:rPr lang="en-US" altLang="zh-CN" sz="1100" smtClean="0">
                <a:solidFill>
                  <a:srgbClr val="FFFFFF"/>
                </a:solidFill>
                <a:latin typeface="Arial" panose="020B0604020202020204" pitchFamily="34" charset="0"/>
                <a:ea typeface="华文细黑" panose="02010600040101010101" pitchFamily="2" charset="-122"/>
              </a:rPr>
              <a:t>:18-20pt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子目录</a:t>
            </a:r>
            <a:r>
              <a:rPr lang="en-US" altLang="zh-CN" sz="1100" smtClean="0">
                <a:solidFill>
                  <a:srgbClr val="FFFFFF"/>
                </a:solidFill>
                <a:latin typeface="Arial" panose="020B0604020202020204" pitchFamily="34" charset="0"/>
                <a:ea typeface="华文细黑" panose="02010600040101010101" pitchFamily="2" charset="-122"/>
              </a:rPr>
              <a:t>(2-5</a:t>
            </a:r>
            <a:r>
              <a:rPr lang="zh-CN" altLang="en-US" sz="1100" smtClean="0">
                <a:solidFill>
                  <a:srgbClr val="FFFFFF"/>
                </a:solidFill>
                <a:latin typeface="Arial" panose="020B0604020202020204" pitchFamily="34" charset="0"/>
                <a:ea typeface="华文细黑" panose="02010600040101010101" pitchFamily="2" charset="-122"/>
              </a:rPr>
              <a:t>级</a:t>
            </a:r>
            <a:r>
              <a:rPr lang="en-US" altLang="zh-CN" sz="1100" smtClean="0">
                <a:solidFill>
                  <a:srgbClr val="FFFFFF"/>
                </a:solidFill>
                <a:latin typeface="Arial" panose="020B0604020202020204" pitchFamily="34" charset="0"/>
                <a:ea typeface="华文细黑" panose="02010600040101010101" pitchFamily="2" charset="-122"/>
              </a:rPr>
              <a:t>):18pt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黑色</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细黑体 </a:t>
            </a: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000000"/>
              </a:solidFill>
              <a:latin typeface="Arial" panose="020B0604020202020204" pitchFamily="34" charset="0"/>
              <a:ea typeface="华文细黑" panose="02010600040101010101" pitchFamily="2" charset="-122"/>
            </a:endParaRPr>
          </a:p>
        </p:txBody>
      </p:sp>
      <p:sp>
        <p:nvSpPr>
          <p:cNvPr id="1033" name="Rectangle 62"/>
          <p:cNvSpPr>
            <a:spLocks noChangeArrowheads="1"/>
          </p:cNvSpPr>
          <p:nvPr/>
        </p:nvSpPr>
        <p:spPr bwMode="auto">
          <a:xfrm>
            <a:off x="12269279" y="1424318"/>
            <a:ext cx="1399480" cy="200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配色参考方案：</a:t>
            </a:r>
          </a:p>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建议同一页面内不超过四种颜色，以下是</a:t>
            </a:r>
            <a:r>
              <a:rPr lang="en-US" altLang="zh-CN" sz="1100" smtClean="0">
                <a:solidFill>
                  <a:srgbClr val="FFFFFF"/>
                </a:solidFill>
                <a:latin typeface="华文细黑" panose="02010600040101010101" pitchFamily="2" charset="-122"/>
                <a:ea typeface="华文细黑" panose="02010600040101010101" pitchFamily="2" charset="-122"/>
              </a:rPr>
              <a:t>13</a:t>
            </a:r>
            <a:r>
              <a:rPr lang="zh-CN" altLang="en-US" sz="1100" smtClean="0">
                <a:solidFill>
                  <a:srgbClr val="FFFFFF"/>
                </a:solidFill>
                <a:latin typeface="华文细黑" panose="02010600040101010101" pitchFamily="2" charset="-122"/>
                <a:ea typeface="华文细黑" panose="02010600040101010101" pitchFamily="2" charset="-122"/>
              </a:rPr>
              <a:t>组配色方案，同一页面内只选择一组使用。（仅供参考）</a:t>
            </a:r>
          </a:p>
          <a:p>
            <a:pP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zh-CN" altLang="en-US" sz="1100" smtClean="0">
              <a:solidFill>
                <a:srgbClr val="FFFFFF"/>
              </a:solidFill>
              <a:latin typeface="华文细黑" panose="02010600040101010101" pitchFamily="2" charset="-122"/>
              <a:ea typeface="华文细黑" panose="02010600040101010101" pitchFamily="2" charset="-122"/>
            </a:endParaRPr>
          </a:p>
        </p:txBody>
      </p:sp>
      <p:sp>
        <p:nvSpPr>
          <p:cNvPr id="1034" name="Rectangle 65"/>
          <p:cNvSpPr>
            <a:spLocks noChangeArrowheads="1"/>
          </p:cNvSpPr>
          <p:nvPr/>
        </p:nvSpPr>
        <p:spPr bwMode="auto">
          <a:xfrm>
            <a:off x="12269279" y="-61927"/>
            <a:ext cx="1399480" cy="838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客户或者合作伙伴的标志放在右上角</a:t>
            </a:r>
            <a:r>
              <a:rPr lang="en-US" altLang="zh-CN" sz="1100" smtClean="0">
                <a:solidFill>
                  <a:srgbClr val="FFFFFF"/>
                </a:solidFill>
                <a:latin typeface="华文细黑" panose="02010600040101010101" pitchFamily="2" charset="-122"/>
                <a:ea typeface="华文细黑" panose="02010600040101010101" pitchFamily="2" charset="-122"/>
              </a:rPr>
              <a:t>.</a:t>
            </a:r>
          </a:p>
          <a:p>
            <a:pP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zh-CN" altLang="en-US" sz="1100" smtClean="0">
              <a:solidFill>
                <a:srgbClr val="FFFFFF"/>
              </a:solidFill>
              <a:latin typeface="华文细黑" panose="02010600040101010101" pitchFamily="2" charset="-122"/>
              <a:ea typeface="华文细黑" panose="02010600040101010101" pitchFamily="2" charset="-122"/>
            </a:endParaRPr>
          </a:p>
        </p:txBody>
      </p:sp>
      <p:sp>
        <p:nvSpPr>
          <p:cNvPr id="1035" name="Rectangle 68"/>
          <p:cNvSpPr>
            <a:spLocks noGrp="1" noChangeArrowheads="1"/>
          </p:cNvSpPr>
          <p:nvPr>
            <p:ph type="body" idx="1"/>
          </p:nvPr>
        </p:nvSpPr>
        <p:spPr bwMode="auto">
          <a:xfrm>
            <a:off x="870177" y="1641856"/>
            <a:ext cx="10575503" cy="4195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152" tIns="40076" rIns="80152" bIns="40076"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36" name="Rectangle 80"/>
          <p:cNvSpPr>
            <a:spLocks noChangeArrowheads="1"/>
          </p:cNvSpPr>
          <p:nvPr/>
        </p:nvSpPr>
        <p:spPr bwMode="auto">
          <a:xfrm>
            <a:off x="12362436" y="5037132"/>
            <a:ext cx="1225868" cy="277047"/>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91446" tIns="45723" rIns="91446" bIns="45723" anchor="ctr">
            <a:spAutoFit/>
          </a:bodyP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nvGrpSpPr>
          <p:cNvPr id="1037" name="Group 81"/>
          <p:cNvGrpSpPr>
            <a:grpSpLocks/>
          </p:cNvGrpSpPr>
          <p:nvPr/>
        </p:nvGrpSpPr>
        <p:grpSpPr bwMode="auto">
          <a:xfrm>
            <a:off x="12476766" y="3790241"/>
            <a:ext cx="986624" cy="182604"/>
            <a:chOff x="5893" y="2387"/>
            <a:chExt cx="466" cy="115"/>
          </a:xfrm>
        </p:grpSpPr>
        <p:sp>
          <p:nvSpPr>
            <p:cNvPr id="1099" name="Rectangle 82"/>
            <p:cNvSpPr>
              <a:spLocks noChangeArrowheads="1"/>
            </p:cNvSpPr>
            <p:nvPr userDrawn="1"/>
          </p:nvSpPr>
          <p:spPr bwMode="auto">
            <a:xfrm flipV="1">
              <a:off x="6010" y="2387"/>
              <a:ext cx="116"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100" name="Rectangle 83"/>
            <p:cNvSpPr>
              <a:spLocks noChangeArrowheads="1"/>
            </p:cNvSpPr>
            <p:nvPr userDrawn="1"/>
          </p:nvSpPr>
          <p:spPr bwMode="auto">
            <a:xfrm flipV="1">
              <a:off x="6126" y="2387"/>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101" name="Rectangle 84"/>
            <p:cNvSpPr>
              <a:spLocks noChangeArrowheads="1"/>
            </p:cNvSpPr>
            <p:nvPr userDrawn="1"/>
          </p:nvSpPr>
          <p:spPr bwMode="auto">
            <a:xfrm flipV="1">
              <a:off x="6242" y="2387"/>
              <a:ext cx="117" cy="115"/>
            </a:xfrm>
            <a:prstGeom prst="rect">
              <a:avLst/>
            </a:prstGeom>
            <a:solidFill>
              <a:srgbClr val="99660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102" name="Rectangle 85"/>
            <p:cNvSpPr>
              <a:spLocks noChangeArrowheads="1"/>
            </p:cNvSpPr>
            <p:nvPr userDrawn="1"/>
          </p:nvSpPr>
          <p:spPr bwMode="auto">
            <a:xfrm flipV="1">
              <a:off x="5893" y="2387"/>
              <a:ext cx="117"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38" name="Group 86"/>
          <p:cNvGrpSpPr>
            <a:grpSpLocks/>
          </p:cNvGrpSpPr>
          <p:nvPr/>
        </p:nvGrpSpPr>
        <p:grpSpPr bwMode="auto">
          <a:xfrm>
            <a:off x="12476766" y="4006191"/>
            <a:ext cx="986624" cy="182604"/>
            <a:chOff x="5893" y="2523"/>
            <a:chExt cx="466" cy="115"/>
          </a:xfrm>
        </p:grpSpPr>
        <p:sp>
          <p:nvSpPr>
            <p:cNvPr id="1095" name="Rectangle 87"/>
            <p:cNvSpPr>
              <a:spLocks noChangeArrowheads="1"/>
            </p:cNvSpPr>
            <p:nvPr userDrawn="1"/>
          </p:nvSpPr>
          <p:spPr bwMode="auto">
            <a:xfrm flipV="1">
              <a:off x="6010" y="2523"/>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6" name="Rectangle 88"/>
            <p:cNvSpPr>
              <a:spLocks noChangeArrowheads="1"/>
            </p:cNvSpPr>
            <p:nvPr userDrawn="1"/>
          </p:nvSpPr>
          <p:spPr bwMode="auto">
            <a:xfrm flipV="1">
              <a:off x="6126" y="2523"/>
              <a:ext cx="116"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7" name="Rectangle 89"/>
            <p:cNvSpPr>
              <a:spLocks noChangeArrowheads="1"/>
            </p:cNvSpPr>
            <p:nvPr userDrawn="1"/>
          </p:nvSpPr>
          <p:spPr bwMode="auto">
            <a:xfrm flipV="1">
              <a:off x="6242" y="2523"/>
              <a:ext cx="117"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8" name="Rectangle 90"/>
            <p:cNvSpPr>
              <a:spLocks noChangeArrowheads="1"/>
            </p:cNvSpPr>
            <p:nvPr userDrawn="1"/>
          </p:nvSpPr>
          <p:spPr bwMode="auto">
            <a:xfrm flipV="1">
              <a:off x="5893" y="2523"/>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39" name="Group 91"/>
          <p:cNvGrpSpPr>
            <a:grpSpLocks/>
          </p:cNvGrpSpPr>
          <p:nvPr/>
        </p:nvGrpSpPr>
        <p:grpSpPr bwMode="auto">
          <a:xfrm>
            <a:off x="12476766" y="4222141"/>
            <a:ext cx="986624" cy="182604"/>
            <a:chOff x="5893" y="2659"/>
            <a:chExt cx="466" cy="115"/>
          </a:xfrm>
        </p:grpSpPr>
        <p:sp>
          <p:nvSpPr>
            <p:cNvPr id="1091" name="Rectangle 92"/>
            <p:cNvSpPr>
              <a:spLocks noChangeArrowheads="1"/>
            </p:cNvSpPr>
            <p:nvPr userDrawn="1"/>
          </p:nvSpPr>
          <p:spPr bwMode="auto">
            <a:xfrm flipV="1">
              <a:off x="6010" y="2659"/>
              <a:ext cx="116"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2" name="Rectangle 93"/>
            <p:cNvSpPr>
              <a:spLocks noChangeArrowheads="1"/>
            </p:cNvSpPr>
            <p:nvPr userDrawn="1"/>
          </p:nvSpPr>
          <p:spPr bwMode="auto">
            <a:xfrm flipV="1">
              <a:off x="6126" y="2659"/>
              <a:ext cx="116" cy="115"/>
            </a:xfrm>
            <a:prstGeom prst="rect">
              <a:avLst/>
            </a:prstGeom>
            <a:solidFill>
              <a:srgbClr val="00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3" name="Rectangle 94"/>
            <p:cNvSpPr>
              <a:spLocks noChangeArrowheads="1"/>
            </p:cNvSpPr>
            <p:nvPr userDrawn="1"/>
          </p:nvSpPr>
          <p:spPr bwMode="auto">
            <a:xfrm flipV="1">
              <a:off x="6242" y="2659"/>
              <a:ext cx="117"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4" name="Rectangle 95"/>
            <p:cNvSpPr>
              <a:spLocks noChangeArrowheads="1"/>
            </p:cNvSpPr>
            <p:nvPr userDrawn="1"/>
          </p:nvSpPr>
          <p:spPr bwMode="auto">
            <a:xfrm flipV="1">
              <a:off x="5893" y="2659"/>
              <a:ext cx="117"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0" name="Group 96"/>
          <p:cNvGrpSpPr>
            <a:grpSpLocks/>
          </p:cNvGrpSpPr>
          <p:nvPr/>
        </p:nvGrpSpPr>
        <p:grpSpPr bwMode="auto">
          <a:xfrm>
            <a:off x="12476766" y="3574290"/>
            <a:ext cx="986624" cy="188956"/>
            <a:chOff x="5893" y="2251"/>
            <a:chExt cx="466" cy="119"/>
          </a:xfrm>
        </p:grpSpPr>
        <p:sp>
          <p:nvSpPr>
            <p:cNvPr id="1087" name="Rectangle 97"/>
            <p:cNvSpPr>
              <a:spLocks noChangeArrowheads="1"/>
            </p:cNvSpPr>
            <p:nvPr userDrawn="1"/>
          </p:nvSpPr>
          <p:spPr bwMode="auto">
            <a:xfrm flipV="1">
              <a:off x="6126" y="2251"/>
              <a:ext cx="116" cy="119"/>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8" name="Rectangle 98"/>
            <p:cNvSpPr>
              <a:spLocks noChangeArrowheads="1"/>
            </p:cNvSpPr>
            <p:nvPr userDrawn="1"/>
          </p:nvSpPr>
          <p:spPr bwMode="auto">
            <a:xfrm flipV="1">
              <a:off x="6242" y="2251"/>
              <a:ext cx="117" cy="119"/>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9" name="Rectangle 99"/>
            <p:cNvSpPr>
              <a:spLocks noChangeArrowheads="1"/>
            </p:cNvSpPr>
            <p:nvPr userDrawn="1"/>
          </p:nvSpPr>
          <p:spPr bwMode="auto">
            <a:xfrm flipV="1">
              <a:off x="5893" y="2251"/>
              <a:ext cx="117" cy="119"/>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0" name="Rectangle 100"/>
            <p:cNvSpPr>
              <a:spLocks noChangeArrowheads="1"/>
            </p:cNvSpPr>
            <p:nvPr userDrawn="1"/>
          </p:nvSpPr>
          <p:spPr bwMode="auto">
            <a:xfrm flipV="1">
              <a:off x="6010" y="2251"/>
              <a:ext cx="116" cy="119"/>
            </a:xfrm>
            <a:prstGeom prst="rect">
              <a:avLst/>
            </a:prstGeom>
            <a:solidFill>
              <a:srgbClr val="66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1" name="Group 101"/>
          <p:cNvGrpSpPr>
            <a:grpSpLocks/>
          </p:cNvGrpSpPr>
          <p:nvPr/>
        </p:nvGrpSpPr>
        <p:grpSpPr bwMode="auto">
          <a:xfrm>
            <a:off x="12476766" y="4582587"/>
            <a:ext cx="986624" cy="182605"/>
            <a:chOff x="5893" y="2886"/>
            <a:chExt cx="466" cy="115"/>
          </a:xfrm>
        </p:grpSpPr>
        <p:sp>
          <p:nvSpPr>
            <p:cNvPr id="1083" name="Rectangle 102"/>
            <p:cNvSpPr>
              <a:spLocks noChangeArrowheads="1"/>
            </p:cNvSpPr>
            <p:nvPr userDrawn="1"/>
          </p:nvSpPr>
          <p:spPr bwMode="auto">
            <a:xfrm flipV="1">
              <a:off x="6010" y="2886"/>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4" name="Rectangle 103"/>
            <p:cNvSpPr>
              <a:spLocks noChangeArrowheads="1"/>
            </p:cNvSpPr>
            <p:nvPr userDrawn="1"/>
          </p:nvSpPr>
          <p:spPr bwMode="auto">
            <a:xfrm flipV="1">
              <a:off x="6126" y="2886"/>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5" name="Rectangle 104"/>
            <p:cNvSpPr>
              <a:spLocks noChangeArrowheads="1"/>
            </p:cNvSpPr>
            <p:nvPr userDrawn="1"/>
          </p:nvSpPr>
          <p:spPr bwMode="auto">
            <a:xfrm flipV="1">
              <a:off x="6242" y="2886"/>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6" name="Rectangle 105"/>
            <p:cNvSpPr>
              <a:spLocks noChangeArrowheads="1"/>
            </p:cNvSpPr>
            <p:nvPr userDrawn="1"/>
          </p:nvSpPr>
          <p:spPr bwMode="auto">
            <a:xfrm flipV="1">
              <a:off x="5893" y="2886"/>
              <a:ext cx="117" cy="11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2" name="Group 106"/>
          <p:cNvGrpSpPr>
            <a:grpSpLocks/>
          </p:cNvGrpSpPr>
          <p:nvPr/>
        </p:nvGrpSpPr>
        <p:grpSpPr bwMode="auto">
          <a:xfrm>
            <a:off x="12476766" y="4798537"/>
            <a:ext cx="986624" cy="182605"/>
            <a:chOff x="5893" y="3022"/>
            <a:chExt cx="466" cy="115"/>
          </a:xfrm>
        </p:grpSpPr>
        <p:sp>
          <p:nvSpPr>
            <p:cNvPr id="1079" name="Rectangle 107"/>
            <p:cNvSpPr>
              <a:spLocks noChangeArrowheads="1"/>
            </p:cNvSpPr>
            <p:nvPr userDrawn="1"/>
          </p:nvSpPr>
          <p:spPr bwMode="auto">
            <a:xfrm flipV="1">
              <a:off x="6010" y="3022"/>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0" name="Rectangle 108"/>
            <p:cNvSpPr>
              <a:spLocks noChangeArrowheads="1"/>
            </p:cNvSpPr>
            <p:nvPr userDrawn="1"/>
          </p:nvSpPr>
          <p:spPr bwMode="auto">
            <a:xfrm flipV="1">
              <a:off x="6126" y="3022"/>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1" name="Rectangle 109"/>
            <p:cNvSpPr>
              <a:spLocks noChangeArrowheads="1"/>
            </p:cNvSpPr>
            <p:nvPr userDrawn="1"/>
          </p:nvSpPr>
          <p:spPr bwMode="auto">
            <a:xfrm flipV="1">
              <a:off x="6242" y="3022"/>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2" name="Rectangle 110"/>
            <p:cNvSpPr>
              <a:spLocks noChangeArrowheads="1"/>
            </p:cNvSpPr>
            <p:nvPr userDrawn="1"/>
          </p:nvSpPr>
          <p:spPr bwMode="auto">
            <a:xfrm flipV="1">
              <a:off x="5893" y="3022"/>
              <a:ext cx="117" cy="115"/>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3" name="Group 111"/>
          <p:cNvGrpSpPr>
            <a:grpSpLocks/>
          </p:cNvGrpSpPr>
          <p:nvPr/>
        </p:nvGrpSpPr>
        <p:grpSpPr bwMode="auto">
          <a:xfrm>
            <a:off x="12476766" y="5014486"/>
            <a:ext cx="986624" cy="182605"/>
            <a:chOff x="5893" y="3158"/>
            <a:chExt cx="466" cy="115"/>
          </a:xfrm>
        </p:grpSpPr>
        <p:sp>
          <p:nvSpPr>
            <p:cNvPr id="1075" name="Rectangle 112"/>
            <p:cNvSpPr>
              <a:spLocks noChangeArrowheads="1"/>
            </p:cNvSpPr>
            <p:nvPr userDrawn="1"/>
          </p:nvSpPr>
          <p:spPr bwMode="auto">
            <a:xfrm flipV="1">
              <a:off x="6010" y="3158"/>
              <a:ext cx="116"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6" name="Rectangle 113"/>
            <p:cNvSpPr>
              <a:spLocks noChangeArrowheads="1"/>
            </p:cNvSpPr>
            <p:nvPr userDrawn="1"/>
          </p:nvSpPr>
          <p:spPr bwMode="auto">
            <a:xfrm flipV="1">
              <a:off x="6126" y="3158"/>
              <a:ext cx="116"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7" name="Rectangle 114"/>
            <p:cNvSpPr>
              <a:spLocks noChangeArrowheads="1"/>
            </p:cNvSpPr>
            <p:nvPr userDrawn="1"/>
          </p:nvSpPr>
          <p:spPr bwMode="auto">
            <a:xfrm flipV="1">
              <a:off x="6242" y="3158"/>
              <a:ext cx="117"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8" name="Rectangle 115"/>
            <p:cNvSpPr>
              <a:spLocks noChangeArrowheads="1"/>
            </p:cNvSpPr>
            <p:nvPr userDrawn="1"/>
          </p:nvSpPr>
          <p:spPr bwMode="auto">
            <a:xfrm flipV="1">
              <a:off x="5893" y="3158"/>
              <a:ext cx="117" cy="115"/>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4" name="Group 116"/>
          <p:cNvGrpSpPr>
            <a:grpSpLocks/>
          </p:cNvGrpSpPr>
          <p:nvPr/>
        </p:nvGrpSpPr>
        <p:grpSpPr bwMode="auto">
          <a:xfrm>
            <a:off x="12476766" y="5374932"/>
            <a:ext cx="986624" cy="182604"/>
            <a:chOff x="5893" y="3385"/>
            <a:chExt cx="466" cy="115"/>
          </a:xfrm>
        </p:grpSpPr>
        <p:sp>
          <p:nvSpPr>
            <p:cNvPr id="1071" name="Rectangle 117"/>
            <p:cNvSpPr>
              <a:spLocks noChangeArrowheads="1"/>
            </p:cNvSpPr>
            <p:nvPr userDrawn="1"/>
          </p:nvSpPr>
          <p:spPr bwMode="auto">
            <a:xfrm flipV="1">
              <a:off x="6010" y="3385"/>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2" name="Rectangle 118"/>
            <p:cNvSpPr>
              <a:spLocks noChangeArrowheads="1"/>
            </p:cNvSpPr>
            <p:nvPr userDrawn="1"/>
          </p:nvSpPr>
          <p:spPr bwMode="auto">
            <a:xfrm flipV="1">
              <a:off x="6126" y="3385"/>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3" name="Rectangle 119"/>
            <p:cNvSpPr>
              <a:spLocks noChangeArrowheads="1"/>
            </p:cNvSpPr>
            <p:nvPr userDrawn="1"/>
          </p:nvSpPr>
          <p:spPr bwMode="auto">
            <a:xfrm flipV="1">
              <a:off x="6242" y="3385"/>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4" name="Rectangle 120"/>
            <p:cNvSpPr>
              <a:spLocks noChangeArrowheads="1"/>
            </p:cNvSpPr>
            <p:nvPr userDrawn="1"/>
          </p:nvSpPr>
          <p:spPr bwMode="auto">
            <a:xfrm flipV="1">
              <a:off x="5893" y="3385"/>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5" name="Group 121"/>
          <p:cNvGrpSpPr>
            <a:grpSpLocks/>
          </p:cNvGrpSpPr>
          <p:nvPr/>
        </p:nvGrpSpPr>
        <p:grpSpPr bwMode="auto">
          <a:xfrm>
            <a:off x="12476766" y="5590882"/>
            <a:ext cx="986624" cy="182604"/>
            <a:chOff x="5893" y="3521"/>
            <a:chExt cx="466" cy="115"/>
          </a:xfrm>
        </p:grpSpPr>
        <p:sp>
          <p:nvSpPr>
            <p:cNvPr id="1067" name="Rectangle 122"/>
            <p:cNvSpPr>
              <a:spLocks noChangeArrowheads="1"/>
            </p:cNvSpPr>
            <p:nvPr userDrawn="1"/>
          </p:nvSpPr>
          <p:spPr bwMode="auto">
            <a:xfrm flipV="1">
              <a:off x="6010" y="3521"/>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8" name="Rectangle 123"/>
            <p:cNvSpPr>
              <a:spLocks noChangeArrowheads="1"/>
            </p:cNvSpPr>
            <p:nvPr userDrawn="1"/>
          </p:nvSpPr>
          <p:spPr bwMode="auto">
            <a:xfrm flipV="1">
              <a:off x="6126" y="3521"/>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9" name="Rectangle 124"/>
            <p:cNvSpPr>
              <a:spLocks noChangeArrowheads="1"/>
            </p:cNvSpPr>
            <p:nvPr userDrawn="1"/>
          </p:nvSpPr>
          <p:spPr bwMode="auto">
            <a:xfrm flipV="1">
              <a:off x="6242" y="3521"/>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0" name="Rectangle 125"/>
            <p:cNvSpPr>
              <a:spLocks noChangeArrowheads="1"/>
            </p:cNvSpPr>
            <p:nvPr userDrawn="1"/>
          </p:nvSpPr>
          <p:spPr bwMode="auto">
            <a:xfrm flipV="1">
              <a:off x="5893" y="3521"/>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6" name="Group 126"/>
          <p:cNvGrpSpPr>
            <a:grpSpLocks/>
          </p:cNvGrpSpPr>
          <p:nvPr/>
        </p:nvGrpSpPr>
        <p:grpSpPr bwMode="auto">
          <a:xfrm>
            <a:off x="12476766" y="5806832"/>
            <a:ext cx="986624" cy="182604"/>
            <a:chOff x="5893" y="3657"/>
            <a:chExt cx="466" cy="115"/>
          </a:xfrm>
        </p:grpSpPr>
        <p:sp>
          <p:nvSpPr>
            <p:cNvPr id="1063" name="Rectangle 127"/>
            <p:cNvSpPr>
              <a:spLocks noChangeArrowheads="1"/>
            </p:cNvSpPr>
            <p:nvPr userDrawn="1"/>
          </p:nvSpPr>
          <p:spPr bwMode="auto">
            <a:xfrm flipV="1">
              <a:off x="6010" y="3657"/>
              <a:ext cx="116"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4" name="Rectangle 128"/>
            <p:cNvSpPr>
              <a:spLocks noChangeArrowheads="1"/>
            </p:cNvSpPr>
            <p:nvPr userDrawn="1"/>
          </p:nvSpPr>
          <p:spPr bwMode="auto">
            <a:xfrm flipV="1">
              <a:off x="6126" y="3657"/>
              <a:ext cx="116"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5" name="Rectangle 129"/>
            <p:cNvSpPr>
              <a:spLocks noChangeArrowheads="1"/>
            </p:cNvSpPr>
            <p:nvPr userDrawn="1"/>
          </p:nvSpPr>
          <p:spPr bwMode="auto">
            <a:xfrm flipV="1">
              <a:off x="6242" y="3657"/>
              <a:ext cx="117"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6" name="Rectangle 130"/>
            <p:cNvSpPr>
              <a:spLocks noChangeArrowheads="1"/>
            </p:cNvSpPr>
            <p:nvPr userDrawn="1"/>
          </p:nvSpPr>
          <p:spPr bwMode="auto">
            <a:xfrm flipV="1">
              <a:off x="5893" y="3657"/>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7" name="Group 131"/>
          <p:cNvGrpSpPr>
            <a:grpSpLocks/>
          </p:cNvGrpSpPr>
          <p:nvPr/>
        </p:nvGrpSpPr>
        <p:grpSpPr bwMode="auto">
          <a:xfrm>
            <a:off x="12476766" y="6167278"/>
            <a:ext cx="986624" cy="182605"/>
            <a:chOff x="5893" y="3884"/>
            <a:chExt cx="466" cy="115"/>
          </a:xfrm>
        </p:grpSpPr>
        <p:sp>
          <p:nvSpPr>
            <p:cNvPr id="1059" name="Rectangle 132"/>
            <p:cNvSpPr>
              <a:spLocks noChangeArrowheads="1"/>
            </p:cNvSpPr>
            <p:nvPr userDrawn="1"/>
          </p:nvSpPr>
          <p:spPr bwMode="auto">
            <a:xfrm flipV="1">
              <a:off x="6010" y="3884"/>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0" name="Rectangle 133"/>
            <p:cNvSpPr>
              <a:spLocks noChangeArrowheads="1"/>
            </p:cNvSpPr>
            <p:nvPr userDrawn="1"/>
          </p:nvSpPr>
          <p:spPr bwMode="auto">
            <a:xfrm flipV="1">
              <a:off x="6126" y="3884"/>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1" name="Rectangle 134"/>
            <p:cNvSpPr>
              <a:spLocks noChangeArrowheads="1"/>
            </p:cNvSpPr>
            <p:nvPr userDrawn="1"/>
          </p:nvSpPr>
          <p:spPr bwMode="auto">
            <a:xfrm flipV="1">
              <a:off x="6242" y="3884"/>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2" name="Rectangle 135"/>
            <p:cNvSpPr>
              <a:spLocks noChangeArrowheads="1"/>
            </p:cNvSpPr>
            <p:nvPr userDrawn="1"/>
          </p:nvSpPr>
          <p:spPr bwMode="auto">
            <a:xfrm flipV="1">
              <a:off x="5893" y="3884"/>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8" name="Group 136"/>
          <p:cNvGrpSpPr>
            <a:grpSpLocks/>
          </p:cNvGrpSpPr>
          <p:nvPr/>
        </p:nvGrpSpPr>
        <p:grpSpPr bwMode="auto">
          <a:xfrm>
            <a:off x="12476766" y="6392756"/>
            <a:ext cx="986624" cy="182605"/>
            <a:chOff x="5893" y="4026"/>
            <a:chExt cx="466" cy="115"/>
          </a:xfrm>
        </p:grpSpPr>
        <p:sp>
          <p:nvSpPr>
            <p:cNvPr id="1055" name="Rectangle 137"/>
            <p:cNvSpPr>
              <a:spLocks noChangeArrowheads="1"/>
            </p:cNvSpPr>
            <p:nvPr userDrawn="1"/>
          </p:nvSpPr>
          <p:spPr bwMode="auto">
            <a:xfrm flipV="1">
              <a:off x="6010" y="4026"/>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6" name="Rectangle 138"/>
            <p:cNvSpPr>
              <a:spLocks noChangeArrowheads="1"/>
            </p:cNvSpPr>
            <p:nvPr userDrawn="1"/>
          </p:nvSpPr>
          <p:spPr bwMode="auto">
            <a:xfrm flipV="1">
              <a:off x="6126" y="4026"/>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7" name="Rectangle 139"/>
            <p:cNvSpPr>
              <a:spLocks noChangeArrowheads="1"/>
            </p:cNvSpPr>
            <p:nvPr userDrawn="1"/>
          </p:nvSpPr>
          <p:spPr bwMode="auto">
            <a:xfrm flipV="1">
              <a:off x="6242" y="4026"/>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8" name="Rectangle 140"/>
            <p:cNvSpPr>
              <a:spLocks noChangeArrowheads="1"/>
            </p:cNvSpPr>
            <p:nvPr userDrawn="1"/>
          </p:nvSpPr>
          <p:spPr bwMode="auto">
            <a:xfrm flipV="1">
              <a:off x="5893" y="4026"/>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9" name="Group 141"/>
          <p:cNvGrpSpPr>
            <a:grpSpLocks/>
          </p:cNvGrpSpPr>
          <p:nvPr/>
        </p:nvGrpSpPr>
        <p:grpSpPr bwMode="auto">
          <a:xfrm>
            <a:off x="12476766" y="6616645"/>
            <a:ext cx="986624" cy="182604"/>
            <a:chOff x="5893" y="4167"/>
            <a:chExt cx="466" cy="115"/>
          </a:xfrm>
        </p:grpSpPr>
        <p:sp>
          <p:nvSpPr>
            <p:cNvPr id="1051" name="Rectangle 142"/>
            <p:cNvSpPr>
              <a:spLocks noChangeArrowheads="1"/>
            </p:cNvSpPr>
            <p:nvPr userDrawn="1"/>
          </p:nvSpPr>
          <p:spPr bwMode="auto">
            <a:xfrm flipV="1">
              <a:off x="6010" y="4167"/>
              <a:ext cx="116" cy="11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2" name="Rectangle 143"/>
            <p:cNvSpPr>
              <a:spLocks noChangeArrowheads="1"/>
            </p:cNvSpPr>
            <p:nvPr userDrawn="1"/>
          </p:nvSpPr>
          <p:spPr bwMode="auto">
            <a:xfrm flipV="1">
              <a:off x="6126" y="4167"/>
              <a:ext cx="116" cy="11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3" name="Rectangle 144"/>
            <p:cNvSpPr>
              <a:spLocks noChangeArrowheads="1"/>
            </p:cNvSpPr>
            <p:nvPr userDrawn="1"/>
          </p:nvSpPr>
          <p:spPr bwMode="auto">
            <a:xfrm flipV="1">
              <a:off x="6242" y="4167"/>
              <a:ext cx="117" cy="11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4" name="Rectangle 145"/>
            <p:cNvSpPr>
              <a:spLocks noChangeArrowheads="1"/>
            </p:cNvSpPr>
            <p:nvPr userDrawn="1"/>
          </p:nvSpPr>
          <p:spPr bwMode="auto">
            <a:xfrm flipV="1">
              <a:off x="5893" y="4167"/>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sp>
        <p:nvSpPr>
          <p:cNvPr id="1050" name="Line 146"/>
          <p:cNvSpPr>
            <a:spLocks noChangeShapeType="1"/>
          </p:cNvSpPr>
          <p:nvPr userDrawn="1"/>
        </p:nvSpPr>
        <p:spPr bwMode="auto">
          <a:xfrm flipV="1">
            <a:off x="334520" y="908260"/>
            <a:ext cx="11621410" cy="0"/>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a:lstStyle/>
          <a:p>
            <a:pPr defTabSz="914583" eaLnBrk="0" fontAlgn="base" hangingPunct="0">
              <a:spcBef>
                <a:spcPct val="0"/>
              </a:spcBef>
              <a:spcAft>
                <a:spcPct val="0"/>
              </a:spcAft>
            </a:pPr>
            <a:endParaRPr lang="en-US" sz="1200">
              <a:solidFill>
                <a:srgbClr val="FFFFFF"/>
              </a:solidFill>
              <a:ea typeface="MS PGothic" panose="020B0600070205080204" pitchFamily="34" charset="-128"/>
            </a:endParaRPr>
          </a:p>
        </p:txBody>
      </p:sp>
    </p:spTree>
    <p:extLst>
      <p:ext uri="{BB962C8B-B14F-4D97-AF65-F5344CB8AC3E}">
        <p14:creationId xmlns:p14="http://schemas.microsoft.com/office/powerpoint/2010/main" val="3904576098"/>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Lst>
  <p:hf sldNum="0" hdr="0" ftr="0"/>
  <p:txStyles>
    <p:titleStyle>
      <a:lvl1pPr algn="l" defTabSz="801848" rtl="0" eaLnBrk="0" fontAlgn="base" hangingPunct="0">
        <a:spcBef>
          <a:spcPct val="0"/>
        </a:spcBef>
        <a:spcAft>
          <a:spcPct val="0"/>
        </a:spcAft>
        <a:defRPr sz="3401">
          <a:solidFill>
            <a:srgbClr val="990000"/>
          </a:solidFill>
          <a:latin typeface="+mj-lt"/>
          <a:ea typeface="+mj-ea"/>
          <a:cs typeface="+mj-cs"/>
        </a:defRPr>
      </a:lvl1pPr>
      <a:lvl2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2pPr>
      <a:lvl3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3pPr>
      <a:lvl4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4pPr>
      <a:lvl5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5pPr>
      <a:lvl6pPr marL="457291" algn="l" defTabSz="801848" rtl="0" fontAlgn="base">
        <a:spcBef>
          <a:spcPct val="0"/>
        </a:spcBef>
        <a:spcAft>
          <a:spcPct val="0"/>
        </a:spcAft>
        <a:defRPr sz="3401">
          <a:solidFill>
            <a:srgbClr val="990000"/>
          </a:solidFill>
          <a:latin typeface="FrutigerNext LT Medium" pitchFamily="34" charset="0"/>
          <a:ea typeface="黑体" pitchFamily="2" charset="-122"/>
        </a:defRPr>
      </a:lvl6pPr>
      <a:lvl7pPr marL="914583" algn="l" defTabSz="801848" rtl="0" fontAlgn="base">
        <a:spcBef>
          <a:spcPct val="0"/>
        </a:spcBef>
        <a:spcAft>
          <a:spcPct val="0"/>
        </a:spcAft>
        <a:defRPr sz="3401">
          <a:solidFill>
            <a:srgbClr val="990000"/>
          </a:solidFill>
          <a:latin typeface="FrutigerNext LT Medium" pitchFamily="34" charset="0"/>
          <a:ea typeface="黑体" pitchFamily="2" charset="-122"/>
        </a:defRPr>
      </a:lvl7pPr>
      <a:lvl8pPr marL="1371874" algn="l" defTabSz="801848" rtl="0" fontAlgn="base">
        <a:spcBef>
          <a:spcPct val="0"/>
        </a:spcBef>
        <a:spcAft>
          <a:spcPct val="0"/>
        </a:spcAft>
        <a:defRPr sz="3401">
          <a:solidFill>
            <a:srgbClr val="990000"/>
          </a:solidFill>
          <a:latin typeface="FrutigerNext LT Medium" pitchFamily="34" charset="0"/>
          <a:ea typeface="黑体" pitchFamily="2" charset="-122"/>
        </a:defRPr>
      </a:lvl8pPr>
      <a:lvl9pPr marL="1829166" algn="l" defTabSz="801848" rtl="0" fontAlgn="base">
        <a:spcBef>
          <a:spcPct val="0"/>
        </a:spcBef>
        <a:spcAft>
          <a:spcPct val="0"/>
        </a:spcAft>
        <a:defRPr sz="3401">
          <a:solidFill>
            <a:srgbClr val="990000"/>
          </a:solidFill>
          <a:latin typeface="FrutigerNext LT Medium" pitchFamily="34" charset="0"/>
          <a:ea typeface="黑体" pitchFamily="2" charset="-122"/>
        </a:defRPr>
      </a:lvl9pPr>
    </p:titleStyle>
    <p:bodyStyle>
      <a:lvl1pPr marL="300098" indent="-300098" algn="l" defTabSz="801848" rtl="0" eaLnBrk="0" fontAlgn="base" hangingPunct="0">
        <a:lnSpc>
          <a:spcPct val="140000"/>
        </a:lnSpc>
        <a:spcBef>
          <a:spcPct val="0"/>
        </a:spcBef>
        <a:spcAft>
          <a:spcPct val="0"/>
        </a:spcAft>
        <a:buClr>
          <a:schemeClr val="bg2"/>
        </a:buClr>
        <a:buSzPct val="60000"/>
        <a:buFont typeface="Wingdings" pitchFamily="2" charset="2"/>
        <a:buChar char="l"/>
        <a:defRPr sz="2000" b="1">
          <a:solidFill>
            <a:schemeClr val="tx1"/>
          </a:solidFill>
          <a:latin typeface="+mn-lt"/>
          <a:ea typeface="+mn-ea"/>
          <a:cs typeface="+mn-cs"/>
        </a:defRPr>
      </a:lvl1pPr>
      <a:lvl2pPr marL="652593" indent="-250875" algn="l" defTabSz="801848" rtl="0" eaLnBrk="0" fontAlgn="base" hangingPunct="0">
        <a:lnSpc>
          <a:spcPct val="140000"/>
        </a:lnSpc>
        <a:spcBef>
          <a:spcPct val="0"/>
        </a:spcBef>
        <a:spcAft>
          <a:spcPct val="0"/>
        </a:spcAft>
        <a:buClr>
          <a:schemeClr val="tx1"/>
        </a:buClr>
        <a:buSzPct val="50000"/>
        <a:buFont typeface="Wingdings" pitchFamily="2" charset="2"/>
        <a:buChar char="p"/>
        <a:defRPr>
          <a:solidFill>
            <a:schemeClr val="tx1"/>
          </a:solidFill>
          <a:latin typeface="+mn-lt"/>
          <a:ea typeface="+mn-ea"/>
        </a:defRPr>
      </a:lvl2pPr>
      <a:lvl3pPr marL="1003501" indent="-201653" algn="l" defTabSz="801848" rtl="0" eaLnBrk="0" fontAlgn="base" hangingPunct="0">
        <a:lnSpc>
          <a:spcPct val="140000"/>
        </a:lnSpc>
        <a:spcBef>
          <a:spcPct val="0"/>
        </a:spcBef>
        <a:spcAft>
          <a:spcPct val="0"/>
        </a:spcAft>
        <a:buSzPct val="50000"/>
        <a:buFont typeface="Wingdings" panose="05000000000000000000" pitchFamily="2" charset="2"/>
        <a:buChar char="n"/>
        <a:defRPr sz="1600">
          <a:solidFill>
            <a:schemeClr val="tx1"/>
          </a:solidFill>
          <a:latin typeface="FrutigerNext LT Light" pitchFamily="34" charset="0"/>
          <a:ea typeface="+mn-ea"/>
        </a:defRPr>
      </a:lvl3pPr>
      <a:lvl4pPr marL="1402043" indent="-200065" algn="l" defTabSz="801848" rtl="0" eaLnBrk="0" fontAlgn="base" hangingPunct="0">
        <a:lnSpc>
          <a:spcPct val="140000"/>
        </a:lnSpc>
        <a:spcBef>
          <a:spcPct val="0"/>
        </a:spcBef>
        <a:spcAft>
          <a:spcPct val="0"/>
        </a:spcAft>
        <a:buChar char="–"/>
        <a:defRPr sz="1400">
          <a:solidFill>
            <a:schemeClr val="tx1"/>
          </a:solidFill>
          <a:latin typeface="+mj-lt"/>
          <a:ea typeface="+mn-ea"/>
        </a:defRPr>
      </a:lvl4pPr>
      <a:lvl5pPr marL="1803761" indent="-201653" algn="l" defTabSz="801848" rtl="0"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mj-lt"/>
          <a:ea typeface="+mn-ea"/>
        </a:defRPr>
      </a:lvl5pPr>
      <a:lvl6pPr marL="2261052"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6pPr>
      <a:lvl7pPr marL="2718344"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7pPr>
      <a:lvl8pPr marL="3175635"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8pPr>
      <a:lvl9pPr marL="3632926"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9pPr>
    </p:bodyStyle>
    <p:otherStyle>
      <a:defPPr>
        <a:defRPr lang="zh-CN"/>
      </a:defPPr>
      <a:lvl1pPr marL="0" algn="l" defTabSz="914583" rtl="0" eaLnBrk="1" latinLnBrk="0" hangingPunct="1">
        <a:defRPr sz="1800" kern="1200">
          <a:solidFill>
            <a:schemeClr val="tx1"/>
          </a:solidFill>
          <a:latin typeface="+mn-lt"/>
          <a:ea typeface="+mn-ea"/>
          <a:cs typeface="+mn-cs"/>
        </a:defRPr>
      </a:lvl1pPr>
      <a:lvl2pPr marL="457291" algn="l" defTabSz="914583" rtl="0" eaLnBrk="1" latinLnBrk="0" hangingPunct="1">
        <a:defRPr sz="1800" kern="1200">
          <a:solidFill>
            <a:schemeClr val="tx1"/>
          </a:solidFill>
          <a:latin typeface="+mn-lt"/>
          <a:ea typeface="+mn-ea"/>
          <a:cs typeface="+mn-cs"/>
        </a:defRPr>
      </a:lvl2pPr>
      <a:lvl3pPr marL="914583" algn="l" defTabSz="914583" rtl="0" eaLnBrk="1" latinLnBrk="0" hangingPunct="1">
        <a:defRPr sz="1800" kern="1200">
          <a:solidFill>
            <a:schemeClr val="tx1"/>
          </a:solidFill>
          <a:latin typeface="+mn-lt"/>
          <a:ea typeface="+mn-ea"/>
          <a:cs typeface="+mn-cs"/>
        </a:defRPr>
      </a:lvl3pPr>
      <a:lvl4pPr marL="1371874" algn="l" defTabSz="914583" rtl="0" eaLnBrk="1" latinLnBrk="0" hangingPunct="1">
        <a:defRPr sz="1800" kern="1200">
          <a:solidFill>
            <a:schemeClr val="tx1"/>
          </a:solidFill>
          <a:latin typeface="+mn-lt"/>
          <a:ea typeface="+mn-ea"/>
          <a:cs typeface="+mn-cs"/>
        </a:defRPr>
      </a:lvl4pPr>
      <a:lvl5pPr marL="1829166" algn="l" defTabSz="914583" rtl="0" eaLnBrk="1" latinLnBrk="0" hangingPunct="1">
        <a:defRPr sz="1800" kern="1200">
          <a:solidFill>
            <a:schemeClr val="tx1"/>
          </a:solidFill>
          <a:latin typeface="+mn-lt"/>
          <a:ea typeface="+mn-ea"/>
          <a:cs typeface="+mn-cs"/>
        </a:defRPr>
      </a:lvl5pPr>
      <a:lvl6pPr marL="2286457" algn="l" defTabSz="914583" rtl="0" eaLnBrk="1" latinLnBrk="0" hangingPunct="1">
        <a:defRPr sz="1800" kern="1200">
          <a:solidFill>
            <a:schemeClr val="tx1"/>
          </a:solidFill>
          <a:latin typeface="+mn-lt"/>
          <a:ea typeface="+mn-ea"/>
          <a:cs typeface="+mn-cs"/>
        </a:defRPr>
      </a:lvl6pPr>
      <a:lvl7pPr marL="2743749" algn="l" defTabSz="914583" rtl="0" eaLnBrk="1" latinLnBrk="0" hangingPunct="1">
        <a:defRPr sz="1800" kern="1200">
          <a:solidFill>
            <a:schemeClr val="tx1"/>
          </a:solidFill>
          <a:latin typeface="+mn-lt"/>
          <a:ea typeface="+mn-ea"/>
          <a:cs typeface="+mn-cs"/>
        </a:defRPr>
      </a:lvl7pPr>
      <a:lvl8pPr marL="3201040" algn="l" defTabSz="914583" rtl="0" eaLnBrk="1" latinLnBrk="0" hangingPunct="1">
        <a:defRPr sz="1800" kern="1200">
          <a:solidFill>
            <a:schemeClr val="tx1"/>
          </a:solidFill>
          <a:latin typeface="+mn-lt"/>
          <a:ea typeface="+mn-ea"/>
          <a:cs typeface="+mn-cs"/>
        </a:defRPr>
      </a:lvl8pPr>
      <a:lvl9pPr marL="3658332" algn="l" defTabSz="914583"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9" descr="d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6226030"/>
            <a:ext cx="12203644" cy="636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ext Box 8"/>
          <p:cNvSpPr txBox="1">
            <a:spLocks noChangeArrowheads="1"/>
          </p:cNvSpPr>
          <p:nvPr/>
        </p:nvSpPr>
        <p:spPr bwMode="auto">
          <a:xfrm>
            <a:off x="870178" y="6440391"/>
            <a:ext cx="2447733"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TECHNOLOGIES CO., LTD.</a:t>
            </a:r>
            <a:endParaRPr lang="en-US" altLang="zh-CN" sz="2200" smtClean="0">
              <a:solidFill>
                <a:srgbClr val="000000"/>
              </a:solidFill>
              <a:latin typeface="Arial" panose="020B0604020202020204" pitchFamily="34" charset="0"/>
            </a:endParaRPr>
          </a:p>
        </p:txBody>
      </p:sp>
      <p:pic>
        <p:nvPicPr>
          <p:cNvPr id="1028" name="Picture 9" descr="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014441" y="6400695"/>
            <a:ext cx="1748822" cy="312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2" name="Rectangle 10"/>
          <p:cNvSpPr>
            <a:spLocks noGrp="1" noChangeArrowheads="1"/>
          </p:cNvSpPr>
          <p:nvPr>
            <p:ph type="dt" sz="half" idx="2"/>
          </p:nvPr>
        </p:nvSpPr>
        <p:spPr bwMode="auto">
          <a:xfrm>
            <a:off x="8483693" y="6491203"/>
            <a:ext cx="2796844" cy="455718"/>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nSpc>
                <a:spcPct val="85000"/>
              </a:lnSpc>
              <a:defRPr>
                <a:solidFill>
                  <a:schemeClr val="tx1"/>
                </a:solidFill>
                <a:latin typeface="FrutigerNext LT Bold" panose="020B0803040504020204" pitchFamily="34" charset="0"/>
              </a:defRPr>
            </a:lvl1pPr>
          </a:lstStyle>
          <a:p>
            <a:pPr defTabSz="914583" eaLnBrk="0" fontAlgn="base" hangingPunct="0">
              <a:spcBef>
                <a:spcPct val="0"/>
              </a:spcBef>
              <a:spcAft>
                <a:spcPct val="0"/>
              </a:spcAft>
              <a:defRPr/>
            </a:pPr>
            <a:r>
              <a:rPr lang="de-DE" altLang="zh-CN" sz="1200" smtClean="0">
                <a:solidFill>
                  <a:srgbClr val="000000"/>
                </a:solidFill>
                <a:ea typeface="MS PGothic" panose="020B0600070205080204" pitchFamily="34" charset="-128"/>
              </a:rPr>
              <a:t>Page </a:t>
            </a:r>
            <a:fld id="{6068E354-BDB1-43E7-A88D-A157CD0DB142}" type="slidenum">
              <a:rPr lang="de-DE" altLang="zh-CN" sz="1200" smtClean="0">
                <a:solidFill>
                  <a:srgbClr val="000000"/>
                </a:solidFill>
                <a:ea typeface="MS PGothic" panose="020B0600070205080204" pitchFamily="34" charset="-128"/>
              </a:rPr>
              <a:pPr defTabSz="914583" eaLnBrk="0" fontAlgn="base" hangingPunct="0">
                <a:spcBef>
                  <a:spcPct val="0"/>
                </a:spcBef>
                <a:spcAft>
                  <a:spcPct val="0"/>
                </a:spcAft>
                <a:defRPr/>
              </a:pPr>
              <a:t>‹#›</a:t>
            </a:fld>
            <a:endParaRPr lang="en-GB" altLang="zh-CN" sz="1200">
              <a:solidFill>
                <a:srgbClr val="000000"/>
              </a:solidFill>
              <a:ea typeface="MS PGothic" panose="020B0600070205080204" pitchFamily="34" charset="-128"/>
            </a:endParaRPr>
          </a:p>
        </p:txBody>
      </p:sp>
      <p:sp>
        <p:nvSpPr>
          <p:cNvPr id="1030" name="Rectangle 13"/>
          <p:cNvSpPr>
            <a:spLocks noGrp="1" noChangeArrowheads="1"/>
          </p:cNvSpPr>
          <p:nvPr>
            <p:ph type="title"/>
          </p:nvPr>
        </p:nvSpPr>
        <p:spPr bwMode="auto">
          <a:xfrm>
            <a:off x="527188" y="44460"/>
            <a:ext cx="10329905" cy="87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139" tIns="40069" rIns="80139" bIns="40069" numCol="1" anchor="ctr" anchorCtr="0" compatLnSpc="1">
            <a:prstTxWarp prst="textNoShape">
              <a:avLst/>
            </a:prstTxWarp>
          </a:bodyPr>
          <a:lstStyle/>
          <a:p>
            <a:pPr lvl="0"/>
            <a:r>
              <a:rPr lang="zh-CN" altLang="en-US" smtClean="0"/>
              <a:t>单击此处编辑母版标题样式</a:t>
            </a:r>
          </a:p>
        </p:txBody>
      </p:sp>
      <p:sp>
        <p:nvSpPr>
          <p:cNvPr id="1031" name="Rectangle 21"/>
          <p:cNvSpPr>
            <a:spLocks noChangeArrowheads="1"/>
          </p:cNvSpPr>
          <p:nvPr/>
        </p:nvSpPr>
        <p:spPr bwMode="auto">
          <a:xfrm>
            <a:off x="5191418" y="6440391"/>
            <a:ext cx="1564415" cy="26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z="1200" smtClean="0">
                <a:solidFill>
                  <a:srgbClr val="000000"/>
                </a:solidFill>
                <a:latin typeface="FrutigerNext LT Bold" panose="020B0803040504020204" pitchFamily="34" charset="0"/>
              </a:rPr>
              <a:t>Huawei Confidential </a:t>
            </a:r>
          </a:p>
        </p:txBody>
      </p:sp>
      <p:sp>
        <p:nvSpPr>
          <p:cNvPr id="1032" name="Rectangle 22"/>
          <p:cNvSpPr>
            <a:spLocks noChangeArrowheads="1"/>
          </p:cNvSpPr>
          <p:nvPr/>
        </p:nvSpPr>
        <p:spPr bwMode="auto">
          <a:xfrm>
            <a:off x="-2544895" y="528760"/>
            <a:ext cx="2460207" cy="5308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英文标题</a:t>
            </a:r>
            <a:r>
              <a:rPr lang="en-US" altLang="zh-CN" sz="1100" smtClean="0">
                <a:solidFill>
                  <a:srgbClr val="FFFFFF"/>
                </a:solidFill>
                <a:latin typeface="Arial" panose="020B0604020202020204" pitchFamily="34" charset="0"/>
                <a:ea typeface="华文细黑" panose="02010600040101010101" pitchFamily="2" charset="-122"/>
              </a:rPr>
              <a:t>:32-35pt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 R153 G0 B0</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内部使用字体 </a:t>
            </a:r>
            <a:r>
              <a:rPr lang="en-US" altLang="zh-CN" sz="1100" smtClean="0">
                <a:solidFill>
                  <a:srgbClr val="FFFFFF"/>
                </a:solidFill>
                <a:ea typeface="华文细黑" panose="02010600040101010101" pitchFamily="2" charset="-122"/>
              </a:rPr>
              <a: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en-US" altLang="zh-CN" sz="1100" smtClean="0">
                <a:solidFill>
                  <a:srgbClr val="FFFFFF"/>
                </a:solidFill>
                <a:ea typeface="华文细黑" panose="02010600040101010101" pitchFamily="2" charset="-122"/>
              </a:rPr>
              <a:t>FrutigerNext LT Medium</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外部使用字体 </a:t>
            </a:r>
            <a:r>
              <a:rPr lang="en-US" altLang="zh-CN" sz="1100" smtClean="0">
                <a:solidFill>
                  <a:srgbClr val="FFFFFF"/>
                </a:solidFill>
                <a:ea typeface="华文细黑" panose="02010600040101010101" pitchFamily="2" charset="-122"/>
              </a:rPr>
              <a:t>: Arial</a:t>
            </a:r>
          </a:p>
          <a:p>
            <a:pPr algn="r" fontAlgn="base">
              <a:lnSpc>
                <a:spcPct val="7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中文标题</a:t>
            </a:r>
            <a:r>
              <a:rPr lang="en-US" altLang="zh-CN" sz="1100" smtClean="0">
                <a:solidFill>
                  <a:srgbClr val="FFFFFF"/>
                </a:solidFill>
                <a:latin typeface="Arial" panose="020B0604020202020204" pitchFamily="34" charset="0"/>
                <a:ea typeface="华文细黑" panose="02010600040101010101" pitchFamily="2" charset="-122"/>
              </a:rPr>
              <a:t>:30-32pt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 R153 G0 B0</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黑体</a:t>
            </a: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英文正文</a:t>
            </a:r>
            <a:r>
              <a:rPr lang="en-US" altLang="zh-CN" sz="1100" smtClean="0">
                <a:solidFill>
                  <a:srgbClr val="FFFFFF"/>
                </a:solidFill>
                <a:latin typeface="Arial" panose="020B0604020202020204" pitchFamily="34" charset="0"/>
                <a:ea typeface="华文细黑" panose="02010600040101010101" pitchFamily="2" charset="-122"/>
              </a:rPr>
              <a:t>:20-22pt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子目录 </a:t>
            </a:r>
            <a:r>
              <a:rPr lang="en-US" altLang="zh-CN" sz="1100" smtClean="0">
                <a:solidFill>
                  <a:srgbClr val="FFFFFF"/>
                </a:solidFill>
                <a:latin typeface="Arial" panose="020B0604020202020204" pitchFamily="34" charset="0"/>
                <a:ea typeface="华文细黑" panose="02010600040101010101" pitchFamily="2" charset="-122"/>
              </a:rPr>
              <a:t>(2-5</a:t>
            </a:r>
            <a:r>
              <a:rPr lang="zh-CN" altLang="en-US" sz="1100" smtClean="0">
                <a:solidFill>
                  <a:srgbClr val="FFFFFF"/>
                </a:solidFill>
                <a:latin typeface="Arial" panose="020B0604020202020204" pitchFamily="34" charset="0"/>
                <a:ea typeface="华文细黑" panose="02010600040101010101" pitchFamily="2" charset="-122"/>
              </a:rPr>
              <a:t>级</a:t>
            </a:r>
            <a:r>
              <a:rPr lang="en-US" altLang="zh-CN" sz="1100" smtClean="0">
                <a:solidFill>
                  <a:srgbClr val="FFFFFF"/>
                </a:solidFill>
                <a:latin typeface="Arial" panose="020B0604020202020204" pitchFamily="34" charset="0"/>
                <a:ea typeface="华文细黑" panose="02010600040101010101" pitchFamily="2" charset="-122"/>
              </a:rPr>
              <a:t>) :18pt  </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黑色</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内部使用字体 </a:t>
            </a:r>
            <a:r>
              <a:rPr lang="en-US" altLang="zh-CN" sz="1100" smtClean="0">
                <a:solidFill>
                  <a:srgbClr val="FFFFFF"/>
                </a:solidFill>
                <a:ea typeface="华文细黑" panose="02010600040101010101" pitchFamily="2" charset="-122"/>
              </a:rPr>
              <a: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en-US" altLang="zh-CN" sz="1100" smtClean="0">
                <a:solidFill>
                  <a:srgbClr val="FFFFFF"/>
                </a:solidFill>
                <a:ea typeface="华文细黑" panose="02010600040101010101" pitchFamily="2" charset="-122"/>
              </a:rPr>
              <a:t>FrutigerNext LT Regular</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外部使用字体 </a:t>
            </a:r>
            <a:r>
              <a:rPr lang="en-US" altLang="zh-CN" sz="1100" smtClean="0">
                <a:solidFill>
                  <a:srgbClr val="FFFFFF"/>
                </a:solidFill>
                <a:ea typeface="华文细黑" panose="02010600040101010101" pitchFamily="2" charset="-122"/>
              </a:rPr>
              <a:t>: Arial</a:t>
            </a:r>
          </a:p>
          <a:p>
            <a:pPr algn="r" fontAlgn="base">
              <a:lnSpc>
                <a:spcPct val="7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中文正文</a:t>
            </a:r>
            <a:r>
              <a:rPr lang="en-US" altLang="zh-CN" sz="1100" smtClean="0">
                <a:solidFill>
                  <a:srgbClr val="FFFFFF"/>
                </a:solidFill>
                <a:latin typeface="Arial" panose="020B0604020202020204" pitchFamily="34" charset="0"/>
                <a:ea typeface="华文细黑" panose="02010600040101010101" pitchFamily="2" charset="-122"/>
              </a:rPr>
              <a:t>:18-20pt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子目录</a:t>
            </a:r>
            <a:r>
              <a:rPr lang="en-US" altLang="zh-CN" sz="1100" smtClean="0">
                <a:solidFill>
                  <a:srgbClr val="FFFFFF"/>
                </a:solidFill>
                <a:latin typeface="Arial" panose="020B0604020202020204" pitchFamily="34" charset="0"/>
                <a:ea typeface="华文细黑" panose="02010600040101010101" pitchFamily="2" charset="-122"/>
              </a:rPr>
              <a:t>(2-5</a:t>
            </a:r>
            <a:r>
              <a:rPr lang="zh-CN" altLang="en-US" sz="1100" smtClean="0">
                <a:solidFill>
                  <a:srgbClr val="FFFFFF"/>
                </a:solidFill>
                <a:latin typeface="Arial" panose="020B0604020202020204" pitchFamily="34" charset="0"/>
                <a:ea typeface="华文细黑" panose="02010600040101010101" pitchFamily="2" charset="-122"/>
              </a:rPr>
              <a:t>级</a:t>
            </a:r>
            <a:r>
              <a:rPr lang="en-US" altLang="zh-CN" sz="1100" smtClean="0">
                <a:solidFill>
                  <a:srgbClr val="FFFFFF"/>
                </a:solidFill>
                <a:latin typeface="Arial" panose="020B0604020202020204" pitchFamily="34" charset="0"/>
                <a:ea typeface="华文细黑" panose="02010600040101010101" pitchFamily="2" charset="-122"/>
              </a:rPr>
              <a:t>):18pt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黑色</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细黑体 </a:t>
            </a: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000000"/>
              </a:solidFill>
              <a:latin typeface="Arial" panose="020B0604020202020204" pitchFamily="34" charset="0"/>
              <a:ea typeface="华文细黑" panose="02010600040101010101" pitchFamily="2" charset="-122"/>
            </a:endParaRPr>
          </a:p>
        </p:txBody>
      </p:sp>
      <p:sp>
        <p:nvSpPr>
          <p:cNvPr id="1033" name="Rectangle 62"/>
          <p:cNvSpPr>
            <a:spLocks noChangeArrowheads="1"/>
          </p:cNvSpPr>
          <p:nvPr/>
        </p:nvSpPr>
        <p:spPr bwMode="auto">
          <a:xfrm>
            <a:off x="12269279" y="1424318"/>
            <a:ext cx="1399480" cy="200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配色参考方案：</a:t>
            </a:r>
          </a:p>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建议同一页面内不超过四种颜色，以下是</a:t>
            </a:r>
            <a:r>
              <a:rPr lang="en-US" altLang="zh-CN" sz="1100" smtClean="0">
                <a:solidFill>
                  <a:srgbClr val="FFFFFF"/>
                </a:solidFill>
                <a:latin typeface="华文细黑" panose="02010600040101010101" pitchFamily="2" charset="-122"/>
                <a:ea typeface="华文细黑" panose="02010600040101010101" pitchFamily="2" charset="-122"/>
              </a:rPr>
              <a:t>13</a:t>
            </a:r>
            <a:r>
              <a:rPr lang="zh-CN" altLang="en-US" sz="1100" smtClean="0">
                <a:solidFill>
                  <a:srgbClr val="FFFFFF"/>
                </a:solidFill>
                <a:latin typeface="华文细黑" panose="02010600040101010101" pitchFamily="2" charset="-122"/>
                <a:ea typeface="华文细黑" panose="02010600040101010101" pitchFamily="2" charset="-122"/>
              </a:rPr>
              <a:t>组配色方案，同一页面内只选择一组使用。（仅供参考）</a:t>
            </a:r>
          </a:p>
          <a:p>
            <a:pP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zh-CN" altLang="en-US" sz="1100" smtClean="0">
              <a:solidFill>
                <a:srgbClr val="FFFFFF"/>
              </a:solidFill>
              <a:latin typeface="华文细黑" panose="02010600040101010101" pitchFamily="2" charset="-122"/>
              <a:ea typeface="华文细黑" panose="02010600040101010101" pitchFamily="2" charset="-122"/>
            </a:endParaRPr>
          </a:p>
        </p:txBody>
      </p:sp>
      <p:sp>
        <p:nvSpPr>
          <p:cNvPr id="1034" name="Rectangle 65"/>
          <p:cNvSpPr>
            <a:spLocks noChangeArrowheads="1"/>
          </p:cNvSpPr>
          <p:nvPr/>
        </p:nvSpPr>
        <p:spPr bwMode="auto">
          <a:xfrm>
            <a:off x="12269279" y="-61927"/>
            <a:ext cx="1399480" cy="838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客户或者合作伙伴的标志放在右上角</a:t>
            </a:r>
            <a:r>
              <a:rPr lang="en-US" altLang="zh-CN" sz="1100" smtClean="0">
                <a:solidFill>
                  <a:srgbClr val="FFFFFF"/>
                </a:solidFill>
                <a:latin typeface="华文细黑" panose="02010600040101010101" pitchFamily="2" charset="-122"/>
                <a:ea typeface="华文细黑" panose="02010600040101010101" pitchFamily="2" charset="-122"/>
              </a:rPr>
              <a:t>.</a:t>
            </a:r>
          </a:p>
          <a:p>
            <a:pP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zh-CN" altLang="en-US" sz="1100" smtClean="0">
              <a:solidFill>
                <a:srgbClr val="FFFFFF"/>
              </a:solidFill>
              <a:latin typeface="华文细黑" panose="02010600040101010101" pitchFamily="2" charset="-122"/>
              <a:ea typeface="华文细黑" panose="02010600040101010101" pitchFamily="2" charset="-122"/>
            </a:endParaRPr>
          </a:p>
        </p:txBody>
      </p:sp>
      <p:sp>
        <p:nvSpPr>
          <p:cNvPr id="1035" name="Rectangle 68"/>
          <p:cNvSpPr>
            <a:spLocks noGrp="1" noChangeArrowheads="1"/>
          </p:cNvSpPr>
          <p:nvPr>
            <p:ph type="body" idx="1"/>
          </p:nvPr>
        </p:nvSpPr>
        <p:spPr bwMode="auto">
          <a:xfrm>
            <a:off x="870177" y="1641856"/>
            <a:ext cx="10575503" cy="4195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152" tIns="40076" rIns="80152" bIns="40076"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36" name="Rectangle 80"/>
          <p:cNvSpPr>
            <a:spLocks noChangeArrowheads="1"/>
          </p:cNvSpPr>
          <p:nvPr/>
        </p:nvSpPr>
        <p:spPr bwMode="auto">
          <a:xfrm>
            <a:off x="12362436" y="5037132"/>
            <a:ext cx="1225868" cy="277047"/>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91446" tIns="45723" rIns="91446" bIns="45723" anchor="ctr">
            <a:spAutoFit/>
          </a:bodyP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nvGrpSpPr>
          <p:cNvPr id="1037" name="Group 81"/>
          <p:cNvGrpSpPr>
            <a:grpSpLocks/>
          </p:cNvGrpSpPr>
          <p:nvPr/>
        </p:nvGrpSpPr>
        <p:grpSpPr bwMode="auto">
          <a:xfrm>
            <a:off x="12476766" y="3790241"/>
            <a:ext cx="986624" cy="182604"/>
            <a:chOff x="5893" y="2387"/>
            <a:chExt cx="466" cy="115"/>
          </a:xfrm>
        </p:grpSpPr>
        <p:sp>
          <p:nvSpPr>
            <p:cNvPr id="1099" name="Rectangle 82"/>
            <p:cNvSpPr>
              <a:spLocks noChangeArrowheads="1"/>
            </p:cNvSpPr>
            <p:nvPr userDrawn="1"/>
          </p:nvSpPr>
          <p:spPr bwMode="auto">
            <a:xfrm flipV="1">
              <a:off x="6010" y="2387"/>
              <a:ext cx="116"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100" name="Rectangle 83"/>
            <p:cNvSpPr>
              <a:spLocks noChangeArrowheads="1"/>
            </p:cNvSpPr>
            <p:nvPr userDrawn="1"/>
          </p:nvSpPr>
          <p:spPr bwMode="auto">
            <a:xfrm flipV="1">
              <a:off x="6126" y="2387"/>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101" name="Rectangle 84"/>
            <p:cNvSpPr>
              <a:spLocks noChangeArrowheads="1"/>
            </p:cNvSpPr>
            <p:nvPr userDrawn="1"/>
          </p:nvSpPr>
          <p:spPr bwMode="auto">
            <a:xfrm flipV="1">
              <a:off x="6242" y="2387"/>
              <a:ext cx="117" cy="115"/>
            </a:xfrm>
            <a:prstGeom prst="rect">
              <a:avLst/>
            </a:prstGeom>
            <a:solidFill>
              <a:srgbClr val="99660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102" name="Rectangle 85"/>
            <p:cNvSpPr>
              <a:spLocks noChangeArrowheads="1"/>
            </p:cNvSpPr>
            <p:nvPr userDrawn="1"/>
          </p:nvSpPr>
          <p:spPr bwMode="auto">
            <a:xfrm flipV="1">
              <a:off x="5893" y="2387"/>
              <a:ext cx="117"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38" name="Group 86"/>
          <p:cNvGrpSpPr>
            <a:grpSpLocks/>
          </p:cNvGrpSpPr>
          <p:nvPr/>
        </p:nvGrpSpPr>
        <p:grpSpPr bwMode="auto">
          <a:xfrm>
            <a:off x="12476766" y="4006191"/>
            <a:ext cx="986624" cy="182604"/>
            <a:chOff x="5893" y="2523"/>
            <a:chExt cx="466" cy="115"/>
          </a:xfrm>
        </p:grpSpPr>
        <p:sp>
          <p:nvSpPr>
            <p:cNvPr id="1095" name="Rectangle 87"/>
            <p:cNvSpPr>
              <a:spLocks noChangeArrowheads="1"/>
            </p:cNvSpPr>
            <p:nvPr userDrawn="1"/>
          </p:nvSpPr>
          <p:spPr bwMode="auto">
            <a:xfrm flipV="1">
              <a:off x="6010" y="2523"/>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6" name="Rectangle 88"/>
            <p:cNvSpPr>
              <a:spLocks noChangeArrowheads="1"/>
            </p:cNvSpPr>
            <p:nvPr userDrawn="1"/>
          </p:nvSpPr>
          <p:spPr bwMode="auto">
            <a:xfrm flipV="1">
              <a:off x="6126" y="2523"/>
              <a:ext cx="116"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7" name="Rectangle 89"/>
            <p:cNvSpPr>
              <a:spLocks noChangeArrowheads="1"/>
            </p:cNvSpPr>
            <p:nvPr userDrawn="1"/>
          </p:nvSpPr>
          <p:spPr bwMode="auto">
            <a:xfrm flipV="1">
              <a:off x="6242" y="2523"/>
              <a:ext cx="117"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8" name="Rectangle 90"/>
            <p:cNvSpPr>
              <a:spLocks noChangeArrowheads="1"/>
            </p:cNvSpPr>
            <p:nvPr userDrawn="1"/>
          </p:nvSpPr>
          <p:spPr bwMode="auto">
            <a:xfrm flipV="1">
              <a:off x="5893" y="2523"/>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39" name="Group 91"/>
          <p:cNvGrpSpPr>
            <a:grpSpLocks/>
          </p:cNvGrpSpPr>
          <p:nvPr/>
        </p:nvGrpSpPr>
        <p:grpSpPr bwMode="auto">
          <a:xfrm>
            <a:off x="12476766" y="4222141"/>
            <a:ext cx="986624" cy="182604"/>
            <a:chOff x="5893" y="2659"/>
            <a:chExt cx="466" cy="115"/>
          </a:xfrm>
        </p:grpSpPr>
        <p:sp>
          <p:nvSpPr>
            <p:cNvPr id="1091" name="Rectangle 92"/>
            <p:cNvSpPr>
              <a:spLocks noChangeArrowheads="1"/>
            </p:cNvSpPr>
            <p:nvPr userDrawn="1"/>
          </p:nvSpPr>
          <p:spPr bwMode="auto">
            <a:xfrm flipV="1">
              <a:off x="6010" y="2659"/>
              <a:ext cx="116"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2" name="Rectangle 93"/>
            <p:cNvSpPr>
              <a:spLocks noChangeArrowheads="1"/>
            </p:cNvSpPr>
            <p:nvPr userDrawn="1"/>
          </p:nvSpPr>
          <p:spPr bwMode="auto">
            <a:xfrm flipV="1">
              <a:off x="6126" y="2659"/>
              <a:ext cx="116" cy="115"/>
            </a:xfrm>
            <a:prstGeom prst="rect">
              <a:avLst/>
            </a:prstGeom>
            <a:solidFill>
              <a:srgbClr val="00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3" name="Rectangle 94"/>
            <p:cNvSpPr>
              <a:spLocks noChangeArrowheads="1"/>
            </p:cNvSpPr>
            <p:nvPr userDrawn="1"/>
          </p:nvSpPr>
          <p:spPr bwMode="auto">
            <a:xfrm flipV="1">
              <a:off x="6242" y="2659"/>
              <a:ext cx="117"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4" name="Rectangle 95"/>
            <p:cNvSpPr>
              <a:spLocks noChangeArrowheads="1"/>
            </p:cNvSpPr>
            <p:nvPr userDrawn="1"/>
          </p:nvSpPr>
          <p:spPr bwMode="auto">
            <a:xfrm flipV="1">
              <a:off x="5893" y="2659"/>
              <a:ext cx="117"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0" name="Group 96"/>
          <p:cNvGrpSpPr>
            <a:grpSpLocks/>
          </p:cNvGrpSpPr>
          <p:nvPr/>
        </p:nvGrpSpPr>
        <p:grpSpPr bwMode="auto">
          <a:xfrm>
            <a:off x="12476766" y="3574290"/>
            <a:ext cx="986624" cy="188956"/>
            <a:chOff x="5893" y="2251"/>
            <a:chExt cx="466" cy="119"/>
          </a:xfrm>
        </p:grpSpPr>
        <p:sp>
          <p:nvSpPr>
            <p:cNvPr id="1087" name="Rectangle 97"/>
            <p:cNvSpPr>
              <a:spLocks noChangeArrowheads="1"/>
            </p:cNvSpPr>
            <p:nvPr userDrawn="1"/>
          </p:nvSpPr>
          <p:spPr bwMode="auto">
            <a:xfrm flipV="1">
              <a:off x="6126" y="2251"/>
              <a:ext cx="116" cy="119"/>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8" name="Rectangle 98"/>
            <p:cNvSpPr>
              <a:spLocks noChangeArrowheads="1"/>
            </p:cNvSpPr>
            <p:nvPr userDrawn="1"/>
          </p:nvSpPr>
          <p:spPr bwMode="auto">
            <a:xfrm flipV="1">
              <a:off x="6242" y="2251"/>
              <a:ext cx="117" cy="119"/>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9" name="Rectangle 99"/>
            <p:cNvSpPr>
              <a:spLocks noChangeArrowheads="1"/>
            </p:cNvSpPr>
            <p:nvPr userDrawn="1"/>
          </p:nvSpPr>
          <p:spPr bwMode="auto">
            <a:xfrm flipV="1">
              <a:off x="5893" y="2251"/>
              <a:ext cx="117" cy="119"/>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90" name="Rectangle 100"/>
            <p:cNvSpPr>
              <a:spLocks noChangeArrowheads="1"/>
            </p:cNvSpPr>
            <p:nvPr userDrawn="1"/>
          </p:nvSpPr>
          <p:spPr bwMode="auto">
            <a:xfrm flipV="1">
              <a:off x="6010" y="2251"/>
              <a:ext cx="116" cy="119"/>
            </a:xfrm>
            <a:prstGeom prst="rect">
              <a:avLst/>
            </a:prstGeom>
            <a:solidFill>
              <a:srgbClr val="66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1" name="Group 101"/>
          <p:cNvGrpSpPr>
            <a:grpSpLocks/>
          </p:cNvGrpSpPr>
          <p:nvPr/>
        </p:nvGrpSpPr>
        <p:grpSpPr bwMode="auto">
          <a:xfrm>
            <a:off x="12476766" y="4582587"/>
            <a:ext cx="986624" cy="182605"/>
            <a:chOff x="5893" y="2886"/>
            <a:chExt cx="466" cy="115"/>
          </a:xfrm>
        </p:grpSpPr>
        <p:sp>
          <p:nvSpPr>
            <p:cNvPr id="1083" name="Rectangle 102"/>
            <p:cNvSpPr>
              <a:spLocks noChangeArrowheads="1"/>
            </p:cNvSpPr>
            <p:nvPr userDrawn="1"/>
          </p:nvSpPr>
          <p:spPr bwMode="auto">
            <a:xfrm flipV="1">
              <a:off x="6010" y="2886"/>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4" name="Rectangle 103"/>
            <p:cNvSpPr>
              <a:spLocks noChangeArrowheads="1"/>
            </p:cNvSpPr>
            <p:nvPr userDrawn="1"/>
          </p:nvSpPr>
          <p:spPr bwMode="auto">
            <a:xfrm flipV="1">
              <a:off x="6126" y="2886"/>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5" name="Rectangle 104"/>
            <p:cNvSpPr>
              <a:spLocks noChangeArrowheads="1"/>
            </p:cNvSpPr>
            <p:nvPr userDrawn="1"/>
          </p:nvSpPr>
          <p:spPr bwMode="auto">
            <a:xfrm flipV="1">
              <a:off x="6242" y="2886"/>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6" name="Rectangle 105"/>
            <p:cNvSpPr>
              <a:spLocks noChangeArrowheads="1"/>
            </p:cNvSpPr>
            <p:nvPr userDrawn="1"/>
          </p:nvSpPr>
          <p:spPr bwMode="auto">
            <a:xfrm flipV="1">
              <a:off x="5893" y="2886"/>
              <a:ext cx="117" cy="11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2" name="Group 106"/>
          <p:cNvGrpSpPr>
            <a:grpSpLocks/>
          </p:cNvGrpSpPr>
          <p:nvPr/>
        </p:nvGrpSpPr>
        <p:grpSpPr bwMode="auto">
          <a:xfrm>
            <a:off x="12476766" y="4798537"/>
            <a:ext cx="986624" cy="182605"/>
            <a:chOff x="5893" y="3022"/>
            <a:chExt cx="466" cy="115"/>
          </a:xfrm>
        </p:grpSpPr>
        <p:sp>
          <p:nvSpPr>
            <p:cNvPr id="1079" name="Rectangle 107"/>
            <p:cNvSpPr>
              <a:spLocks noChangeArrowheads="1"/>
            </p:cNvSpPr>
            <p:nvPr userDrawn="1"/>
          </p:nvSpPr>
          <p:spPr bwMode="auto">
            <a:xfrm flipV="1">
              <a:off x="6010" y="3022"/>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0" name="Rectangle 108"/>
            <p:cNvSpPr>
              <a:spLocks noChangeArrowheads="1"/>
            </p:cNvSpPr>
            <p:nvPr userDrawn="1"/>
          </p:nvSpPr>
          <p:spPr bwMode="auto">
            <a:xfrm flipV="1">
              <a:off x="6126" y="3022"/>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1" name="Rectangle 109"/>
            <p:cNvSpPr>
              <a:spLocks noChangeArrowheads="1"/>
            </p:cNvSpPr>
            <p:nvPr userDrawn="1"/>
          </p:nvSpPr>
          <p:spPr bwMode="auto">
            <a:xfrm flipV="1">
              <a:off x="6242" y="3022"/>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82" name="Rectangle 110"/>
            <p:cNvSpPr>
              <a:spLocks noChangeArrowheads="1"/>
            </p:cNvSpPr>
            <p:nvPr userDrawn="1"/>
          </p:nvSpPr>
          <p:spPr bwMode="auto">
            <a:xfrm flipV="1">
              <a:off x="5893" y="3022"/>
              <a:ext cx="117" cy="115"/>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3" name="Group 111"/>
          <p:cNvGrpSpPr>
            <a:grpSpLocks/>
          </p:cNvGrpSpPr>
          <p:nvPr/>
        </p:nvGrpSpPr>
        <p:grpSpPr bwMode="auto">
          <a:xfrm>
            <a:off x="12476766" y="5014486"/>
            <a:ext cx="986624" cy="182605"/>
            <a:chOff x="5893" y="3158"/>
            <a:chExt cx="466" cy="115"/>
          </a:xfrm>
        </p:grpSpPr>
        <p:sp>
          <p:nvSpPr>
            <p:cNvPr id="1075" name="Rectangle 112"/>
            <p:cNvSpPr>
              <a:spLocks noChangeArrowheads="1"/>
            </p:cNvSpPr>
            <p:nvPr userDrawn="1"/>
          </p:nvSpPr>
          <p:spPr bwMode="auto">
            <a:xfrm flipV="1">
              <a:off x="6010" y="3158"/>
              <a:ext cx="116"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6" name="Rectangle 113"/>
            <p:cNvSpPr>
              <a:spLocks noChangeArrowheads="1"/>
            </p:cNvSpPr>
            <p:nvPr userDrawn="1"/>
          </p:nvSpPr>
          <p:spPr bwMode="auto">
            <a:xfrm flipV="1">
              <a:off x="6126" y="3158"/>
              <a:ext cx="116"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7" name="Rectangle 114"/>
            <p:cNvSpPr>
              <a:spLocks noChangeArrowheads="1"/>
            </p:cNvSpPr>
            <p:nvPr userDrawn="1"/>
          </p:nvSpPr>
          <p:spPr bwMode="auto">
            <a:xfrm flipV="1">
              <a:off x="6242" y="3158"/>
              <a:ext cx="117"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8" name="Rectangle 115"/>
            <p:cNvSpPr>
              <a:spLocks noChangeArrowheads="1"/>
            </p:cNvSpPr>
            <p:nvPr userDrawn="1"/>
          </p:nvSpPr>
          <p:spPr bwMode="auto">
            <a:xfrm flipV="1">
              <a:off x="5893" y="3158"/>
              <a:ext cx="117" cy="115"/>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4" name="Group 116"/>
          <p:cNvGrpSpPr>
            <a:grpSpLocks/>
          </p:cNvGrpSpPr>
          <p:nvPr/>
        </p:nvGrpSpPr>
        <p:grpSpPr bwMode="auto">
          <a:xfrm>
            <a:off x="12476766" y="5374932"/>
            <a:ext cx="986624" cy="182604"/>
            <a:chOff x="5893" y="3385"/>
            <a:chExt cx="466" cy="115"/>
          </a:xfrm>
        </p:grpSpPr>
        <p:sp>
          <p:nvSpPr>
            <p:cNvPr id="1071" name="Rectangle 117"/>
            <p:cNvSpPr>
              <a:spLocks noChangeArrowheads="1"/>
            </p:cNvSpPr>
            <p:nvPr userDrawn="1"/>
          </p:nvSpPr>
          <p:spPr bwMode="auto">
            <a:xfrm flipV="1">
              <a:off x="6010" y="3385"/>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2" name="Rectangle 118"/>
            <p:cNvSpPr>
              <a:spLocks noChangeArrowheads="1"/>
            </p:cNvSpPr>
            <p:nvPr userDrawn="1"/>
          </p:nvSpPr>
          <p:spPr bwMode="auto">
            <a:xfrm flipV="1">
              <a:off x="6126" y="3385"/>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3" name="Rectangle 119"/>
            <p:cNvSpPr>
              <a:spLocks noChangeArrowheads="1"/>
            </p:cNvSpPr>
            <p:nvPr userDrawn="1"/>
          </p:nvSpPr>
          <p:spPr bwMode="auto">
            <a:xfrm flipV="1">
              <a:off x="6242" y="3385"/>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4" name="Rectangle 120"/>
            <p:cNvSpPr>
              <a:spLocks noChangeArrowheads="1"/>
            </p:cNvSpPr>
            <p:nvPr userDrawn="1"/>
          </p:nvSpPr>
          <p:spPr bwMode="auto">
            <a:xfrm flipV="1">
              <a:off x="5893" y="3385"/>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5" name="Group 121"/>
          <p:cNvGrpSpPr>
            <a:grpSpLocks/>
          </p:cNvGrpSpPr>
          <p:nvPr/>
        </p:nvGrpSpPr>
        <p:grpSpPr bwMode="auto">
          <a:xfrm>
            <a:off x="12476766" y="5590882"/>
            <a:ext cx="986624" cy="182604"/>
            <a:chOff x="5893" y="3521"/>
            <a:chExt cx="466" cy="115"/>
          </a:xfrm>
        </p:grpSpPr>
        <p:sp>
          <p:nvSpPr>
            <p:cNvPr id="1067" name="Rectangle 122"/>
            <p:cNvSpPr>
              <a:spLocks noChangeArrowheads="1"/>
            </p:cNvSpPr>
            <p:nvPr userDrawn="1"/>
          </p:nvSpPr>
          <p:spPr bwMode="auto">
            <a:xfrm flipV="1">
              <a:off x="6010" y="3521"/>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8" name="Rectangle 123"/>
            <p:cNvSpPr>
              <a:spLocks noChangeArrowheads="1"/>
            </p:cNvSpPr>
            <p:nvPr userDrawn="1"/>
          </p:nvSpPr>
          <p:spPr bwMode="auto">
            <a:xfrm flipV="1">
              <a:off x="6126" y="3521"/>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9" name="Rectangle 124"/>
            <p:cNvSpPr>
              <a:spLocks noChangeArrowheads="1"/>
            </p:cNvSpPr>
            <p:nvPr userDrawn="1"/>
          </p:nvSpPr>
          <p:spPr bwMode="auto">
            <a:xfrm flipV="1">
              <a:off x="6242" y="3521"/>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70" name="Rectangle 125"/>
            <p:cNvSpPr>
              <a:spLocks noChangeArrowheads="1"/>
            </p:cNvSpPr>
            <p:nvPr userDrawn="1"/>
          </p:nvSpPr>
          <p:spPr bwMode="auto">
            <a:xfrm flipV="1">
              <a:off x="5893" y="3521"/>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6" name="Group 126"/>
          <p:cNvGrpSpPr>
            <a:grpSpLocks/>
          </p:cNvGrpSpPr>
          <p:nvPr/>
        </p:nvGrpSpPr>
        <p:grpSpPr bwMode="auto">
          <a:xfrm>
            <a:off x="12476766" y="5806832"/>
            <a:ext cx="986624" cy="182604"/>
            <a:chOff x="5893" y="3657"/>
            <a:chExt cx="466" cy="115"/>
          </a:xfrm>
        </p:grpSpPr>
        <p:sp>
          <p:nvSpPr>
            <p:cNvPr id="1063" name="Rectangle 127"/>
            <p:cNvSpPr>
              <a:spLocks noChangeArrowheads="1"/>
            </p:cNvSpPr>
            <p:nvPr userDrawn="1"/>
          </p:nvSpPr>
          <p:spPr bwMode="auto">
            <a:xfrm flipV="1">
              <a:off x="6010" y="3657"/>
              <a:ext cx="116"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4" name="Rectangle 128"/>
            <p:cNvSpPr>
              <a:spLocks noChangeArrowheads="1"/>
            </p:cNvSpPr>
            <p:nvPr userDrawn="1"/>
          </p:nvSpPr>
          <p:spPr bwMode="auto">
            <a:xfrm flipV="1">
              <a:off x="6126" y="3657"/>
              <a:ext cx="116"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5" name="Rectangle 129"/>
            <p:cNvSpPr>
              <a:spLocks noChangeArrowheads="1"/>
            </p:cNvSpPr>
            <p:nvPr userDrawn="1"/>
          </p:nvSpPr>
          <p:spPr bwMode="auto">
            <a:xfrm flipV="1">
              <a:off x="6242" y="3657"/>
              <a:ext cx="117"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6" name="Rectangle 130"/>
            <p:cNvSpPr>
              <a:spLocks noChangeArrowheads="1"/>
            </p:cNvSpPr>
            <p:nvPr userDrawn="1"/>
          </p:nvSpPr>
          <p:spPr bwMode="auto">
            <a:xfrm flipV="1">
              <a:off x="5893" y="3657"/>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7" name="Group 131"/>
          <p:cNvGrpSpPr>
            <a:grpSpLocks/>
          </p:cNvGrpSpPr>
          <p:nvPr/>
        </p:nvGrpSpPr>
        <p:grpSpPr bwMode="auto">
          <a:xfrm>
            <a:off x="12476766" y="6167278"/>
            <a:ext cx="986624" cy="182605"/>
            <a:chOff x="5893" y="3884"/>
            <a:chExt cx="466" cy="115"/>
          </a:xfrm>
        </p:grpSpPr>
        <p:sp>
          <p:nvSpPr>
            <p:cNvPr id="1059" name="Rectangle 132"/>
            <p:cNvSpPr>
              <a:spLocks noChangeArrowheads="1"/>
            </p:cNvSpPr>
            <p:nvPr userDrawn="1"/>
          </p:nvSpPr>
          <p:spPr bwMode="auto">
            <a:xfrm flipV="1">
              <a:off x="6010" y="3884"/>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0" name="Rectangle 133"/>
            <p:cNvSpPr>
              <a:spLocks noChangeArrowheads="1"/>
            </p:cNvSpPr>
            <p:nvPr userDrawn="1"/>
          </p:nvSpPr>
          <p:spPr bwMode="auto">
            <a:xfrm flipV="1">
              <a:off x="6126" y="3884"/>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1" name="Rectangle 134"/>
            <p:cNvSpPr>
              <a:spLocks noChangeArrowheads="1"/>
            </p:cNvSpPr>
            <p:nvPr userDrawn="1"/>
          </p:nvSpPr>
          <p:spPr bwMode="auto">
            <a:xfrm flipV="1">
              <a:off x="6242" y="3884"/>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62" name="Rectangle 135"/>
            <p:cNvSpPr>
              <a:spLocks noChangeArrowheads="1"/>
            </p:cNvSpPr>
            <p:nvPr userDrawn="1"/>
          </p:nvSpPr>
          <p:spPr bwMode="auto">
            <a:xfrm flipV="1">
              <a:off x="5893" y="3884"/>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8" name="Group 136"/>
          <p:cNvGrpSpPr>
            <a:grpSpLocks/>
          </p:cNvGrpSpPr>
          <p:nvPr/>
        </p:nvGrpSpPr>
        <p:grpSpPr bwMode="auto">
          <a:xfrm>
            <a:off x="12476766" y="6392756"/>
            <a:ext cx="986624" cy="182605"/>
            <a:chOff x="5893" y="4026"/>
            <a:chExt cx="466" cy="115"/>
          </a:xfrm>
        </p:grpSpPr>
        <p:sp>
          <p:nvSpPr>
            <p:cNvPr id="1055" name="Rectangle 137"/>
            <p:cNvSpPr>
              <a:spLocks noChangeArrowheads="1"/>
            </p:cNvSpPr>
            <p:nvPr userDrawn="1"/>
          </p:nvSpPr>
          <p:spPr bwMode="auto">
            <a:xfrm flipV="1">
              <a:off x="6010" y="4026"/>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6" name="Rectangle 138"/>
            <p:cNvSpPr>
              <a:spLocks noChangeArrowheads="1"/>
            </p:cNvSpPr>
            <p:nvPr userDrawn="1"/>
          </p:nvSpPr>
          <p:spPr bwMode="auto">
            <a:xfrm flipV="1">
              <a:off x="6126" y="4026"/>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7" name="Rectangle 139"/>
            <p:cNvSpPr>
              <a:spLocks noChangeArrowheads="1"/>
            </p:cNvSpPr>
            <p:nvPr userDrawn="1"/>
          </p:nvSpPr>
          <p:spPr bwMode="auto">
            <a:xfrm flipV="1">
              <a:off x="6242" y="4026"/>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8" name="Rectangle 140"/>
            <p:cNvSpPr>
              <a:spLocks noChangeArrowheads="1"/>
            </p:cNvSpPr>
            <p:nvPr userDrawn="1"/>
          </p:nvSpPr>
          <p:spPr bwMode="auto">
            <a:xfrm flipV="1">
              <a:off x="5893" y="4026"/>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grpSp>
        <p:nvGrpSpPr>
          <p:cNvPr id="1049" name="Group 141"/>
          <p:cNvGrpSpPr>
            <a:grpSpLocks/>
          </p:cNvGrpSpPr>
          <p:nvPr/>
        </p:nvGrpSpPr>
        <p:grpSpPr bwMode="auto">
          <a:xfrm>
            <a:off x="12476766" y="6616645"/>
            <a:ext cx="986624" cy="182604"/>
            <a:chOff x="5893" y="4167"/>
            <a:chExt cx="466" cy="115"/>
          </a:xfrm>
        </p:grpSpPr>
        <p:sp>
          <p:nvSpPr>
            <p:cNvPr id="1051" name="Rectangle 142"/>
            <p:cNvSpPr>
              <a:spLocks noChangeArrowheads="1"/>
            </p:cNvSpPr>
            <p:nvPr userDrawn="1"/>
          </p:nvSpPr>
          <p:spPr bwMode="auto">
            <a:xfrm flipV="1">
              <a:off x="6010" y="4167"/>
              <a:ext cx="116" cy="11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2" name="Rectangle 143"/>
            <p:cNvSpPr>
              <a:spLocks noChangeArrowheads="1"/>
            </p:cNvSpPr>
            <p:nvPr userDrawn="1"/>
          </p:nvSpPr>
          <p:spPr bwMode="auto">
            <a:xfrm flipV="1">
              <a:off x="6126" y="4167"/>
              <a:ext cx="116" cy="11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3" name="Rectangle 144"/>
            <p:cNvSpPr>
              <a:spLocks noChangeArrowheads="1"/>
            </p:cNvSpPr>
            <p:nvPr userDrawn="1"/>
          </p:nvSpPr>
          <p:spPr bwMode="auto">
            <a:xfrm flipV="1">
              <a:off x="6242" y="4167"/>
              <a:ext cx="117" cy="11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sp>
          <p:nvSpPr>
            <p:cNvPr id="1054" name="Rectangle 145"/>
            <p:cNvSpPr>
              <a:spLocks noChangeArrowheads="1"/>
            </p:cNvSpPr>
            <p:nvPr userDrawn="1"/>
          </p:nvSpPr>
          <p:spPr bwMode="auto">
            <a:xfrm flipV="1">
              <a:off x="5893" y="4167"/>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z="1200" smtClean="0">
                <a:solidFill>
                  <a:srgbClr val="FFFFFF"/>
                </a:solidFill>
              </a:endParaRPr>
            </a:p>
          </p:txBody>
        </p:sp>
      </p:grpSp>
      <p:sp>
        <p:nvSpPr>
          <p:cNvPr id="1050" name="Line 146"/>
          <p:cNvSpPr>
            <a:spLocks noChangeShapeType="1"/>
          </p:cNvSpPr>
          <p:nvPr userDrawn="1"/>
        </p:nvSpPr>
        <p:spPr bwMode="auto">
          <a:xfrm flipV="1">
            <a:off x="334520" y="908260"/>
            <a:ext cx="11621410" cy="0"/>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a:lstStyle/>
          <a:p>
            <a:pPr defTabSz="914583" eaLnBrk="0" fontAlgn="base" hangingPunct="0">
              <a:spcBef>
                <a:spcPct val="0"/>
              </a:spcBef>
              <a:spcAft>
                <a:spcPct val="0"/>
              </a:spcAft>
            </a:pPr>
            <a:endParaRPr lang="en-US" sz="1200">
              <a:solidFill>
                <a:srgbClr val="FFFFFF"/>
              </a:solidFill>
              <a:ea typeface="MS PGothic" panose="020B0600070205080204" pitchFamily="34" charset="-128"/>
            </a:endParaRPr>
          </a:p>
        </p:txBody>
      </p:sp>
    </p:spTree>
    <p:extLst>
      <p:ext uri="{BB962C8B-B14F-4D97-AF65-F5344CB8AC3E}">
        <p14:creationId xmlns:p14="http://schemas.microsoft.com/office/powerpoint/2010/main" val="3925345482"/>
      </p:ext>
    </p:extLst>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 id="2147483834" r:id="rId13"/>
    <p:sldLayoutId id="2147483835" r:id="rId14"/>
    <p:sldLayoutId id="2147483836" r:id="rId15"/>
  </p:sldLayoutIdLst>
  <p:hf sldNum="0" hdr="0" ftr="0"/>
  <p:txStyles>
    <p:titleStyle>
      <a:lvl1pPr algn="l" defTabSz="801848" rtl="0" eaLnBrk="0" fontAlgn="base" hangingPunct="0">
        <a:spcBef>
          <a:spcPct val="0"/>
        </a:spcBef>
        <a:spcAft>
          <a:spcPct val="0"/>
        </a:spcAft>
        <a:defRPr sz="3401">
          <a:solidFill>
            <a:srgbClr val="990000"/>
          </a:solidFill>
          <a:latin typeface="+mj-lt"/>
          <a:ea typeface="+mj-ea"/>
          <a:cs typeface="+mj-cs"/>
        </a:defRPr>
      </a:lvl1pPr>
      <a:lvl2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2pPr>
      <a:lvl3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3pPr>
      <a:lvl4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4pPr>
      <a:lvl5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5pPr>
      <a:lvl6pPr marL="457291" algn="l" defTabSz="801848" rtl="0" fontAlgn="base">
        <a:spcBef>
          <a:spcPct val="0"/>
        </a:spcBef>
        <a:spcAft>
          <a:spcPct val="0"/>
        </a:spcAft>
        <a:defRPr sz="3401">
          <a:solidFill>
            <a:srgbClr val="990000"/>
          </a:solidFill>
          <a:latin typeface="FrutigerNext LT Medium" pitchFamily="34" charset="0"/>
          <a:ea typeface="黑体" pitchFamily="2" charset="-122"/>
        </a:defRPr>
      </a:lvl6pPr>
      <a:lvl7pPr marL="914583" algn="l" defTabSz="801848" rtl="0" fontAlgn="base">
        <a:spcBef>
          <a:spcPct val="0"/>
        </a:spcBef>
        <a:spcAft>
          <a:spcPct val="0"/>
        </a:spcAft>
        <a:defRPr sz="3401">
          <a:solidFill>
            <a:srgbClr val="990000"/>
          </a:solidFill>
          <a:latin typeface="FrutigerNext LT Medium" pitchFamily="34" charset="0"/>
          <a:ea typeface="黑体" pitchFamily="2" charset="-122"/>
        </a:defRPr>
      </a:lvl7pPr>
      <a:lvl8pPr marL="1371874" algn="l" defTabSz="801848" rtl="0" fontAlgn="base">
        <a:spcBef>
          <a:spcPct val="0"/>
        </a:spcBef>
        <a:spcAft>
          <a:spcPct val="0"/>
        </a:spcAft>
        <a:defRPr sz="3401">
          <a:solidFill>
            <a:srgbClr val="990000"/>
          </a:solidFill>
          <a:latin typeface="FrutigerNext LT Medium" pitchFamily="34" charset="0"/>
          <a:ea typeface="黑体" pitchFamily="2" charset="-122"/>
        </a:defRPr>
      </a:lvl8pPr>
      <a:lvl9pPr marL="1829166" algn="l" defTabSz="801848" rtl="0" fontAlgn="base">
        <a:spcBef>
          <a:spcPct val="0"/>
        </a:spcBef>
        <a:spcAft>
          <a:spcPct val="0"/>
        </a:spcAft>
        <a:defRPr sz="3401">
          <a:solidFill>
            <a:srgbClr val="990000"/>
          </a:solidFill>
          <a:latin typeface="FrutigerNext LT Medium" pitchFamily="34" charset="0"/>
          <a:ea typeface="黑体" pitchFamily="2" charset="-122"/>
        </a:defRPr>
      </a:lvl9pPr>
    </p:titleStyle>
    <p:bodyStyle>
      <a:lvl1pPr marL="300098" indent="-300098" algn="l" defTabSz="801848" rtl="0" eaLnBrk="0" fontAlgn="base" hangingPunct="0">
        <a:lnSpc>
          <a:spcPct val="140000"/>
        </a:lnSpc>
        <a:spcBef>
          <a:spcPct val="0"/>
        </a:spcBef>
        <a:spcAft>
          <a:spcPct val="0"/>
        </a:spcAft>
        <a:buClr>
          <a:schemeClr val="bg2"/>
        </a:buClr>
        <a:buSzPct val="60000"/>
        <a:buFont typeface="Wingdings" pitchFamily="2" charset="2"/>
        <a:buChar char="l"/>
        <a:defRPr sz="2000" b="1">
          <a:solidFill>
            <a:schemeClr val="tx1"/>
          </a:solidFill>
          <a:latin typeface="+mn-lt"/>
          <a:ea typeface="+mn-ea"/>
          <a:cs typeface="+mn-cs"/>
        </a:defRPr>
      </a:lvl1pPr>
      <a:lvl2pPr marL="652593" indent="-250875" algn="l" defTabSz="801848" rtl="0" eaLnBrk="0" fontAlgn="base" hangingPunct="0">
        <a:lnSpc>
          <a:spcPct val="140000"/>
        </a:lnSpc>
        <a:spcBef>
          <a:spcPct val="0"/>
        </a:spcBef>
        <a:spcAft>
          <a:spcPct val="0"/>
        </a:spcAft>
        <a:buClr>
          <a:schemeClr val="tx1"/>
        </a:buClr>
        <a:buSzPct val="50000"/>
        <a:buFont typeface="Wingdings" pitchFamily="2" charset="2"/>
        <a:buChar char="p"/>
        <a:defRPr>
          <a:solidFill>
            <a:schemeClr val="tx1"/>
          </a:solidFill>
          <a:latin typeface="+mn-lt"/>
          <a:ea typeface="+mn-ea"/>
        </a:defRPr>
      </a:lvl2pPr>
      <a:lvl3pPr marL="1003501" indent="-201653" algn="l" defTabSz="801848" rtl="0" eaLnBrk="0" fontAlgn="base" hangingPunct="0">
        <a:lnSpc>
          <a:spcPct val="140000"/>
        </a:lnSpc>
        <a:spcBef>
          <a:spcPct val="0"/>
        </a:spcBef>
        <a:spcAft>
          <a:spcPct val="0"/>
        </a:spcAft>
        <a:buSzPct val="50000"/>
        <a:buFont typeface="Wingdings" panose="05000000000000000000" pitchFamily="2" charset="2"/>
        <a:buChar char="n"/>
        <a:defRPr sz="1600">
          <a:solidFill>
            <a:schemeClr val="tx1"/>
          </a:solidFill>
          <a:latin typeface="FrutigerNext LT Light" pitchFamily="34" charset="0"/>
          <a:ea typeface="+mn-ea"/>
        </a:defRPr>
      </a:lvl3pPr>
      <a:lvl4pPr marL="1402043" indent="-200065" algn="l" defTabSz="801848" rtl="0" eaLnBrk="0" fontAlgn="base" hangingPunct="0">
        <a:lnSpc>
          <a:spcPct val="140000"/>
        </a:lnSpc>
        <a:spcBef>
          <a:spcPct val="0"/>
        </a:spcBef>
        <a:spcAft>
          <a:spcPct val="0"/>
        </a:spcAft>
        <a:buChar char="–"/>
        <a:defRPr sz="1400">
          <a:solidFill>
            <a:schemeClr val="tx1"/>
          </a:solidFill>
          <a:latin typeface="+mj-lt"/>
          <a:ea typeface="+mn-ea"/>
        </a:defRPr>
      </a:lvl4pPr>
      <a:lvl5pPr marL="1803761" indent="-201653" algn="l" defTabSz="801848" rtl="0"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mj-lt"/>
          <a:ea typeface="+mn-ea"/>
        </a:defRPr>
      </a:lvl5pPr>
      <a:lvl6pPr marL="2261052"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6pPr>
      <a:lvl7pPr marL="2718344"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7pPr>
      <a:lvl8pPr marL="3175635"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8pPr>
      <a:lvl9pPr marL="3632926"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9pPr>
    </p:bodyStyle>
    <p:otherStyle>
      <a:defPPr>
        <a:defRPr lang="zh-CN"/>
      </a:defPPr>
      <a:lvl1pPr marL="0" algn="l" defTabSz="914583" rtl="0" eaLnBrk="1" latinLnBrk="0" hangingPunct="1">
        <a:defRPr sz="1800" kern="1200">
          <a:solidFill>
            <a:schemeClr val="tx1"/>
          </a:solidFill>
          <a:latin typeface="+mn-lt"/>
          <a:ea typeface="+mn-ea"/>
          <a:cs typeface="+mn-cs"/>
        </a:defRPr>
      </a:lvl1pPr>
      <a:lvl2pPr marL="457291" algn="l" defTabSz="914583" rtl="0" eaLnBrk="1" latinLnBrk="0" hangingPunct="1">
        <a:defRPr sz="1800" kern="1200">
          <a:solidFill>
            <a:schemeClr val="tx1"/>
          </a:solidFill>
          <a:latin typeface="+mn-lt"/>
          <a:ea typeface="+mn-ea"/>
          <a:cs typeface="+mn-cs"/>
        </a:defRPr>
      </a:lvl2pPr>
      <a:lvl3pPr marL="914583" algn="l" defTabSz="914583" rtl="0" eaLnBrk="1" latinLnBrk="0" hangingPunct="1">
        <a:defRPr sz="1800" kern="1200">
          <a:solidFill>
            <a:schemeClr val="tx1"/>
          </a:solidFill>
          <a:latin typeface="+mn-lt"/>
          <a:ea typeface="+mn-ea"/>
          <a:cs typeface="+mn-cs"/>
        </a:defRPr>
      </a:lvl3pPr>
      <a:lvl4pPr marL="1371874" algn="l" defTabSz="914583" rtl="0" eaLnBrk="1" latinLnBrk="0" hangingPunct="1">
        <a:defRPr sz="1800" kern="1200">
          <a:solidFill>
            <a:schemeClr val="tx1"/>
          </a:solidFill>
          <a:latin typeface="+mn-lt"/>
          <a:ea typeface="+mn-ea"/>
          <a:cs typeface="+mn-cs"/>
        </a:defRPr>
      </a:lvl4pPr>
      <a:lvl5pPr marL="1829166" algn="l" defTabSz="914583" rtl="0" eaLnBrk="1" latinLnBrk="0" hangingPunct="1">
        <a:defRPr sz="1800" kern="1200">
          <a:solidFill>
            <a:schemeClr val="tx1"/>
          </a:solidFill>
          <a:latin typeface="+mn-lt"/>
          <a:ea typeface="+mn-ea"/>
          <a:cs typeface="+mn-cs"/>
        </a:defRPr>
      </a:lvl5pPr>
      <a:lvl6pPr marL="2286457" algn="l" defTabSz="914583" rtl="0" eaLnBrk="1" latinLnBrk="0" hangingPunct="1">
        <a:defRPr sz="1800" kern="1200">
          <a:solidFill>
            <a:schemeClr val="tx1"/>
          </a:solidFill>
          <a:latin typeface="+mn-lt"/>
          <a:ea typeface="+mn-ea"/>
          <a:cs typeface="+mn-cs"/>
        </a:defRPr>
      </a:lvl6pPr>
      <a:lvl7pPr marL="2743749" algn="l" defTabSz="914583" rtl="0" eaLnBrk="1" latinLnBrk="0" hangingPunct="1">
        <a:defRPr sz="1800" kern="1200">
          <a:solidFill>
            <a:schemeClr val="tx1"/>
          </a:solidFill>
          <a:latin typeface="+mn-lt"/>
          <a:ea typeface="+mn-ea"/>
          <a:cs typeface="+mn-cs"/>
        </a:defRPr>
      </a:lvl7pPr>
      <a:lvl8pPr marL="3201040" algn="l" defTabSz="914583" rtl="0" eaLnBrk="1" latinLnBrk="0" hangingPunct="1">
        <a:defRPr sz="1800" kern="1200">
          <a:solidFill>
            <a:schemeClr val="tx1"/>
          </a:solidFill>
          <a:latin typeface="+mn-lt"/>
          <a:ea typeface="+mn-ea"/>
          <a:cs typeface="+mn-cs"/>
        </a:defRPr>
      </a:lvl8pPr>
      <a:lvl9pPr marL="3658332" algn="l" defTabSz="914583"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9" descr="d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6226030"/>
            <a:ext cx="12203644" cy="636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ext Box 8"/>
          <p:cNvSpPr txBox="1">
            <a:spLocks noChangeArrowheads="1"/>
          </p:cNvSpPr>
          <p:nvPr/>
        </p:nvSpPr>
        <p:spPr bwMode="auto">
          <a:xfrm>
            <a:off x="870178" y="6440391"/>
            <a:ext cx="2447733" cy="26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43" tIns="40072" rIns="80143" bIns="40072">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mtClean="0">
                <a:solidFill>
                  <a:srgbClr val="000000"/>
                </a:solidFill>
                <a:latin typeface="FrutigerNext LT Bold" panose="020B0803040504020204" pitchFamily="34" charset="0"/>
              </a:rPr>
              <a:t>HUAWEI TECHNOLOGIES CO., LTD.</a:t>
            </a:r>
            <a:endParaRPr lang="en-US" altLang="zh-CN" sz="2200" smtClean="0">
              <a:solidFill>
                <a:srgbClr val="000000"/>
              </a:solidFill>
              <a:latin typeface="Arial" panose="020B0604020202020204" pitchFamily="34" charset="0"/>
            </a:endParaRPr>
          </a:p>
        </p:txBody>
      </p:sp>
      <p:pic>
        <p:nvPicPr>
          <p:cNvPr id="1028" name="Picture 9" descr="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014441" y="6400695"/>
            <a:ext cx="1748822" cy="312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2" name="Rectangle 10"/>
          <p:cNvSpPr>
            <a:spLocks noGrp="1" noChangeArrowheads="1"/>
          </p:cNvSpPr>
          <p:nvPr>
            <p:ph type="dt" sz="half" idx="2"/>
          </p:nvPr>
        </p:nvSpPr>
        <p:spPr bwMode="auto">
          <a:xfrm>
            <a:off x="8483693" y="6491203"/>
            <a:ext cx="2796844" cy="455718"/>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nSpc>
                <a:spcPct val="85000"/>
              </a:lnSpc>
              <a:defRPr>
                <a:solidFill>
                  <a:schemeClr val="tx1"/>
                </a:solidFill>
                <a:latin typeface="FrutigerNext LT Bold" panose="020B0803040504020204" pitchFamily="34" charset="0"/>
              </a:defRPr>
            </a:lvl1pPr>
          </a:lstStyle>
          <a:p>
            <a:pPr defTabSz="914583" eaLnBrk="0" fontAlgn="base" hangingPunct="0">
              <a:spcBef>
                <a:spcPct val="0"/>
              </a:spcBef>
              <a:spcAft>
                <a:spcPct val="0"/>
              </a:spcAft>
              <a:defRPr/>
            </a:pPr>
            <a:r>
              <a:rPr lang="de-DE" altLang="zh-CN" sz="1200" smtClean="0">
                <a:solidFill>
                  <a:srgbClr val="000000"/>
                </a:solidFill>
                <a:ea typeface="MS PGothic" panose="020B0600070205080204" pitchFamily="34" charset="-128"/>
              </a:rPr>
              <a:t>Page </a:t>
            </a:r>
            <a:fld id="{6068E354-BDB1-43E7-A88D-A157CD0DB142}" type="slidenum">
              <a:rPr lang="de-DE" altLang="zh-CN" sz="1200" smtClean="0">
                <a:solidFill>
                  <a:srgbClr val="000000"/>
                </a:solidFill>
                <a:ea typeface="MS PGothic" panose="020B0600070205080204" pitchFamily="34" charset="-128"/>
              </a:rPr>
              <a:pPr defTabSz="914583" eaLnBrk="0" fontAlgn="base" hangingPunct="0">
                <a:spcBef>
                  <a:spcPct val="0"/>
                </a:spcBef>
                <a:spcAft>
                  <a:spcPct val="0"/>
                </a:spcAft>
                <a:defRPr/>
              </a:pPr>
              <a:t>‹#›</a:t>
            </a:fld>
            <a:endParaRPr lang="en-GB" altLang="zh-CN" sz="1200">
              <a:solidFill>
                <a:srgbClr val="000000"/>
              </a:solidFill>
              <a:ea typeface="MS PGothic" panose="020B0600070205080204" pitchFamily="34" charset="-128"/>
            </a:endParaRPr>
          </a:p>
        </p:txBody>
      </p:sp>
      <p:sp>
        <p:nvSpPr>
          <p:cNvPr id="1030" name="Rectangle 13"/>
          <p:cNvSpPr>
            <a:spLocks noGrp="1" noChangeArrowheads="1"/>
          </p:cNvSpPr>
          <p:nvPr>
            <p:ph type="title"/>
          </p:nvPr>
        </p:nvSpPr>
        <p:spPr bwMode="auto">
          <a:xfrm>
            <a:off x="527188" y="44460"/>
            <a:ext cx="10329905" cy="87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139" tIns="40069" rIns="80139" bIns="40069" numCol="1" anchor="ctr" anchorCtr="0" compatLnSpc="1">
            <a:prstTxWarp prst="textNoShape">
              <a:avLst/>
            </a:prstTxWarp>
          </a:bodyPr>
          <a:lstStyle/>
          <a:p>
            <a:pPr lvl="0"/>
            <a:r>
              <a:rPr lang="zh-CN" altLang="en-US" smtClean="0"/>
              <a:t>单击此处编辑母版标题样式</a:t>
            </a:r>
          </a:p>
        </p:txBody>
      </p:sp>
      <p:sp>
        <p:nvSpPr>
          <p:cNvPr id="1031" name="Rectangle 21"/>
          <p:cNvSpPr>
            <a:spLocks noChangeArrowheads="1"/>
          </p:cNvSpPr>
          <p:nvPr/>
        </p:nvSpPr>
        <p:spPr bwMode="auto">
          <a:xfrm>
            <a:off x="5191418" y="6440391"/>
            <a:ext cx="1564415" cy="26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111" tIns="40053" rIns="80111" bIns="40053">
            <a:spAutoFit/>
          </a:bodyPr>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eaLnBrk="0" fontAlgn="base" hangingPunct="0">
              <a:spcBef>
                <a:spcPct val="0"/>
              </a:spcBef>
              <a:spcAft>
                <a:spcPct val="0"/>
              </a:spcAft>
              <a:defRPr/>
            </a:pPr>
            <a:r>
              <a:rPr lang="en-US" altLang="zh-CN" smtClean="0">
                <a:solidFill>
                  <a:srgbClr val="000000"/>
                </a:solidFill>
                <a:latin typeface="FrutigerNext LT Bold" panose="020B0803040504020204" pitchFamily="34" charset="0"/>
              </a:rPr>
              <a:t>Huawei Confidential </a:t>
            </a:r>
          </a:p>
        </p:txBody>
      </p:sp>
      <p:sp>
        <p:nvSpPr>
          <p:cNvPr id="1032" name="Rectangle 22"/>
          <p:cNvSpPr>
            <a:spLocks noChangeArrowheads="1"/>
          </p:cNvSpPr>
          <p:nvPr/>
        </p:nvSpPr>
        <p:spPr bwMode="auto">
          <a:xfrm>
            <a:off x="-2544895" y="528760"/>
            <a:ext cx="2460207" cy="5308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英文标题</a:t>
            </a:r>
            <a:r>
              <a:rPr lang="en-US" altLang="zh-CN" sz="1100" smtClean="0">
                <a:solidFill>
                  <a:srgbClr val="FFFFFF"/>
                </a:solidFill>
                <a:latin typeface="Arial" panose="020B0604020202020204" pitchFamily="34" charset="0"/>
                <a:ea typeface="华文细黑" panose="02010600040101010101" pitchFamily="2" charset="-122"/>
              </a:rPr>
              <a:t>:32-35pt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 R153 G0 B0</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内部使用字体 </a:t>
            </a:r>
            <a:r>
              <a:rPr lang="en-US" altLang="zh-CN" sz="1100" smtClean="0">
                <a:solidFill>
                  <a:srgbClr val="FFFFFF"/>
                </a:solidFill>
                <a:ea typeface="华文细黑" panose="02010600040101010101" pitchFamily="2" charset="-122"/>
              </a:rPr>
              <a: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en-US" altLang="zh-CN" sz="1100" smtClean="0">
                <a:solidFill>
                  <a:srgbClr val="FFFFFF"/>
                </a:solidFill>
                <a:ea typeface="华文细黑" panose="02010600040101010101" pitchFamily="2" charset="-122"/>
              </a:rPr>
              <a:t>FrutigerNext LT Medium</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外部使用字体 </a:t>
            </a:r>
            <a:r>
              <a:rPr lang="en-US" altLang="zh-CN" sz="1100" smtClean="0">
                <a:solidFill>
                  <a:srgbClr val="FFFFFF"/>
                </a:solidFill>
                <a:ea typeface="华文细黑" panose="02010600040101010101" pitchFamily="2" charset="-122"/>
              </a:rPr>
              <a:t>: Arial</a:t>
            </a:r>
          </a:p>
          <a:p>
            <a:pPr algn="r" fontAlgn="base">
              <a:lnSpc>
                <a:spcPct val="7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中文标题</a:t>
            </a:r>
            <a:r>
              <a:rPr lang="en-US" altLang="zh-CN" sz="1100" smtClean="0">
                <a:solidFill>
                  <a:srgbClr val="FFFFFF"/>
                </a:solidFill>
                <a:latin typeface="Arial" panose="020B0604020202020204" pitchFamily="34" charset="0"/>
                <a:ea typeface="华文细黑" panose="02010600040101010101" pitchFamily="2" charset="-122"/>
              </a:rPr>
              <a:t>:30-32pt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 R153 G0 B0</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黑体</a:t>
            </a: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英文正文</a:t>
            </a:r>
            <a:r>
              <a:rPr lang="en-US" altLang="zh-CN" sz="1100" smtClean="0">
                <a:solidFill>
                  <a:srgbClr val="FFFFFF"/>
                </a:solidFill>
                <a:latin typeface="Arial" panose="020B0604020202020204" pitchFamily="34" charset="0"/>
                <a:ea typeface="华文细黑" panose="02010600040101010101" pitchFamily="2" charset="-122"/>
              </a:rPr>
              <a:t>:20-22pt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子目录 </a:t>
            </a:r>
            <a:r>
              <a:rPr lang="en-US" altLang="zh-CN" sz="1100" smtClean="0">
                <a:solidFill>
                  <a:srgbClr val="FFFFFF"/>
                </a:solidFill>
                <a:latin typeface="Arial" panose="020B0604020202020204" pitchFamily="34" charset="0"/>
                <a:ea typeface="华文细黑" panose="02010600040101010101" pitchFamily="2" charset="-122"/>
              </a:rPr>
              <a:t>(2-5</a:t>
            </a:r>
            <a:r>
              <a:rPr lang="zh-CN" altLang="en-US" sz="1100" smtClean="0">
                <a:solidFill>
                  <a:srgbClr val="FFFFFF"/>
                </a:solidFill>
                <a:latin typeface="Arial" panose="020B0604020202020204" pitchFamily="34" charset="0"/>
                <a:ea typeface="华文细黑" panose="02010600040101010101" pitchFamily="2" charset="-122"/>
              </a:rPr>
              <a:t>级</a:t>
            </a:r>
            <a:r>
              <a:rPr lang="en-US" altLang="zh-CN" sz="1100" smtClean="0">
                <a:solidFill>
                  <a:srgbClr val="FFFFFF"/>
                </a:solidFill>
                <a:latin typeface="Arial" panose="020B0604020202020204" pitchFamily="34" charset="0"/>
                <a:ea typeface="华文细黑" panose="02010600040101010101" pitchFamily="2" charset="-122"/>
              </a:rPr>
              <a:t>) :18pt  </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黑色</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内部使用字体 </a:t>
            </a:r>
            <a:r>
              <a:rPr lang="en-US" altLang="zh-CN" sz="1100" smtClean="0">
                <a:solidFill>
                  <a:srgbClr val="FFFFFF"/>
                </a:solidFill>
                <a:ea typeface="华文细黑" panose="02010600040101010101" pitchFamily="2" charset="-122"/>
              </a:rPr>
              <a: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en-US" altLang="zh-CN" sz="1100" smtClean="0">
                <a:solidFill>
                  <a:srgbClr val="FFFFFF"/>
                </a:solidFill>
                <a:ea typeface="华文细黑" panose="02010600040101010101" pitchFamily="2" charset="-122"/>
              </a:rPr>
              <a:t>FrutigerNext LT Regular</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ea typeface="华文细黑" panose="02010600040101010101" pitchFamily="2" charset="-122"/>
              </a:rPr>
              <a:t>外部使用字体 </a:t>
            </a:r>
            <a:r>
              <a:rPr lang="en-US" altLang="zh-CN" sz="1100" smtClean="0">
                <a:solidFill>
                  <a:srgbClr val="FFFFFF"/>
                </a:solidFill>
                <a:ea typeface="华文细黑" panose="02010600040101010101" pitchFamily="2" charset="-122"/>
              </a:rPr>
              <a:t>: Arial</a:t>
            </a:r>
          </a:p>
          <a:p>
            <a:pPr algn="r" fontAlgn="base">
              <a:lnSpc>
                <a:spcPct val="7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中文正文</a:t>
            </a:r>
            <a:r>
              <a:rPr lang="en-US" altLang="zh-CN" sz="1100" smtClean="0">
                <a:solidFill>
                  <a:srgbClr val="FFFFFF"/>
                </a:solidFill>
                <a:latin typeface="Arial" panose="020B0604020202020204" pitchFamily="34" charset="0"/>
                <a:ea typeface="华文细黑" panose="02010600040101010101" pitchFamily="2" charset="-122"/>
              </a:rPr>
              <a:t>:18-20pt</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子目录</a:t>
            </a:r>
            <a:r>
              <a:rPr lang="en-US" altLang="zh-CN" sz="1100" smtClean="0">
                <a:solidFill>
                  <a:srgbClr val="FFFFFF"/>
                </a:solidFill>
                <a:latin typeface="Arial" panose="020B0604020202020204" pitchFamily="34" charset="0"/>
                <a:ea typeface="华文细黑" panose="02010600040101010101" pitchFamily="2" charset="-122"/>
              </a:rPr>
              <a:t>(2-5</a:t>
            </a:r>
            <a:r>
              <a:rPr lang="zh-CN" altLang="en-US" sz="1100" smtClean="0">
                <a:solidFill>
                  <a:srgbClr val="FFFFFF"/>
                </a:solidFill>
                <a:latin typeface="Arial" panose="020B0604020202020204" pitchFamily="34" charset="0"/>
                <a:ea typeface="华文细黑" panose="02010600040101010101" pitchFamily="2" charset="-122"/>
              </a:rPr>
              <a:t>级</a:t>
            </a:r>
            <a:r>
              <a:rPr lang="en-US" altLang="zh-CN" sz="1100" smtClean="0">
                <a:solidFill>
                  <a:srgbClr val="FFFFFF"/>
                </a:solidFill>
                <a:latin typeface="Arial" panose="020B0604020202020204" pitchFamily="34" charset="0"/>
                <a:ea typeface="华文细黑" panose="02010600040101010101" pitchFamily="2" charset="-122"/>
              </a:rPr>
              <a:t>):18pt </a:t>
            </a: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颜色</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黑色</a:t>
            </a:r>
          </a:p>
          <a:p>
            <a:pPr algn="r" fontAlgn="base">
              <a:lnSpc>
                <a:spcPct val="125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Arial" panose="020B0604020202020204" pitchFamily="34" charset="0"/>
                <a:ea typeface="华文细黑" panose="02010600040101010101" pitchFamily="2" charset="-122"/>
              </a:rPr>
              <a:t>字体</a:t>
            </a:r>
            <a:r>
              <a:rPr lang="en-US" altLang="zh-CN" sz="1100" smtClean="0">
                <a:solidFill>
                  <a:srgbClr val="FFFFFF"/>
                </a:solidFill>
                <a:latin typeface="Arial" panose="020B0604020202020204" pitchFamily="34" charset="0"/>
                <a:ea typeface="华文细黑" panose="02010600040101010101" pitchFamily="2" charset="-122"/>
              </a:rPr>
              <a:t>:</a:t>
            </a:r>
            <a:r>
              <a:rPr lang="zh-CN" altLang="en-US" sz="1100" smtClean="0">
                <a:solidFill>
                  <a:srgbClr val="FFFFFF"/>
                </a:solidFill>
                <a:latin typeface="Arial" panose="020B0604020202020204" pitchFamily="34" charset="0"/>
                <a:ea typeface="华文细黑" panose="02010600040101010101" pitchFamily="2" charset="-122"/>
              </a:rPr>
              <a:t>细黑体 </a:t>
            </a: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Arial" panose="020B0604020202020204" pitchFamily="34" charset="0"/>
              <a:ea typeface="华文细黑" panose="02010600040101010101" pitchFamily="2" charset="-122"/>
            </a:endParaRPr>
          </a:p>
          <a:p>
            <a:pPr algn="r" fontAlgn="base">
              <a:lnSpc>
                <a:spcPct val="125000"/>
              </a:lnSpc>
              <a:spcBef>
                <a:spcPct val="0"/>
              </a:spcBef>
              <a:spcAft>
                <a:spcPct val="0"/>
              </a:spcAft>
              <a:buClr>
                <a:srgbClr val="777777"/>
              </a:buClr>
              <a:buSzPct val="60000"/>
              <a:buFont typeface="Wingdings" panose="05000000000000000000" pitchFamily="2" charset="2"/>
              <a:buNone/>
              <a:defRPr/>
            </a:pPr>
            <a:endParaRPr lang="zh-CN" altLang="en-US" sz="1100" smtClean="0">
              <a:solidFill>
                <a:srgbClr val="000000"/>
              </a:solidFill>
              <a:latin typeface="Arial" panose="020B0604020202020204" pitchFamily="34" charset="0"/>
              <a:ea typeface="华文细黑" panose="02010600040101010101" pitchFamily="2" charset="-122"/>
            </a:endParaRPr>
          </a:p>
        </p:txBody>
      </p:sp>
      <p:sp>
        <p:nvSpPr>
          <p:cNvPr id="1033" name="Rectangle 62"/>
          <p:cNvSpPr>
            <a:spLocks noChangeArrowheads="1"/>
          </p:cNvSpPr>
          <p:nvPr/>
        </p:nvSpPr>
        <p:spPr bwMode="auto">
          <a:xfrm>
            <a:off x="12269279" y="1424318"/>
            <a:ext cx="1399480" cy="200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配色参考方案：</a:t>
            </a:r>
          </a:p>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建议同一页面内不超过四种颜色，以下是</a:t>
            </a:r>
            <a:r>
              <a:rPr lang="en-US" altLang="zh-CN" sz="1100" smtClean="0">
                <a:solidFill>
                  <a:srgbClr val="FFFFFF"/>
                </a:solidFill>
                <a:latin typeface="华文细黑" panose="02010600040101010101" pitchFamily="2" charset="-122"/>
                <a:ea typeface="华文细黑" panose="02010600040101010101" pitchFamily="2" charset="-122"/>
              </a:rPr>
              <a:t>13</a:t>
            </a:r>
            <a:r>
              <a:rPr lang="zh-CN" altLang="en-US" sz="1100" smtClean="0">
                <a:solidFill>
                  <a:srgbClr val="FFFFFF"/>
                </a:solidFill>
                <a:latin typeface="华文细黑" panose="02010600040101010101" pitchFamily="2" charset="-122"/>
                <a:ea typeface="华文细黑" panose="02010600040101010101" pitchFamily="2" charset="-122"/>
              </a:rPr>
              <a:t>组配色方案，同一页面内只选择一组使用。（仅供参考）</a:t>
            </a:r>
          </a:p>
          <a:p>
            <a:pP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zh-CN" altLang="en-US" sz="1100" smtClean="0">
              <a:solidFill>
                <a:srgbClr val="FFFFFF"/>
              </a:solidFill>
              <a:latin typeface="华文细黑" panose="02010600040101010101" pitchFamily="2" charset="-122"/>
              <a:ea typeface="华文细黑" panose="02010600040101010101" pitchFamily="2" charset="-122"/>
            </a:endParaRPr>
          </a:p>
        </p:txBody>
      </p:sp>
      <p:sp>
        <p:nvSpPr>
          <p:cNvPr id="1034" name="Rectangle 65"/>
          <p:cNvSpPr>
            <a:spLocks noChangeArrowheads="1"/>
          </p:cNvSpPr>
          <p:nvPr/>
        </p:nvSpPr>
        <p:spPr bwMode="auto">
          <a:xfrm>
            <a:off x="12269279" y="-61927"/>
            <a:ext cx="1399480" cy="838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3" tIns="40072" rIns="80143" bIns="40072"/>
          <a:lstStyle>
            <a:lvl1pPr defTabSz="801688">
              <a:defRPr sz="1200">
                <a:solidFill>
                  <a:schemeClr val="bg1"/>
                </a:solidFill>
                <a:latin typeface="FrutigerNext LT Regular" panose="020B0803040504020204" pitchFamily="34" charset="0"/>
                <a:ea typeface="MS PGothic" panose="020B0600070205080204" pitchFamily="34" charset="-128"/>
              </a:defRPr>
            </a:lvl1pPr>
            <a:lvl2pPr marL="742950" indent="-285750" defTabSz="801688">
              <a:defRPr sz="1200">
                <a:solidFill>
                  <a:schemeClr val="bg1"/>
                </a:solidFill>
                <a:latin typeface="FrutigerNext LT Regular" panose="020B0803040504020204" pitchFamily="34" charset="0"/>
                <a:ea typeface="MS PGothic" panose="020B0600070205080204" pitchFamily="34" charset="-128"/>
              </a:defRPr>
            </a:lvl2pPr>
            <a:lvl3pPr marL="1143000" indent="-228600" defTabSz="801688">
              <a:defRPr sz="1200">
                <a:solidFill>
                  <a:schemeClr val="bg1"/>
                </a:solidFill>
                <a:latin typeface="FrutigerNext LT Regular" panose="020B0803040504020204" pitchFamily="34" charset="0"/>
                <a:ea typeface="MS PGothic" panose="020B0600070205080204" pitchFamily="34" charset="-128"/>
              </a:defRPr>
            </a:lvl3pPr>
            <a:lvl4pPr marL="1600200" indent="-228600" defTabSz="801688">
              <a:defRPr sz="1200">
                <a:solidFill>
                  <a:schemeClr val="bg1"/>
                </a:solidFill>
                <a:latin typeface="FrutigerNext LT Regular" panose="020B0803040504020204" pitchFamily="34" charset="0"/>
                <a:ea typeface="MS PGothic" panose="020B0600070205080204" pitchFamily="34" charset="-128"/>
              </a:defRPr>
            </a:lvl4pPr>
            <a:lvl5pPr marL="2057400" indent="-228600" defTabSz="801688">
              <a:defRPr sz="1200">
                <a:solidFill>
                  <a:schemeClr val="bg1"/>
                </a:solidFill>
                <a:latin typeface="FrutigerNext LT Regular" panose="020B08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fontAlgn="base">
              <a:lnSpc>
                <a:spcPct val="120000"/>
              </a:lnSpc>
              <a:spcBef>
                <a:spcPct val="0"/>
              </a:spcBef>
              <a:spcAft>
                <a:spcPct val="0"/>
              </a:spcAft>
              <a:buClr>
                <a:srgbClr val="777777"/>
              </a:buClr>
              <a:buSzPct val="60000"/>
              <a:buFont typeface="Wingdings" panose="05000000000000000000" pitchFamily="2" charset="2"/>
              <a:buNone/>
              <a:defRPr/>
            </a:pPr>
            <a:r>
              <a:rPr lang="zh-CN" altLang="en-US" sz="1100" smtClean="0">
                <a:solidFill>
                  <a:srgbClr val="FFFFFF"/>
                </a:solidFill>
                <a:latin typeface="华文细黑" panose="02010600040101010101" pitchFamily="2" charset="-122"/>
                <a:ea typeface="华文细黑" panose="02010600040101010101" pitchFamily="2" charset="-122"/>
              </a:rPr>
              <a:t>客户或者合作伙伴的标志放在右上角</a:t>
            </a:r>
            <a:r>
              <a:rPr lang="en-US" altLang="zh-CN" sz="1100" smtClean="0">
                <a:solidFill>
                  <a:srgbClr val="FFFFFF"/>
                </a:solidFill>
                <a:latin typeface="华文细黑" panose="02010600040101010101" pitchFamily="2" charset="-122"/>
                <a:ea typeface="华文细黑" panose="02010600040101010101" pitchFamily="2" charset="-122"/>
              </a:rPr>
              <a:t>.</a:t>
            </a:r>
          </a:p>
          <a:p>
            <a:pPr fontAlgn="base">
              <a:lnSpc>
                <a:spcPct val="125000"/>
              </a:lnSpc>
              <a:spcBef>
                <a:spcPct val="0"/>
              </a:spcBef>
              <a:spcAft>
                <a:spcPct val="0"/>
              </a:spcAft>
              <a:buClr>
                <a:srgbClr val="777777"/>
              </a:buClr>
              <a:buSzPct val="60000"/>
              <a:buFont typeface="Wingdings" panose="05000000000000000000" pitchFamily="2" charset="2"/>
              <a:buNone/>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en-US" altLang="zh-CN" sz="1100" smtClean="0">
              <a:solidFill>
                <a:srgbClr val="FFFFFF"/>
              </a:solidFill>
              <a:latin typeface="华文细黑" panose="02010600040101010101" pitchFamily="2" charset="-122"/>
              <a:ea typeface="华文细黑" panose="02010600040101010101" pitchFamily="2" charset="-122"/>
            </a:endParaRPr>
          </a:p>
          <a:p>
            <a:pPr fontAlgn="base">
              <a:lnSpc>
                <a:spcPct val="125000"/>
              </a:lnSpc>
              <a:spcBef>
                <a:spcPct val="0"/>
              </a:spcBef>
              <a:spcAft>
                <a:spcPct val="0"/>
              </a:spcAft>
              <a:buClr>
                <a:srgbClr val="777777"/>
              </a:buClr>
              <a:buSzPct val="60000"/>
              <a:buFont typeface="Wingdings" panose="05000000000000000000" pitchFamily="2" charset="2"/>
              <a:buChar char="l"/>
              <a:defRPr/>
            </a:pPr>
            <a:endParaRPr lang="zh-CN" altLang="en-US" sz="1100" smtClean="0">
              <a:solidFill>
                <a:srgbClr val="FFFFFF"/>
              </a:solidFill>
              <a:latin typeface="华文细黑" panose="02010600040101010101" pitchFamily="2" charset="-122"/>
              <a:ea typeface="华文细黑" panose="02010600040101010101" pitchFamily="2" charset="-122"/>
            </a:endParaRPr>
          </a:p>
        </p:txBody>
      </p:sp>
      <p:sp>
        <p:nvSpPr>
          <p:cNvPr id="1035" name="Rectangle 68"/>
          <p:cNvSpPr>
            <a:spLocks noGrp="1" noChangeArrowheads="1"/>
          </p:cNvSpPr>
          <p:nvPr>
            <p:ph type="body" idx="1"/>
          </p:nvPr>
        </p:nvSpPr>
        <p:spPr bwMode="auto">
          <a:xfrm>
            <a:off x="870177" y="1641856"/>
            <a:ext cx="10575503" cy="4195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152" tIns="40076" rIns="80152" bIns="40076"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36" name="Rectangle 80"/>
          <p:cNvSpPr>
            <a:spLocks noChangeArrowheads="1"/>
          </p:cNvSpPr>
          <p:nvPr/>
        </p:nvSpPr>
        <p:spPr bwMode="auto">
          <a:xfrm>
            <a:off x="12362436" y="5037132"/>
            <a:ext cx="1225868" cy="277047"/>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91446" tIns="45723" rIns="91446" bIns="45723" anchor="ctr">
            <a:spAutoFit/>
          </a:bodyP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grpSp>
        <p:nvGrpSpPr>
          <p:cNvPr id="1037" name="Group 81"/>
          <p:cNvGrpSpPr>
            <a:grpSpLocks/>
          </p:cNvGrpSpPr>
          <p:nvPr/>
        </p:nvGrpSpPr>
        <p:grpSpPr bwMode="auto">
          <a:xfrm>
            <a:off x="12476766" y="3790241"/>
            <a:ext cx="986624" cy="182604"/>
            <a:chOff x="5893" y="2387"/>
            <a:chExt cx="466" cy="115"/>
          </a:xfrm>
        </p:grpSpPr>
        <p:sp>
          <p:nvSpPr>
            <p:cNvPr id="1099" name="Rectangle 82"/>
            <p:cNvSpPr>
              <a:spLocks noChangeArrowheads="1"/>
            </p:cNvSpPr>
            <p:nvPr userDrawn="1"/>
          </p:nvSpPr>
          <p:spPr bwMode="auto">
            <a:xfrm flipV="1">
              <a:off x="6010" y="2387"/>
              <a:ext cx="116"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100" name="Rectangle 83"/>
            <p:cNvSpPr>
              <a:spLocks noChangeArrowheads="1"/>
            </p:cNvSpPr>
            <p:nvPr userDrawn="1"/>
          </p:nvSpPr>
          <p:spPr bwMode="auto">
            <a:xfrm flipV="1">
              <a:off x="6126" y="2387"/>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101" name="Rectangle 84"/>
            <p:cNvSpPr>
              <a:spLocks noChangeArrowheads="1"/>
            </p:cNvSpPr>
            <p:nvPr userDrawn="1"/>
          </p:nvSpPr>
          <p:spPr bwMode="auto">
            <a:xfrm flipV="1">
              <a:off x="6242" y="2387"/>
              <a:ext cx="117" cy="115"/>
            </a:xfrm>
            <a:prstGeom prst="rect">
              <a:avLst/>
            </a:prstGeom>
            <a:solidFill>
              <a:srgbClr val="99660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102" name="Rectangle 85"/>
            <p:cNvSpPr>
              <a:spLocks noChangeArrowheads="1"/>
            </p:cNvSpPr>
            <p:nvPr userDrawn="1"/>
          </p:nvSpPr>
          <p:spPr bwMode="auto">
            <a:xfrm flipV="1">
              <a:off x="5893" y="2387"/>
              <a:ext cx="117"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grpSp>
      <p:grpSp>
        <p:nvGrpSpPr>
          <p:cNvPr id="1038" name="Group 86"/>
          <p:cNvGrpSpPr>
            <a:grpSpLocks/>
          </p:cNvGrpSpPr>
          <p:nvPr/>
        </p:nvGrpSpPr>
        <p:grpSpPr bwMode="auto">
          <a:xfrm>
            <a:off x="12476766" y="4006191"/>
            <a:ext cx="986624" cy="182604"/>
            <a:chOff x="5893" y="2523"/>
            <a:chExt cx="466" cy="115"/>
          </a:xfrm>
        </p:grpSpPr>
        <p:sp>
          <p:nvSpPr>
            <p:cNvPr id="1095" name="Rectangle 87"/>
            <p:cNvSpPr>
              <a:spLocks noChangeArrowheads="1"/>
            </p:cNvSpPr>
            <p:nvPr userDrawn="1"/>
          </p:nvSpPr>
          <p:spPr bwMode="auto">
            <a:xfrm flipV="1">
              <a:off x="6010" y="2523"/>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96" name="Rectangle 88"/>
            <p:cNvSpPr>
              <a:spLocks noChangeArrowheads="1"/>
            </p:cNvSpPr>
            <p:nvPr userDrawn="1"/>
          </p:nvSpPr>
          <p:spPr bwMode="auto">
            <a:xfrm flipV="1">
              <a:off x="6126" y="2523"/>
              <a:ext cx="116"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97" name="Rectangle 89"/>
            <p:cNvSpPr>
              <a:spLocks noChangeArrowheads="1"/>
            </p:cNvSpPr>
            <p:nvPr userDrawn="1"/>
          </p:nvSpPr>
          <p:spPr bwMode="auto">
            <a:xfrm flipV="1">
              <a:off x="6242" y="2523"/>
              <a:ext cx="117"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98" name="Rectangle 90"/>
            <p:cNvSpPr>
              <a:spLocks noChangeArrowheads="1"/>
            </p:cNvSpPr>
            <p:nvPr userDrawn="1"/>
          </p:nvSpPr>
          <p:spPr bwMode="auto">
            <a:xfrm flipV="1">
              <a:off x="5893" y="2523"/>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grpSp>
      <p:grpSp>
        <p:nvGrpSpPr>
          <p:cNvPr id="1039" name="Group 91"/>
          <p:cNvGrpSpPr>
            <a:grpSpLocks/>
          </p:cNvGrpSpPr>
          <p:nvPr/>
        </p:nvGrpSpPr>
        <p:grpSpPr bwMode="auto">
          <a:xfrm>
            <a:off x="12476766" y="4222141"/>
            <a:ext cx="986624" cy="182604"/>
            <a:chOff x="5893" y="2659"/>
            <a:chExt cx="466" cy="115"/>
          </a:xfrm>
        </p:grpSpPr>
        <p:sp>
          <p:nvSpPr>
            <p:cNvPr id="1091" name="Rectangle 92"/>
            <p:cNvSpPr>
              <a:spLocks noChangeArrowheads="1"/>
            </p:cNvSpPr>
            <p:nvPr userDrawn="1"/>
          </p:nvSpPr>
          <p:spPr bwMode="auto">
            <a:xfrm flipV="1">
              <a:off x="6010" y="2659"/>
              <a:ext cx="116"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92" name="Rectangle 93"/>
            <p:cNvSpPr>
              <a:spLocks noChangeArrowheads="1"/>
            </p:cNvSpPr>
            <p:nvPr userDrawn="1"/>
          </p:nvSpPr>
          <p:spPr bwMode="auto">
            <a:xfrm flipV="1">
              <a:off x="6126" y="2659"/>
              <a:ext cx="116" cy="115"/>
            </a:xfrm>
            <a:prstGeom prst="rect">
              <a:avLst/>
            </a:prstGeom>
            <a:solidFill>
              <a:srgbClr val="00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93" name="Rectangle 94"/>
            <p:cNvSpPr>
              <a:spLocks noChangeArrowheads="1"/>
            </p:cNvSpPr>
            <p:nvPr userDrawn="1"/>
          </p:nvSpPr>
          <p:spPr bwMode="auto">
            <a:xfrm flipV="1">
              <a:off x="6242" y="2659"/>
              <a:ext cx="117"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94" name="Rectangle 95"/>
            <p:cNvSpPr>
              <a:spLocks noChangeArrowheads="1"/>
            </p:cNvSpPr>
            <p:nvPr userDrawn="1"/>
          </p:nvSpPr>
          <p:spPr bwMode="auto">
            <a:xfrm flipV="1">
              <a:off x="5893" y="2659"/>
              <a:ext cx="117"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grpSp>
      <p:grpSp>
        <p:nvGrpSpPr>
          <p:cNvPr id="1040" name="Group 96"/>
          <p:cNvGrpSpPr>
            <a:grpSpLocks/>
          </p:cNvGrpSpPr>
          <p:nvPr/>
        </p:nvGrpSpPr>
        <p:grpSpPr bwMode="auto">
          <a:xfrm>
            <a:off x="12476766" y="3574290"/>
            <a:ext cx="986624" cy="188956"/>
            <a:chOff x="5893" y="2251"/>
            <a:chExt cx="466" cy="119"/>
          </a:xfrm>
        </p:grpSpPr>
        <p:sp>
          <p:nvSpPr>
            <p:cNvPr id="1087" name="Rectangle 97"/>
            <p:cNvSpPr>
              <a:spLocks noChangeArrowheads="1"/>
            </p:cNvSpPr>
            <p:nvPr userDrawn="1"/>
          </p:nvSpPr>
          <p:spPr bwMode="auto">
            <a:xfrm flipV="1">
              <a:off x="6126" y="2251"/>
              <a:ext cx="116" cy="119"/>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88" name="Rectangle 98"/>
            <p:cNvSpPr>
              <a:spLocks noChangeArrowheads="1"/>
            </p:cNvSpPr>
            <p:nvPr userDrawn="1"/>
          </p:nvSpPr>
          <p:spPr bwMode="auto">
            <a:xfrm flipV="1">
              <a:off x="6242" y="2251"/>
              <a:ext cx="117" cy="119"/>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89" name="Rectangle 99"/>
            <p:cNvSpPr>
              <a:spLocks noChangeArrowheads="1"/>
            </p:cNvSpPr>
            <p:nvPr userDrawn="1"/>
          </p:nvSpPr>
          <p:spPr bwMode="auto">
            <a:xfrm flipV="1">
              <a:off x="5893" y="2251"/>
              <a:ext cx="117" cy="119"/>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90" name="Rectangle 100"/>
            <p:cNvSpPr>
              <a:spLocks noChangeArrowheads="1"/>
            </p:cNvSpPr>
            <p:nvPr userDrawn="1"/>
          </p:nvSpPr>
          <p:spPr bwMode="auto">
            <a:xfrm flipV="1">
              <a:off x="6010" y="2251"/>
              <a:ext cx="116" cy="119"/>
            </a:xfrm>
            <a:prstGeom prst="rect">
              <a:avLst/>
            </a:prstGeom>
            <a:solidFill>
              <a:srgbClr val="66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grpSp>
      <p:grpSp>
        <p:nvGrpSpPr>
          <p:cNvPr id="1041" name="Group 101"/>
          <p:cNvGrpSpPr>
            <a:grpSpLocks/>
          </p:cNvGrpSpPr>
          <p:nvPr/>
        </p:nvGrpSpPr>
        <p:grpSpPr bwMode="auto">
          <a:xfrm>
            <a:off x="12476766" y="4582587"/>
            <a:ext cx="986624" cy="182605"/>
            <a:chOff x="5893" y="2886"/>
            <a:chExt cx="466" cy="115"/>
          </a:xfrm>
        </p:grpSpPr>
        <p:sp>
          <p:nvSpPr>
            <p:cNvPr id="1083" name="Rectangle 102"/>
            <p:cNvSpPr>
              <a:spLocks noChangeArrowheads="1"/>
            </p:cNvSpPr>
            <p:nvPr userDrawn="1"/>
          </p:nvSpPr>
          <p:spPr bwMode="auto">
            <a:xfrm flipV="1">
              <a:off x="6010" y="2886"/>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84" name="Rectangle 103"/>
            <p:cNvSpPr>
              <a:spLocks noChangeArrowheads="1"/>
            </p:cNvSpPr>
            <p:nvPr userDrawn="1"/>
          </p:nvSpPr>
          <p:spPr bwMode="auto">
            <a:xfrm flipV="1">
              <a:off x="6126" y="2886"/>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85" name="Rectangle 104"/>
            <p:cNvSpPr>
              <a:spLocks noChangeArrowheads="1"/>
            </p:cNvSpPr>
            <p:nvPr userDrawn="1"/>
          </p:nvSpPr>
          <p:spPr bwMode="auto">
            <a:xfrm flipV="1">
              <a:off x="6242" y="2886"/>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86" name="Rectangle 105"/>
            <p:cNvSpPr>
              <a:spLocks noChangeArrowheads="1"/>
            </p:cNvSpPr>
            <p:nvPr userDrawn="1"/>
          </p:nvSpPr>
          <p:spPr bwMode="auto">
            <a:xfrm flipV="1">
              <a:off x="5893" y="2886"/>
              <a:ext cx="117" cy="11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grpSp>
      <p:grpSp>
        <p:nvGrpSpPr>
          <p:cNvPr id="1042" name="Group 106"/>
          <p:cNvGrpSpPr>
            <a:grpSpLocks/>
          </p:cNvGrpSpPr>
          <p:nvPr/>
        </p:nvGrpSpPr>
        <p:grpSpPr bwMode="auto">
          <a:xfrm>
            <a:off x="12476766" y="4798537"/>
            <a:ext cx="986624" cy="182605"/>
            <a:chOff x="5893" y="3022"/>
            <a:chExt cx="466" cy="115"/>
          </a:xfrm>
        </p:grpSpPr>
        <p:sp>
          <p:nvSpPr>
            <p:cNvPr id="1079" name="Rectangle 107"/>
            <p:cNvSpPr>
              <a:spLocks noChangeArrowheads="1"/>
            </p:cNvSpPr>
            <p:nvPr userDrawn="1"/>
          </p:nvSpPr>
          <p:spPr bwMode="auto">
            <a:xfrm flipV="1">
              <a:off x="6010" y="3022"/>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80" name="Rectangle 108"/>
            <p:cNvSpPr>
              <a:spLocks noChangeArrowheads="1"/>
            </p:cNvSpPr>
            <p:nvPr userDrawn="1"/>
          </p:nvSpPr>
          <p:spPr bwMode="auto">
            <a:xfrm flipV="1">
              <a:off x="6126" y="3022"/>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81" name="Rectangle 109"/>
            <p:cNvSpPr>
              <a:spLocks noChangeArrowheads="1"/>
            </p:cNvSpPr>
            <p:nvPr userDrawn="1"/>
          </p:nvSpPr>
          <p:spPr bwMode="auto">
            <a:xfrm flipV="1">
              <a:off x="6242" y="3022"/>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82" name="Rectangle 110"/>
            <p:cNvSpPr>
              <a:spLocks noChangeArrowheads="1"/>
            </p:cNvSpPr>
            <p:nvPr userDrawn="1"/>
          </p:nvSpPr>
          <p:spPr bwMode="auto">
            <a:xfrm flipV="1">
              <a:off x="5893" y="3022"/>
              <a:ext cx="117" cy="115"/>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grpSp>
      <p:grpSp>
        <p:nvGrpSpPr>
          <p:cNvPr id="1043" name="Group 111"/>
          <p:cNvGrpSpPr>
            <a:grpSpLocks/>
          </p:cNvGrpSpPr>
          <p:nvPr/>
        </p:nvGrpSpPr>
        <p:grpSpPr bwMode="auto">
          <a:xfrm>
            <a:off x="12476766" y="5014486"/>
            <a:ext cx="986624" cy="182605"/>
            <a:chOff x="5893" y="3158"/>
            <a:chExt cx="466" cy="115"/>
          </a:xfrm>
        </p:grpSpPr>
        <p:sp>
          <p:nvSpPr>
            <p:cNvPr id="1075" name="Rectangle 112"/>
            <p:cNvSpPr>
              <a:spLocks noChangeArrowheads="1"/>
            </p:cNvSpPr>
            <p:nvPr userDrawn="1"/>
          </p:nvSpPr>
          <p:spPr bwMode="auto">
            <a:xfrm flipV="1">
              <a:off x="6010" y="3158"/>
              <a:ext cx="116"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76" name="Rectangle 113"/>
            <p:cNvSpPr>
              <a:spLocks noChangeArrowheads="1"/>
            </p:cNvSpPr>
            <p:nvPr userDrawn="1"/>
          </p:nvSpPr>
          <p:spPr bwMode="auto">
            <a:xfrm flipV="1">
              <a:off x="6126" y="3158"/>
              <a:ext cx="116"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77" name="Rectangle 114"/>
            <p:cNvSpPr>
              <a:spLocks noChangeArrowheads="1"/>
            </p:cNvSpPr>
            <p:nvPr userDrawn="1"/>
          </p:nvSpPr>
          <p:spPr bwMode="auto">
            <a:xfrm flipV="1">
              <a:off x="6242" y="3158"/>
              <a:ext cx="117"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78" name="Rectangle 115"/>
            <p:cNvSpPr>
              <a:spLocks noChangeArrowheads="1"/>
            </p:cNvSpPr>
            <p:nvPr userDrawn="1"/>
          </p:nvSpPr>
          <p:spPr bwMode="auto">
            <a:xfrm flipV="1">
              <a:off x="5893" y="3158"/>
              <a:ext cx="117" cy="115"/>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grpSp>
      <p:grpSp>
        <p:nvGrpSpPr>
          <p:cNvPr id="1044" name="Group 116"/>
          <p:cNvGrpSpPr>
            <a:grpSpLocks/>
          </p:cNvGrpSpPr>
          <p:nvPr/>
        </p:nvGrpSpPr>
        <p:grpSpPr bwMode="auto">
          <a:xfrm>
            <a:off x="12476766" y="5374932"/>
            <a:ext cx="986624" cy="182604"/>
            <a:chOff x="5893" y="3385"/>
            <a:chExt cx="466" cy="115"/>
          </a:xfrm>
        </p:grpSpPr>
        <p:sp>
          <p:nvSpPr>
            <p:cNvPr id="1071" name="Rectangle 117"/>
            <p:cNvSpPr>
              <a:spLocks noChangeArrowheads="1"/>
            </p:cNvSpPr>
            <p:nvPr userDrawn="1"/>
          </p:nvSpPr>
          <p:spPr bwMode="auto">
            <a:xfrm flipV="1">
              <a:off x="6010" y="3385"/>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72" name="Rectangle 118"/>
            <p:cNvSpPr>
              <a:spLocks noChangeArrowheads="1"/>
            </p:cNvSpPr>
            <p:nvPr userDrawn="1"/>
          </p:nvSpPr>
          <p:spPr bwMode="auto">
            <a:xfrm flipV="1">
              <a:off x="6126" y="3385"/>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73" name="Rectangle 119"/>
            <p:cNvSpPr>
              <a:spLocks noChangeArrowheads="1"/>
            </p:cNvSpPr>
            <p:nvPr userDrawn="1"/>
          </p:nvSpPr>
          <p:spPr bwMode="auto">
            <a:xfrm flipV="1">
              <a:off x="6242" y="3385"/>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74" name="Rectangle 120"/>
            <p:cNvSpPr>
              <a:spLocks noChangeArrowheads="1"/>
            </p:cNvSpPr>
            <p:nvPr userDrawn="1"/>
          </p:nvSpPr>
          <p:spPr bwMode="auto">
            <a:xfrm flipV="1">
              <a:off x="5893" y="3385"/>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grpSp>
      <p:grpSp>
        <p:nvGrpSpPr>
          <p:cNvPr id="1045" name="Group 121"/>
          <p:cNvGrpSpPr>
            <a:grpSpLocks/>
          </p:cNvGrpSpPr>
          <p:nvPr/>
        </p:nvGrpSpPr>
        <p:grpSpPr bwMode="auto">
          <a:xfrm>
            <a:off x="12476766" y="5590882"/>
            <a:ext cx="986624" cy="182604"/>
            <a:chOff x="5893" y="3521"/>
            <a:chExt cx="466" cy="115"/>
          </a:xfrm>
        </p:grpSpPr>
        <p:sp>
          <p:nvSpPr>
            <p:cNvPr id="1067" name="Rectangle 122"/>
            <p:cNvSpPr>
              <a:spLocks noChangeArrowheads="1"/>
            </p:cNvSpPr>
            <p:nvPr userDrawn="1"/>
          </p:nvSpPr>
          <p:spPr bwMode="auto">
            <a:xfrm flipV="1">
              <a:off x="6010" y="3521"/>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68" name="Rectangle 123"/>
            <p:cNvSpPr>
              <a:spLocks noChangeArrowheads="1"/>
            </p:cNvSpPr>
            <p:nvPr userDrawn="1"/>
          </p:nvSpPr>
          <p:spPr bwMode="auto">
            <a:xfrm flipV="1">
              <a:off x="6126" y="3521"/>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69" name="Rectangle 124"/>
            <p:cNvSpPr>
              <a:spLocks noChangeArrowheads="1"/>
            </p:cNvSpPr>
            <p:nvPr userDrawn="1"/>
          </p:nvSpPr>
          <p:spPr bwMode="auto">
            <a:xfrm flipV="1">
              <a:off x="6242" y="3521"/>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70" name="Rectangle 125"/>
            <p:cNvSpPr>
              <a:spLocks noChangeArrowheads="1"/>
            </p:cNvSpPr>
            <p:nvPr userDrawn="1"/>
          </p:nvSpPr>
          <p:spPr bwMode="auto">
            <a:xfrm flipV="1">
              <a:off x="5893" y="3521"/>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grpSp>
      <p:grpSp>
        <p:nvGrpSpPr>
          <p:cNvPr id="1046" name="Group 126"/>
          <p:cNvGrpSpPr>
            <a:grpSpLocks/>
          </p:cNvGrpSpPr>
          <p:nvPr/>
        </p:nvGrpSpPr>
        <p:grpSpPr bwMode="auto">
          <a:xfrm>
            <a:off x="12476766" y="5806832"/>
            <a:ext cx="986624" cy="182604"/>
            <a:chOff x="5893" y="3657"/>
            <a:chExt cx="466" cy="115"/>
          </a:xfrm>
        </p:grpSpPr>
        <p:sp>
          <p:nvSpPr>
            <p:cNvPr id="1063" name="Rectangle 127"/>
            <p:cNvSpPr>
              <a:spLocks noChangeArrowheads="1"/>
            </p:cNvSpPr>
            <p:nvPr userDrawn="1"/>
          </p:nvSpPr>
          <p:spPr bwMode="auto">
            <a:xfrm flipV="1">
              <a:off x="6010" y="3657"/>
              <a:ext cx="116"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64" name="Rectangle 128"/>
            <p:cNvSpPr>
              <a:spLocks noChangeArrowheads="1"/>
            </p:cNvSpPr>
            <p:nvPr userDrawn="1"/>
          </p:nvSpPr>
          <p:spPr bwMode="auto">
            <a:xfrm flipV="1">
              <a:off x="6126" y="3657"/>
              <a:ext cx="116"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65" name="Rectangle 129"/>
            <p:cNvSpPr>
              <a:spLocks noChangeArrowheads="1"/>
            </p:cNvSpPr>
            <p:nvPr userDrawn="1"/>
          </p:nvSpPr>
          <p:spPr bwMode="auto">
            <a:xfrm flipV="1">
              <a:off x="6242" y="3657"/>
              <a:ext cx="117"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66" name="Rectangle 130"/>
            <p:cNvSpPr>
              <a:spLocks noChangeArrowheads="1"/>
            </p:cNvSpPr>
            <p:nvPr userDrawn="1"/>
          </p:nvSpPr>
          <p:spPr bwMode="auto">
            <a:xfrm flipV="1">
              <a:off x="5893" y="3657"/>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grpSp>
      <p:grpSp>
        <p:nvGrpSpPr>
          <p:cNvPr id="1047" name="Group 131"/>
          <p:cNvGrpSpPr>
            <a:grpSpLocks/>
          </p:cNvGrpSpPr>
          <p:nvPr/>
        </p:nvGrpSpPr>
        <p:grpSpPr bwMode="auto">
          <a:xfrm>
            <a:off x="12476766" y="6167278"/>
            <a:ext cx="986624" cy="182605"/>
            <a:chOff x="5893" y="3884"/>
            <a:chExt cx="466" cy="115"/>
          </a:xfrm>
        </p:grpSpPr>
        <p:sp>
          <p:nvSpPr>
            <p:cNvPr id="1059" name="Rectangle 132"/>
            <p:cNvSpPr>
              <a:spLocks noChangeArrowheads="1"/>
            </p:cNvSpPr>
            <p:nvPr userDrawn="1"/>
          </p:nvSpPr>
          <p:spPr bwMode="auto">
            <a:xfrm flipV="1">
              <a:off x="6010" y="3884"/>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60" name="Rectangle 133"/>
            <p:cNvSpPr>
              <a:spLocks noChangeArrowheads="1"/>
            </p:cNvSpPr>
            <p:nvPr userDrawn="1"/>
          </p:nvSpPr>
          <p:spPr bwMode="auto">
            <a:xfrm flipV="1">
              <a:off x="6126" y="3884"/>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61" name="Rectangle 134"/>
            <p:cNvSpPr>
              <a:spLocks noChangeArrowheads="1"/>
            </p:cNvSpPr>
            <p:nvPr userDrawn="1"/>
          </p:nvSpPr>
          <p:spPr bwMode="auto">
            <a:xfrm flipV="1">
              <a:off x="6242" y="3884"/>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62" name="Rectangle 135"/>
            <p:cNvSpPr>
              <a:spLocks noChangeArrowheads="1"/>
            </p:cNvSpPr>
            <p:nvPr userDrawn="1"/>
          </p:nvSpPr>
          <p:spPr bwMode="auto">
            <a:xfrm flipV="1">
              <a:off x="5893" y="3884"/>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grpSp>
      <p:grpSp>
        <p:nvGrpSpPr>
          <p:cNvPr id="1048" name="Group 136"/>
          <p:cNvGrpSpPr>
            <a:grpSpLocks/>
          </p:cNvGrpSpPr>
          <p:nvPr/>
        </p:nvGrpSpPr>
        <p:grpSpPr bwMode="auto">
          <a:xfrm>
            <a:off x="12476766" y="6392756"/>
            <a:ext cx="986624" cy="182605"/>
            <a:chOff x="5893" y="4026"/>
            <a:chExt cx="466" cy="115"/>
          </a:xfrm>
        </p:grpSpPr>
        <p:sp>
          <p:nvSpPr>
            <p:cNvPr id="1055" name="Rectangle 137"/>
            <p:cNvSpPr>
              <a:spLocks noChangeArrowheads="1"/>
            </p:cNvSpPr>
            <p:nvPr userDrawn="1"/>
          </p:nvSpPr>
          <p:spPr bwMode="auto">
            <a:xfrm flipV="1">
              <a:off x="6010" y="4026"/>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56" name="Rectangle 138"/>
            <p:cNvSpPr>
              <a:spLocks noChangeArrowheads="1"/>
            </p:cNvSpPr>
            <p:nvPr userDrawn="1"/>
          </p:nvSpPr>
          <p:spPr bwMode="auto">
            <a:xfrm flipV="1">
              <a:off x="6126" y="4026"/>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57" name="Rectangle 139"/>
            <p:cNvSpPr>
              <a:spLocks noChangeArrowheads="1"/>
            </p:cNvSpPr>
            <p:nvPr userDrawn="1"/>
          </p:nvSpPr>
          <p:spPr bwMode="auto">
            <a:xfrm flipV="1">
              <a:off x="6242" y="4026"/>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58" name="Rectangle 140"/>
            <p:cNvSpPr>
              <a:spLocks noChangeArrowheads="1"/>
            </p:cNvSpPr>
            <p:nvPr userDrawn="1"/>
          </p:nvSpPr>
          <p:spPr bwMode="auto">
            <a:xfrm flipV="1">
              <a:off x="5893" y="4026"/>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grpSp>
      <p:grpSp>
        <p:nvGrpSpPr>
          <p:cNvPr id="1049" name="Group 141"/>
          <p:cNvGrpSpPr>
            <a:grpSpLocks/>
          </p:cNvGrpSpPr>
          <p:nvPr/>
        </p:nvGrpSpPr>
        <p:grpSpPr bwMode="auto">
          <a:xfrm>
            <a:off x="12476766" y="6616645"/>
            <a:ext cx="986624" cy="182604"/>
            <a:chOff x="5893" y="4167"/>
            <a:chExt cx="466" cy="115"/>
          </a:xfrm>
        </p:grpSpPr>
        <p:sp>
          <p:nvSpPr>
            <p:cNvPr id="1051" name="Rectangle 142"/>
            <p:cNvSpPr>
              <a:spLocks noChangeArrowheads="1"/>
            </p:cNvSpPr>
            <p:nvPr userDrawn="1"/>
          </p:nvSpPr>
          <p:spPr bwMode="auto">
            <a:xfrm flipV="1">
              <a:off x="6010" y="4167"/>
              <a:ext cx="116" cy="11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52" name="Rectangle 143"/>
            <p:cNvSpPr>
              <a:spLocks noChangeArrowheads="1"/>
            </p:cNvSpPr>
            <p:nvPr userDrawn="1"/>
          </p:nvSpPr>
          <p:spPr bwMode="auto">
            <a:xfrm flipV="1">
              <a:off x="6126" y="4167"/>
              <a:ext cx="116" cy="11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53" name="Rectangle 144"/>
            <p:cNvSpPr>
              <a:spLocks noChangeArrowheads="1"/>
            </p:cNvSpPr>
            <p:nvPr userDrawn="1"/>
          </p:nvSpPr>
          <p:spPr bwMode="auto">
            <a:xfrm flipV="1">
              <a:off x="6242" y="4167"/>
              <a:ext cx="117" cy="11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sp>
          <p:nvSpPr>
            <p:cNvPr id="1054" name="Rectangle 145"/>
            <p:cNvSpPr>
              <a:spLocks noChangeArrowheads="1"/>
            </p:cNvSpPr>
            <p:nvPr userDrawn="1"/>
          </p:nvSpPr>
          <p:spPr bwMode="auto">
            <a:xfrm flipV="1">
              <a:off x="5893" y="4167"/>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a:solidFill>
                    <a:schemeClr val="bg1"/>
                  </a:solidFill>
                  <a:latin typeface="FrutigerNext LT Regular" panose="020B0803040504020204" pitchFamily="34" charset="0"/>
                  <a:ea typeface="MS PGothic" panose="020B0600070205080204" pitchFamily="34" charset="-128"/>
                </a:defRPr>
              </a:lvl1pPr>
              <a:lvl2pPr marL="742950" indent="-285750">
                <a:defRPr sz="1200">
                  <a:solidFill>
                    <a:schemeClr val="bg1"/>
                  </a:solidFill>
                  <a:latin typeface="FrutigerNext LT Regular" panose="020B0803040504020204" pitchFamily="34" charset="0"/>
                  <a:ea typeface="MS PGothic" panose="020B0600070205080204" pitchFamily="34" charset="-128"/>
                </a:defRPr>
              </a:lvl2pPr>
              <a:lvl3pPr marL="1143000" indent="-228600">
                <a:defRPr sz="1200">
                  <a:solidFill>
                    <a:schemeClr val="bg1"/>
                  </a:solidFill>
                  <a:latin typeface="FrutigerNext LT Regular" panose="020B0803040504020204" pitchFamily="34" charset="0"/>
                  <a:ea typeface="MS PGothic" panose="020B0600070205080204" pitchFamily="34" charset="-128"/>
                </a:defRPr>
              </a:lvl3pPr>
              <a:lvl4pPr marL="1600200" indent="-228600">
                <a:defRPr sz="1200">
                  <a:solidFill>
                    <a:schemeClr val="bg1"/>
                  </a:solidFill>
                  <a:latin typeface="FrutigerNext LT Regular" panose="020B0803040504020204" pitchFamily="34" charset="0"/>
                  <a:ea typeface="MS PGothic" panose="020B0600070205080204" pitchFamily="34" charset="-128"/>
                </a:defRPr>
              </a:lvl4pPr>
              <a:lvl5pPr marL="2057400" indent="-228600">
                <a:defRPr sz="1200">
                  <a:solidFill>
                    <a:schemeClr val="bg1"/>
                  </a:solidFill>
                  <a:latin typeface="FrutigerNext LT Regular" panose="020B0803040504020204" pitchFamily="34" charset="0"/>
                  <a:ea typeface="MS PGothic" panose="020B0600070205080204" pitchFamily="34" charset="-128"/>
                </a:defRPr>
              </a:lvl5pPr>
              <a:lvl6pPr marL="25146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6pPr>
              <a:lvl7pPr marL="29718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7pPr>
              <a:lvl8pPr marL="34290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8pPr>
              <a:lvl9pPr marL="3886200" indent="-228600" eaLnBrk="0" fontAlgn="base" hangingPunct="0">
                <a:spcBef>
                  <a:spcPct val="0"/>
                </a:spcBef>
                <a:spcAft>
                  <a:spcPct val="0"/>
                </a:spcAft>
                <a:defRPr sz="1200">
                  <a:solidFill>
                    <a:schemeClr val="bg1"/>
                  </a:solidFill>
                  <a:latin typeface="FrutigerNext LT Regular" panose="020B0803040504020204" pitchFamily="34" charset="0"/>
                  <a:ea typeface="MS PGothic" panose="020B0600070205080204" pitchFamily="34" charset="-128"/>
                </a:defRPr>
              </a:lvl9pPr>
            </a:lstStyle>
            <a:p>
              <a:pPr defTabSz="914583" fontAlgn="base">
                <a:spcBef>
                  <a:spcPct val="0"/>
                </a:spcBef>
                <a:spcAft>
                  <a:spcPct val="0"/>
                </a:spcAft>
                <a:defRPr/>
              </a:pPr>
              <a:endParaRPr lang="zh-CN" altLang="en-US" smtClean="0">
                <a:solidFill>
                  <a:srgbClr val="FFFFFF"/>
                </a:solidFill>
              </a:endParaRPr>
            </a:p>
          </p:txBody>
        </p:sp>
      </p:grpSp>
      <p:sp>
        <p:nvSpPr>
          <p:cNvPr id="1050" name="Line 146"/>
          <p:cNvSpPr>
            <a:spLocks noChangeShapeType="1"/>
          </p:cNvSpPr>
          <p:nvPr userDrawn="1"/>
        </p:nvSpPr>
        <p:spPr bwMode="auto">
          <a:xfrm flipV="1">
            <a:off x="334520" y="908260"/>
            <a:ext cx="11621410" cy="0"/>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a:lstStyle/>
          <a:p>
            <a:pPr defTabSz="914583" eaLnBrk="0" fontAlgn="base" hangingPunct="0">
              <a:spcBef>
                <a:spcPct val="0"/>
              </a:spcBef>
              <a:spcAft>
                <a:spcPct val="0"/>
              </a:spcAft>
            </a:pPr>
            <a:endParaRPr lang="en-US" sz="1200">
              <a:solidFill>
                <a:srgbClr val="FFFFFF"/>
              </a:solidFill>
              <a:ea typeface="MS PGothic" panose="020B0600070205080204" pitchFamily="34" charset="-128"/>
            </a:endParaRPr>
          </a:p>
        </p:txBody>
      </p:sp>
    </p:spTree>
    <p:extLst>
      <p:ext uri="{BB962C8B-B14F-4D97-AF65-F5344CB8AC3E}">
        <p14:creationId xmlns:p14="http://schemas.microsoft.com/office/powerpoint/2010/main" val="72572014"/>
      </p:ext>
    </p:extLst>
  </p:cSld>
  <p:clrMap bg1="lt1" tx1="dk1" bg2="lt2" tx2="dk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 id="2147483855" r:id="rId12"/>
    <p:sldLayoutId id="2147483856" r:id="rId13"/>
    <p:sldLayoutId id="2147483857" r:id="rId14"/>
    <p:sldLayoutId id="2147483858" r:id="rId15"/>
  </p:sldLayoutIdLst>
  <p:hf sldNum="0" hdr="0" ftr="0"/>
  <p:txStyles>
    <p:titleStyle>
      <a:lvl1pPr algn="l" defTabSz="801848" rtl="0" eaLnBrk="0" fontAlgn="base" hangingPunct="0">
        <a:spcBef>
          <a:spcPct val="0"/>
        </a:spcBef>
        <a:spcAft>
          <a:spcPct val="0"/>
        </a:spcAft>
        <a:defRPr sz="3401">
          <a:solidFill>
            <a:srgbClr val="990000"/>
          </a:solidFill>
          <a:latin typeface="+mj-lt"/>
          <a:ea typeface="+mj-ea"/>
          <a:cs typeface="+mj-cs"/>
        </a:defRPr>
      </a:lvl1pPr>
      <a:lvl2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2pPr>
      <a:lvl3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3pPr>
      <a:lvl4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4pPr>
      <a:lvl5pPr algn="l" defTabSz="801848" rtl="0" eaLnBrk="0" fontAlgn="base" hangingPunct="0">
        <a:spcBef>
          <a:spcPct val="0"/>
        </a:spcBef>
        <a:spcAft>
          <a:spcPct val="0"/>
        </a:spcAft>
        <a:defRPr sz="3401">
          <a:solidFill>
            <a:srgbClr val="990000"/>
          </a:solidFill>
          <a:latin typeface="FrutigerNext LT Medium" pitchFamily="34" charset="0"/>
          <a:ea typeface="黑体" pitchFamily="2" charset="-122"/>
        </a:defRPr>
      </a:lvl5pPr>
      <a:lvl6pPr marL="457291" algn="l" defTabSz="801848" rtl="0" fontAlgn="base">
        <a:spcBef>
          <a:spcPct val="0"/>
        </a:spcBef>
        <a:spcAft>
          <a:spcPct val="0"/>
        </a:spcAft>
        <a:defRPr sz="3401">
          <a:solidFill>
            <a:srgbClr val="990000"/>
          </a:solidFill>
          <a:latin typeface="FrutigerNext LT Medium" pitchFamily="34" charset="0"/>
          <a:ea typeface="黑体" pitchFamily="2" charset="-122"/>
        </a:defRPr>
      </a:lvl6pPr>
      <a:lvl7pPr marL="914583" algn="l" defTabSz="801848" rtl="0" fontAlgn="base">
        <a:spcBef>
          <a:spcPct val="0"/>
        </a:spcBef>
        <a:spcAft>
          <a:spcPct val="0"/>
        </a:spcAft>
        <a:defRPr sz="3401">
          <a:solidFill>
            <a:srgbClr val="990000"/>
          </a:solidFill>
          <a:latin typeface="FrutigerNext LT Medium" pitchFamily="34" charset="0"/>
          <a:ea typeface="黑体" pitchFamily="2" charset="-122"/>
        </a:defRPr>
      </a:lvl7pPr>
      <a:lvl8pPr marL="1371874" algn="l" defTabSz="801848" rtl="0" fontAlgn="base">
        <a:spcBef>
          <a:spcPct val="0"/>
        </a:spcBef>
        <a:spcAft>
          <a:spcPct val="0"/>
        </a:spcAft>
        <a:defRPr sz="3401">
          <a:solidFill>
            <a:srgbClr val="990000"/>
          </a:solidFill>
          <a:latin typeface="FrutigerNext LT Medium" pitchFamily="34" charset="0"/>
          <a:ea typeface="黑体" pitchFamily="2" charset="-122"/>
        </a:defRPr>
      </a:lvl8pPr>
      <a:lvl9pPr marL="1829166" algn="l" defTabSz="801848" rtl="0" fontAlgn="base">
        <a:spcBef>
          <a:spcPct val="0"/>
        </a:spcBef>
        <a:spcAft>
          <a:spcPct val="0"/>
        </a:spcAft>
        <a:defRPr sz="3401">
          <a:solidFill>
            <a:srgbClr val="990000"/>
          </a:solidFill>
          <a:latin typeface="FrutigerNext LT Medium" pitchFamily="34" charset="0"/>
          <a:ea typeface="黑体" pitchFamily="2" charset="-122"/>
        </a:defRPr>
      </a:lvl9pPr>
    </p:titleStyle>
    <p:bodyStyle>
      <a:lvl1pPr marL="300098" indent="-300098" algn="l" defTabSz="801848" rtl="0" eaLnBrk="0" fontAlgn="base" hangingPunct="0">
        <a:lnSpc>
          <a:spcPct val="140000"/>
        </a:lnSpc>
        <a:spcBef>
          <a:spcPct val="0"/>
        </a:spcBef>
        <a:spcAft>
          <a:spcPct val="0"/>
        </a:spcAft>
        <a:buClr>
          <a:schemeClr val="bg2"/>
        </a:buClr>
        <a:buSzPct val="60000"/>
        <a:buFont typeface="Wingdings" pitchFamily="2" charset="2"/>
        <a:buChar char="l"/>
        <a:defRPr sz="2000" b="1">
          <a:solidFill>
            <a:schemeClr val="tx1"/>
          </a:solidFill>
          <a:latin typeface="+mn-lt"/>
          <a:ea typeface="+mn-ea"/>
          <a:cs typeface="+mn-cs"/>
        </a:defRPr>
      </a:lvl1pPr>
      <a:lvl2pPr marL="652593" indent="-250875" algn="l" defTabSz="801848" rtl="0" eaLnBrk="0" fontAlgn="base" hangingPunct="0">
        <a:lnSpc>
          <a:spcPct val="140000"/>
        </a:lnSpc>
        <a:spcBef>
          <a:spcPct val="0"/>
        </a:spcBef>
        <a:spcAft>
          <a:spcPct val="0"/>
        </a:spcAft>
        <a:buClr>
          <a:schemeClr val="tx1"/>
        </a:buClr>
        <a:buSzPct val="50000"/>
        <a:buFont typeface="Wingdings" pitchFamily="2" charset="2"/>
        <a:buChar char="p"/>
        <a:defRPr>
          <a:solidFill>
            <a:schemeClr val="tx1"/>
          </a:solidFill>
          <a:latin typeface="+mn-lt"/>
          <a:ea typeface="+mn-ea"/>
        </a:defRPr>
      </a:lvl2pPr>
      <a:lvl3pPr marL="1003501" indent="-201653" algn="l" defTabSz="801848" rtl="0" eaLnBrk="0" fontAlgn="base" hangingPunct="0">
        <a:lnSpc>
          <a:spcPct val="140000"/>
        </a:lnSpc>
        <a:spcBef>
          <a:spcPct val="0"/>
        </a:spcBef>
        <a:spcAft>
          <a:spcPct val="0"/>
        </a:spcAft>
        <a:buSzPct val="50000"/>
        <a:buFont typeface="Wingdings" panose="05000000000000000000" pitchFamily="2" charset="2"/>
        <a:buChar char="n"/>
        <a:defRPr sz="1600">
          <a:solidFill>
            <a:schemeClr val="tx1"/>
          </a:solidFill>
          <a:latin typeface="FrutigerNext LT Light" pitchFamily="34" charset="0"/>
          <a:ea typeface="+mn-ea"/>
        </a:defRPr>
      </a:lvl3pPr>
      <a:lvl4pPr marL="1402043" indent="-200065" algn="l" defTabSz="801848" rtl="0" eaLnBrk="0" fontAlgn="base" hangingPunct="0">
        <a:lnSpc>
          <a:spcPct val="140000"/>
        </a:lnSpc>
        <a:spcBef>
          <a:spcPct val="0"/>
        </a:spcBef>
        <a:spcAft>
          <a:spcPct val="0"/>
        </a:spcAft>
        <a:buChar char="–"/>
        <a:defRPr sz="1400">
          <a:solidFill>
            <a:schemeClr val="tx1"/>
          </a:solidFill>
          <a:latin typeface="+mj-lt"/>
          <a:ea typeface="+mn-ea"/>
        </a:defRPr>
      </a:lvl4pPr>
      <a:lvl5pPr marL="1803761" indent="-201653" algn="l" defTabSz="801848" rtl="0"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mj-lt"/>
          <a:ea typeface="+mn-ea"/>
        </a:defRPr>
      </a:lvl5pPr>
      <a:lvl6pPr marL="2261052"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6pPr>
      <a:lvl7pPr marL="2718344"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7pPr>
      <a:lvl8pPr marL="3175635"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8pPr>
      <a:lvl9pPr marL="3632926" indent="-201653" algn="l" defTabSz="80184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9pPr>
    </p:bodyStyle>
    <p:otherStyle>
      <a:defPPr>
        <a:defRPr lang="zh-CN"/>
      </a:defPPr>
      <a:lvl1pPr marL="0" algn="l" defTabSz="914583" rtl="0" eaLnBrk="1" latinLnBrk="0" hangingPunct="1">
        <a:defRPr sz="1800" kern="1200">
          <a:solidFill>
            <a:schemeClr val="tx1"/>
          </a:solidFill>
          <a:latin typeface="+mn-lt"/>
          <a:ea typeface="+mn-ea"/>
          <a:cs typeface="+mn-cs"/>
        </a:defRPr>
      </a:lvl1pPr>
      <a:lvl2pPr marL="457291" algn="l" defTabSz="914583" rtl="0" eaLnBrk="1" latinLnBrk="0" hangingPunct="1">
        <a:defRPr sz="1800" kern="1200">
          <a:solidFill>
            <a:schemeClr val="tx1"/>
          </a:solidFill>
          <a:latin typeface="+mn-lt"/>
          <a:ea typeface="+mn-ea"/>
          <a:cs typeface="+mn-cs"/>
        </a:defRPr>
      </a:lvl2pPr>
      <a:lvl3pPr marL="914583" algn="l" defTabSz="914583" rtl="0" eaLnBrk="1" latinLnBrk="0" hangingPunct="1">
        <a:defRPr sz="1800" kern="1200">
          <a:solidFill>
            <a:schemeClr val="tx1"/>
          </a:solidFill>
          <a:latin typeface="+mn-lt"/>
          <a:ea typeface="+mn-ea"/>
          <a:cs typeface="+mn-cs"/>
        </a:defRPr>
      </a:lvl3pPr>
      <a:lvl4pPr marL="1371874" algn="l" defTabSz="914583" rtl="0" eaLnBrk="1" latinLnBrk="0" hangingPunct="1">
        <a:defRPr sz="1800" kern="1200">
          <a:solidFill>
            <a:schemeClr val="tx1"/>
          </a:solidFill>
          <a:latin typeface="+mn-lt"/>
          <a:ea typeface="+mn-ea"/>
          <a:cs typeface="+mn-cs"/>
        </a:defRPr>
      </a:lvl4pPr>
      <a:lvl5pPr marL="1829166" algn="l" defTabSz="914583" rtl="0" eaLnBrk="1" latinLnBrk="0" hangingPunct="1">
        <a:defRPr sz="1800" kern="1200">
          <a:solidFill>
            <a:schemeClr val="tx1"/>
          </a:solidFill>
          <a:latin typeface="+mn-lt"/>
          <a:ea typeface="+mn-ea"/>
          <a:cs typeface="+mn-cs"/>
        </a:defRPr>
      </a:lvl5pPr>
      <a:lvl6pPr marL="2286457" algn="l" defTabSz="914583" rtl="0" eaLnBrk="1" latinLnBrk="0" hangingPunct="1">
        <a:defRPr sz="1800" kern="1200">
          <a:solidFill>
            <a:schemeClr val="tx1"/>
          </a:solidFill>
          <a:latin typeface="+mn-lt"/>
          <a:ea typeface="+mn-ea"/>
          <a:cs typeface="+mn-cs"/>
        </a:defRPr>
      </a:lvl6pPr>
      <a:lvl7pPr marL="2743749" algn="l" defTabSz="914583" rtl="0" eaLnBrk="1" latinLnBrk="0" hangingPunct="1">
        <a:defRPr sz="1800" kern="1200">
          <a:solidFill>
            <a:schemeClr val="tx1"/>
          </a:solidFill>
          <a:latin typeface="+mn-lt"/>
          <a:ea typeface="+mn-ea"/>
          <a:cs typeface="+mn-cs"/>
        </a:defRPr>
      </a:lvl7pPr>
      <a:lvl8pPr marL="3201040" algn="l" defTabSz="914583" rtl="0" eaLnBrk="1" latinLnBrk="0" hangingPunct="1">
        <a:defRPr sz="1800" kern="1200">
          <a:solidFill>
            <a:schemeClr val="tx1"/>
          </a:solidFill>
          <a:latin typeface="+mn-lt"/>
          <a:ea typeface="+mn-ea"/>
          <a:cs typeface="+mn-cs"/>
        </a:defRPr>
      </a:lvl8pPr>
      <a:lvl9pPr marL="3658332" algn="l" defTabSz="91458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jpg"/><Relationship Id="rId7" Type="http://schemas.openxmlformats.org/officeDocument/2006/relationships/image" Target="../media/image14.jpeg"/><Relationship Id="rId2" Type="http://schemas.openxmlformats.org/officeDocument/2006/relationships/image" Target="../media/image9.png"/><Relationship Id="rId1" Type="http://schemas.openxmlformats.org/officeDocument/2006/relationships/slideLayout" Target="../slideLayouts/slideLayout6.xml"/><Relationship Id="rId6" Type="http://schemas.openxmlformats.org/officeDocument/2006/relationships/image" Target="../media/image13.jpeg"/><Relationship Id="rId5" Type="http://schemas.openxmlformats.org/officeDocument/2006/relationships/image" Target="../media/image12.jpg"/><Relationship Id="rId4" Type="http://schemas.openxmlformats.org/officeDocument/2006/relationships/image" Target="../media/image11.jpe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2.png"/><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36.png"/><Relationship Id="rId1" Type="http://schemas.openxmlformats.org/officeDocument/2006/relationships/slideLayout" Target="../slideLayouts/slideLayout6.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85019" y="1944481"/>
            <a:ext cx="9532168" cy="1325620"/>
          </a:xfrm>
        </p:spPr>
        <p:txBody>
          <a:bodyPr/>
          <a:lstStyle/>
          <a:p>
            <a:r>
              <a:rPr lang="en-US" altLang="zh-CN" dirty="0" smtClean="0"/>
              <a:t>AMOLED</a:t>
            </a:r>
            <a:br>
              <a:rPr lang="en-US" altLang="zh-CN" dirty="0" smtClean="0"/>
            </a:br>
            <a:r>
              <a:rPr lang="en-US" altLang="zh-CN" dirty="0" smtClean="0"/>
              <a:t>Image sticking prevention/compensation</a:t>
            </a:r>
            <a:endParaRPr lang="zh-CN" altLang="en-US" dirty="0"/>
          </a:p>
        </p:txBody>
      </p:sp>
      <p:sp>
        <p:nvSpPr>
          <p:cNvPr id="3" name="副标题 2"/>
          <p:cNvSpPr>
            <a:spLocks noGrp="1"/>
          </p:cNvSpPr>
          <p:nvPr>
            <p:ph type="subTitle" idx="11"/>
          </p:nvPr>
        </p:nvSpPr>
        <p:spPr>
          <a:xfrm>
            <a:off x="985019" y="3501802"/>
            <a:ext cx="5341168" cy="904863"/>
          </a:xfrm>
        </p:spPr>
        <p:txBody>
          <a:bodyPr/>
          <a:lstStyle/>
          <a:p>
            <a:r>
              <a:rPr lang="en-US" altLang="zh-CN" dirty="0" smtClean="0"/>
              <a:t>DMTL</a:t>
            </a:r>
          </a:p>
          <a:p>
            <a:r>
              <a:rPr lang="en-US" altLang="zh-CN" dirty="0" smtClean="0"/>
              <a:t>Matsui (00467790)</a:t>
            </a:r>
          </a:p>
        </p:txBody>
      </p:sp>
      <p:sp>
        <p:nvSpPr>
          <p:cNvPr id="5" name="Rectangle 13"/>
          <p:cNvSpPr>
            <a:spLocks noChangeArrowheads="1"/>
          </p:cNvSpPr>
          <p:nvPr/>
        </p:nvSpPr>
        <p:spPr bwMode="auto">
          <a:xfrm>
            <a:off x="985019" y="1215666"/>
            <a:ext cx="195368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200" b="1" dirty="0" smtClean="0"/>
              <a:t>30/ Aug/ 2018</a:t>
            </a:r>
            <a:endParaRPr lang="en-US" altLang="zh-CN" sz="1200" b="1" dirty="0">
              <a:solidFill>
                <a:srgbClr val="666666"/>
              </a:solidFill>
              <a:latin typeface="Arial" panose="020B0604020202020204" pitchFamily="34" charset="0"/>
              <a:ea typeface="MS PGothic" pitchFamily="34" charset="-128"/>
              <a:cs typeface="Arial" panose="020B0604020202020204" pitchFamily="34" charset="0"/>
            </a:endParaRPr>
          </a:p>
        </p:txBody>
      </p:sp>
    </p:spTree>
    <p:extLst>
      <p:ext uri="{BB962C8B-B14F-4D97-AF65-F5344CB8AC3E}">
        <p14:creationId xmlns:p14="http://schemas.microsoft.com/office/powerpoint/2010/main" val="16329132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日期占位符 3"/>
          <p:cNvSpPr>
            <a:spLocks noGrp="1"/>
          </p:cNvSpPr>
          <p:nvPr>
            <p:ph type="dt" sz="quarter" idx="4294967295"/>
          </p:nvPr>
        </p:nvSpPr>
        <p:spPr>
          <a:xfrm>
            <a:off x="7887115" y="6491203"/>
            <a:ext cx="2097572" cy="45571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1848">
              <a:lnSpc>
                <a:spcPct val="140000"/>
              </a:lnSpc>
              <a:buClr>
                <a:schemeClr val="bg2"/>
              </a:buClr>
              <a:buSzPct val="60000"/>
              <a:buFont typeface="Wingdings" panose="05000000000000000000" pitchFamily="2" charset="2"/>
              <a:buChar char="l"/>
              <a:defRPr sz="2000" b="1">
                <a:solidFill>
                  <a:schemeClr val="tx1"/>
                </a:solidFill>
                <a:latin typeface="Arial" panose="020B0604020202020204" pitchFamily="34" charset="0"/>
                <a:ea typeface="华文细黑" panose="02010600040101010101" pitchFamily="2" charset="-122"/>
              </a:defRPr>
            </a:lvl1pPr>
            <a:lvl2pPr marL="743099" indent="-285807" defTabSz="801848">
              <a:lnSpc>
                <a:spcPct val="140000"/>
              </a:lnSpc>
              <a:buClr>
                <a:schemeClr val="tx1"/>
              </a:buClr>
              <a:buSzPct val="50000"/>
              <a:buFont typeface="Wingdings" panose="05000000000000000000" pitchFamily="2" charset="2"/>
              <a:buChar char="p"/>
              <a:defRPr>
                <a:solidFill>
                  <a:schemeClr val="tx1"/>
                </a:solidFill>
                <a:latin typeface="Arial" panose="020B0604020202020204" pitchFamily="34" charset="0"/>
                <a:ea typeface="华文细黑" panose="02010600040101010101" pitchFamily="2" charset="-122"/>
              </a:defRPr>
            </a:lvl2pPr>
            <a:lvl3pPr marL="1143229" indent="-228646" defTabSz="801848">
              <a:lnSpc>
                <a:spcPct val="140000"/>
              </a:lnSpc>
              <a:buSzPct val="50000"/>
              <a:buFont typeface="Wingdings" panose="05000000000000000000" pitchFamily="2" charset="2"/>
              <a:buChar char="n"/>
              <a:defRPr sz="1600">
                <a:solidFill>
                  <a:schemeClr val="tx1"/>
                </a:solidFill>
                <a:latin typeface="Arial" panose="020B0604020202020204" pitchFamily="34" charset="0"/>
                <a:ea typeface="华文细黑" panose="02010600040101010101" pitchFamily="2" charset="-122"/>
              </a:defRPr>
            </a:lvl3pPr>
            <a:lvl4pPr marL="1600520" indent="-228646" defTabSz="801848">
              <a:lnSpc>
                <a:spcPct val="140000"/>
              </a:lnSpc>
              <a:buChar char="–"/>
              <a:defRPr sz="1400">
                <a:solidFill>
                  <a:schemeClr val="tx1"/>
                </a:solidFill>
                <a:latin typeface="Arial" panose="020B0604020202020204" pitchFamily="34" charset="0"/>
                <a:ea typeface="华文细黑" panose="02010600040101010101" pitchFamily="2" charset="-122"/>
              </a:defRPr>
            </a:lvl4pPr>
            <a:lvl5pPr marL="2057811" indent="-228646" defTabSz="801848">
              <a:lnSpc>
                <a:spcPct val="140000"/>
              </a:lnSpc>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5pPr>
            <a:lvl6pPr marL="2515103"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6pPr>
            <a:lvl7pPr marL="2972394"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7pPr>
            <a:lvl8pPr marL="3429686"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8pPr>
            <a:lvl9pPr marL="3886977"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9pPr>
          </a:lstStyle>
          <a:p>
            <a:pPr>
              <a:lnSpc>
                <a:spcPct val="85000"/>
              </a:lnSpc>
              <a:buClrTx/>
              <a:buSzTx/>
              <a:buFontTx/>
              <a:buNone/>
            </a:pPr>
            <a:r>
              <a:rPr lang="de-DE" altLang="zh-CN" sz="1200" b="0">
                <a:solidFill>
                  <a:srgbClr val="000000"/>
                </a:solidFill>
                <a:ea typeface="MS PGothic" panose="020B0600070205080204" pitchFamily="34" charset="-128"/>
              </a:rPr>
              <a:t>Page </a:t>
            </a:r>
            <a:fld id="{8D839213-7A7B-4A64-9274-9FA6A4197B37}" type="slidenum">
              <a:rPr lang="de-DE" altLang="zh-CN" sz="1200" b="0">
                <a:solidFill>
                  <a:srgbClr val="000000"/>
                </a:solidFill>
                <a:ea typeface="MS PGothic" panose="020B0600070205080204" pitchFamily="34" charset="-128"/>
              </a:rPr>
              <a:pPr>
                <a:lnSpc>
                  <a:spcPct val="85000"/>
                </a:lnSpc>
                <a:buClrTx/>
                <a:buSzTx/>
                <a:buFontTx/>
                <a:buNone/>
              </a:pPr>
              <a:t>2</a:t>
            </a:fld>
            <a:endParaRPr lang="en-GB" altLang="zh-CN" sz="1200" b="0">
              <a:solidFill>
                <a:srgbClr val="000000"/>
              </a:solidFill>
              <a:ea typeface="MS PGothic" panose="020B0600070205080204" pitchFamily="34" charset="-128"/>
            </a:endParaRPr>
          </a:p>
        </p:txBody>
      </p:sp>
      <p:sp>
        <p:nvSpPr>
          <p:cNvPr id="71" name="Rectangle 5"/>
          <p:cNvSpPr>
            <a:spLocks noChangeArrowheads="1"/>
          </p:cNvSpPr>
          <p:nvPr/>
        </p:nvSpPr>
        <p:spPr bwMode="auto">
          <a:xfrm>
            <a:off x="346614" y="429677"/>
            <a:ext cx="7169221" cy="38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804" tIns="39402" rIns="78804" bIns="39402"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5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1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914583" eaLnBrk="0" fontAlgn="base" hangingPunct="0">
              <a:spcBef>
                <a:spcPct val="0"/>
              </a:spcBef>
              <a:spcAft>
                <a:spcPct val="0"/>
              </a:spcAft>
              <a:buFontTx/>
              <a:buNone/>
            </a:pPr>
            <a:r>
              <a:rPr lang="en-US" sz="2801" b="1" dirty="0" smtClean="0">
                <a:solidFill>
                  <a:srgbClr val="990000"/>
                </a:solidFill>
                <a:ea typeface="黑体"/>
                <a:cs typeface="Arial" pitchFamily="34" charset="0"/>
              </a:rPr>
              <a:t>Self-introduction</a:t>
            </a:r>
            <a:endParaRPr lang="zh-CN" altLang="zh-CN" sz="2801" b="1" dirty="0">
              <a:solidFill>
                <a:srgbClr val="990000"/>
              </a:solidFill>
              <a:ea typeface="黑体"/>
              <a:cs typeface="Arial" pitchFamily="34" charset="0"/>
              <a:sym typeface="Arial" panose="020B0604020202020204" pitchFamily="34" charset="0"/>
            </a:endParaRPr>
          </a:p>
        </p:txBody>
      </p:sp>
      <p:sp>
        <p:nvSpPr>
          <p:cNvPr id="55" name="テキスト ボックス 9"/>
          <p:cNvSpPr txBox="1"/>
          <p:nvPr/>
        </p:nvSpPr>
        <p:spPr>
          <a:xfrm>
            <a:off x="532713" y="1599627"/>
            <a:ext cx="4904249" cy="1577355"/>
          </a:xfrm>
          <a:prstGeom prst="rect">
            <a:avLst/>
          </a:prstGeom>
          <a:noFill/>
        </p:spPr>
        <p:txBody>
          <a:bodyPr wrap="square" rtlCol="0">
            <a:spAutoFit/>
          </a:bodyPr>
          <a:lstStyle/>
          <a:p>
            <a:pPr defTabSz="914400">
              <a:spcAft>
                <a:spcPts val="300"/>
              </a:spcAft>
            </a:pPr>
            <a:r>
              <a:rPr kumimoji="1" lang="ja-JP" altLang="en-US"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Design </a:t>
            </a:r>
            <a:r>
              <a:rPr kumimoji="1" lang="en-US" altLang="ja-JP" sz="14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of LCD panel with optical sensor</a:t>
            </a:r>
          </a:p>
          <a:p>
            <a:pPr defTabSz="914400">
              <a:spcAft>
                <a:spcPts val="300"/>
              </a:spcAft>
            </a:pPr>
            <a:r>
              <a:rPr kumimoji="1" lang="ja-JP" altLang="en-US"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Panel </a:t>
            </a:r>
            <a:r>
              <a:rPr kumimoji="1" lang="en-US" altLang="ja-JP" sz="14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design with various partners</a:t>
            </a:r>
            <a:r>
              <a:rPr kumimoji="1" lang="en-US" altLang="ja-JP" sz="12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(TMD, </a:t>
            </a:r>
            <a:r>
              <a:rPr kumimoji="1" lang="en-US" altLang="ja-JP" sz="1200" dirty="0" err="1">
                <a:solidFill>
                  <a:srgbClr val="000000"/>
                </a:solidFill>
                <a:latin typeface="Meiryo UI" panose="020B0604030504040204" pitchFamily="50" charset="-128"/>
                <a:ea typeface="Meiryo UI" panose="020B0604030504040204" pitchFamily="50" charset="-128"/>
                <a:cs typeface="Meiryo UI" panose="020B0604030504040204" pitchFamily="50" charset="-128"/>
              </a:rPr>
              <a:t>Imec</a:t>
            </a:r>
            <a:r>
              <a:rPr kumimoji="1" lang="en-US" altLang="ja-JP" sz="12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etc.)</a:t>
            </a:r>
            <a:endParaRPr kumimoji="1" lang="en-US" altLang="ja-JP" sz="14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defTabSz="914400">
              <a:spcAft>
                <a:spcPts val="300"/>
              </a:spcAft>
            </a:pPr>
            <a:r>
              <a:rPr kumimoji="1" lang="ja-JP" altLang="en-US"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Development </a:t>
            </a:r>
            <a:r>
              <a:rPr kumimoji="1" lang="en-US" altLang="ja-JP" sz="14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of the compensation </a:t>
            </a:r>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algorithm</a:t>
            </a:r>
          </a:p>
          <a:p>
            <a:pPr defTabSz="914400">
              <a:spcAft>
                <a:spcPts val="300"/>
              </a:spcAft>
            </a:pPr>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     for the OLED image sticking</a:t>
            </a:r>
          </a:p>
          <a:p>
            <a:pPr defTabSz="914400">
              <a:spcAft>
                <a:spcPts val="300"/>
              </a:spcAft>
            </a:pPr>
            <a:r>
              <a:rPr kumimoji="1" lang="ja-JP" altLang="en-US"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Much </a:t>
            </a:r>
            <a:r>
              <a:rPr kumimoji="1" lang="en-US" altLang="ja-JP" sz="14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experience in various LCD/OLED panel</a:t>
            </a:r>
          </a:p>
          <a:p>
            <a:pPr defTabSz="914400">
              <a:spcAft>
                <a:spcPts val="300"/>
              </a:spcAft>
            </a:pPr>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(The </a:t>
            </a:r>
            <a:r>
              <a:rPr kumimoji="1" lang="en-US" altLang="ja-JP" sz="12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world’s first mass-production </a:t>
            </a:r>
            <a:r>
              <a:rPr kumimoji="1" lang="en-US" altLang="ja-JP" sz="12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of </a:t>
            </a:r>
            <a:r>
              <a:rPr kumimoji="1" lang="en-US" altLang="ja-JP" sz="12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the print </a:t>
            </a:r>
            <a:r>
              <a:rPr kumimoji="1" lang="en-US" altLang="ja-JP" sz="12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OLED)</a:t>
            </a:r>
            <a:endParaRPr kumimoji="1" lang="en-US" altLang="ja-JP" sz="12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6" name="角丸四角形 7"/>
          <p:cNvSpPr/>
          <p:nvPr/>
        </p:nvSpPr>
        <p:spPr>
          <a:xfrm>
            <a:off x="482099" y="1280523"/>
            <a:ext cx="2377833" cy="279636"/>
          </a:xfrm>
          <a:prstGeom prst="roundRect">
            <a:avLst/>
          </a:prstGeom>
          <a:solidFill>
            <a:srgbClr val="797B7E"/>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balanced" dir="t">
              <a:rot lat="0" lon="0" rev="8700000"/>
            </a:lightRig>
          </a:scene3d>
          <a:sp3d>
            <a:bevelT w="190500" h="38100"/>
          </a:sp3d>
        </p:spPr>
        <p:txBody>
          <a:bodyPr tIns="3600" bIns="36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1" u="none" strike="noStrike" kern="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Work Experience (Topics)</a:t>
            </a:r>
            <a:endParaRPr kumimoji="1" lang="ja-JP" altLang="en-US" sz="1400" b="0" i="1" u="none" strike="noStrike" kern="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cxnSp>
        <p:nvCxnSpPr>
          <p:cNvPr id="59" name="直線コネクタ 14"/>
          <p:cNvCxnSpPr/>
          <p:nvPr/>
        </p:nvCxnSpPr>
        <p:spPr>
          <a:xfrm>
            <a:off x="534987" y="3201194"/>
            <a:ext cx="4191000" cy="0"/>
          </a:xfrm>
          <a:prstGeom prst="line">
            <a:avLst/>
          </a:prstGeom>
          <a:noFill/>
          <a:ln w="9525" cap="flat" cmpd="sng" algn="ctr">
            <a:solidFill>
              <a:srgbClr val="797B7E">
                <a:shade val="95000"/>
                <a:satMod val="105000"/>
              </a:srgbClr>
            </a:solidFill>
            <a:prstDash val="dash"/>
          </a:ln>
          <a:effectLst/>
        </p:spPr>
      </p:cxnSp>
      <p:sp>
        <p:nvSpPr>
          <p:cNvPr id="149" name="テキスト ボックス 67"/>
          <p:cNvSpPr txBox="1"/>
          <p:nvPr/>
        </p:nvSpPr>
        <p:spPr>
          <a:xfrm>
            <a:off x="522440" y="1672329"/>
            <a:ext cx="164947" cy="214595"/>
          </a:xfrm>
          <a:prstGeom prst="rect">
            <a:avLst/>
          </a:prstGeom>
          <a:solidFill>
            <a:srgbClr val="00B0F0"/>
          </a:solidFill>
          <a:ln w="15875">
            <a:solidFill>
              <a:srgbClr val="000000">
                <a:lumMod val="65000"/>
                <a:lumOff val="35000"/>
              </a:srgbClr>
            </a:solidFill>
          </a:ln>
          <a:effectLst>
            <a:outerShdw blurRad="50800" dist="38100" dir="2700000" algn="tl" rotWithShape="0">
              <a:prstClr val="black">
                <a:alpha val="40000"/>
              </a:prstClr>
            </a:outerShdw>
          </a:effectLst>
        </p:spPr>
        <p:txBody>
          <a:bodyPr wrap="square" lIns="36000" tIns="7200" rIns="36000" bIns="7200" rtlCol="0" anchor="ctr"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300" b="1" i="0" u="none" strike="noStrike" kern="0" cap="none" spc="0" normalizeH="0" baseline="0" noProof="0" dirty="0" smtClean="0">
                <a:ln>
                  <a:noFill/>
                </a:ln>
                <a:solidFill>
                  <a:schemeClr val="bg1">
                    <a:lumMod val="95000"/>
                  </a:schemeClr>
                </a:solidFill>
                <a:effectLst/>
                <a:uLnTx/>
                <a:uFillTx/>
                <a:latin typeface="Arial" panose="020B0604020202020204" pitchFamily="34" charset="0"/>
                <a:ea typeface="ＭＳ Ｐゴシック" panose="020B0600070205080204" pitchFamily="34" charset="-128"/>
                <a:cs typeface="Arial" panose="020B0604020202020204" pitchFamily="34" charset="0"/>
              </a:rPr>
              <a:t>1</a:t>
            </a:r>
          </a:p>
        </p:txBody>
      </p:sp>
      <p:sp>
        <p:nvSpPr>
          <p:cNvPr id="150" name="テキスト ボックス 68"/>
          <p:cNvSpPr txBox="1"/>
          <p:nvPr/>
        </p:nvSpPr>
        <p:spPr>
          <a:xfrm>
            <a:off x="522440" y="1922009"/>
            <a:ext cx="164947" cy="214595"/>
          </a:xfrm>
          <a:prstGeom prst="rect">
            <a:avLst/>
          </a:prstGeom>
          <a:solidFill>
            <a:srgbClr val="00B0F0"/>
          </a:solidFill>
          <a:ln w="15875">
            <a:solidFill>
              <a:srgbClr val="000000">
                <a:lumMod val="65000"/>
                <a:lumOff val="35000"/>
              </a:srgbClr>
            </a:solidFill>
          </a:ln>
          <a:effectLst>
            <a:outerShdw blurRad="50800" dist="38100" dir="2700000" algn="tl" rotWithShape="0">
              <a:prstClr val="black">
                <a:alpha val="40000"/>
              </a:prstClr>
            </a:outerShdw>
          </a:effectLst>
        </p:spPr>
        <p:txBody>
          <a:bodyPr wrap="square" lIns="36000" tIns="7200" rIns="36000" bIns="7200" rtlCol="0" anchor="ctr"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300" b="1" i="0" u="none" strike="noStrike" kern="0" cap="none" spc="0" normalizeH="0" baseline="0" noProof="0" dirty="0" smtClean="0">
                <a:ln>
                  <a:noFill/>
                </a:ln>
                <a:solidFill>
                  <a:schemeClr val="bg1">
                    <a:lumMod val="95000"/>
                  </a:schemeClr>
                </a:solidFill>
                <a:effectLst/>
                <a:uLnTx/>
                <a:uFillTx/>
                <a:latin typeface="Arial" panose="020B0604020202020204" pitchFamily="34" charset="0"/>
                <a:ea typeface="ＭＳ Ｐゴシック" panose="020B0600070205080204" pitchFamily="34" charset="-128"/>
                <a:cs typeface="Arial" panose="020B0604020202020204" pitchFamily="34" charset="0"/>
              </a:rPr>
              <a:t>2</a:t>
            </a:r>
          </a:p>
        </p:txBody>
      </p:sp>
      <p:sp>
        <p:nvSpPr>
          <p:cNvPr id="151" name="テキスト ボックス 70"/>
          <p:cNvSpPr txBox="1"/>
          <p:nvPr/>
        </p:nvSpPr>
        <p:spPr>
          <a:xfrm>
            <a:off x="522440" y="2172426"/>
            <a:ext cx="164947" cy="214595"/>
          </a:xfrm>
          <a:prstGeom prst="rect">
            <a:avLst/>
          </a:prstGeom>
          <a:solidFill>
            <a:schemeClr val="tx2">
              <a:lumMod val="60000"/>
              <a:lumOff val="40000"/>
            </a:schemeClr>
          </a:solidFill>
          <a:ln w="15875">
            <a:solidFill>
              <a:srgbClr val="000000">
                <a:lumMod val="65000"/>
                <a:lumOff val="35000"/>
              </a:srgbClr>
            </a:solidFill>
          </a:ln>
          <a:effectLst>
            <a:outerShdw blurRad="50800" dist="38100" dir="2700000" algn="tl" rotWithShape="0">
              <a:prstClr val="black">
                <a:alpha val="40000"/>
              </a:prstClr>
            </a:outerShdw>
          </a:effectLst>
        </p:spPr>
        <p:txBody>
          <a:bodyPr wrap="square" lIns="36000" tIns="7200" rIns="36000" bIns="7200" rtlCol="0" anchor="ctr"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300" b="1" i="0" u="none" strike="noStrike" kern="0" cap="none" spc="0" normalizeH="0" baseline="0" noProof="0" dirty="0" smtClean="0">
                <a:ln>
                  <a:noFill/>
                </a:ln>
                <a:solidFill>
                  <a:schemeClr val="bg1">
                    <a:lumMod val="95000"/>
                  </a:schemeClr>
                </a:solidFill>
                <a:effectLst/>
                <a:uLnTx/>
                <a:uFillTx/>
                <a:latin typeface="Arial" panose="020B0604020202020204" pitchFamily="34" charset="0"/>
                <a:ea typeface="ＭＳ Ｐゴシック" panose="020B0600070205080204" pitchFamily="34" charset="-128"/>
                <a:cs typeface="Arial" panose="020B0604020202020204" pitchFamily="34" charset="0"/>
              </a:rPr>
              <a:t>3</a:t>
            </a:r>
          </a:p>
        </p:txBody>
      </p:sp>
      <p:sp>
        <p:nvSpPr>
          <p:cNvPr id="152" name="テキスト ボックス 72"/>
          <p:cNvSpPr txBox="1"/>
          <p:nvPr/>
        </p:nvSpPr>
        <p:spPr>
          <a:xfrm>
            <a:off x="522440" y="2638835"/>
            <a:ext cx="164947" cy="214595"/>
          </a:xfrm>
          <a:prstGeom prst="rect">
            <a:avLst/>
          </a:prstGeom>
          <a:solidFill>
            <a:srgbClr val="00B0F0"/>
          </a:solidFill>
          <a:ln w="15875">
            <a:solidFill>
              <a:srgbClr val="000000">
                <a:lumMod val="65000"/>
                <a:lumOff val="35000"/>
              </a:srgbClr>
            </a:solidFill>
          </a:ln>
          <a:effectLst>
            <a:outerShdw blurRad="50800" dist="38100" dir="2700000" algn="tl" rotWithShape="0">
              <a:prstClr val="black">
                <a:alpha val="40000"/>
              </a:prstClr>
            </a:outerShdw>
          </a:effectLst>
        </p:spPr>
        <p:txBody>
          <a:bodyPr wrap="square" lIns="36000" tIns="7200" rIns="36000" bIns="7200" rtlCol="0" anchor="ctr"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300" b="1" i="0" u="none" strike="noStrike" kern="0" cap="none" spc="0" normalizeH="0" baseline="0" noProof="0" dirty="0" smtClean="0">
                <a:ln>
                  <a:noFill/>
                </a:ln>
                <a:solidFill>
                  <a:schemeClr val="bg1">
                    <a:lumMod val="95000"/>
                  </a:schemeClr>
                </a:solidFill>
                <a:effectLst/>
                <a:uLnTx/>
                <a:uFillTx/>
                <a:latin typeface="Arial" panose="020B0604020202020204" pitchFamily="34" charset="0"/>
                <a:ea typeface="ＭＳ Ｐゴシック" panose="020B0600070205080204" pitchFamily="34" charset="-128"/>
                <a:cs typeface="Arial" panose="020B0604020202020204" pitchFamily="34" charset="0"/>
              </a:rPr>
              <a:t>4</a:t>
            </a:r>
          </a:p>
        </p:txBody>
      </p:sp>
      <p:sp>
        <p:nvSpPr>
          <p:cNvPr id="159" name="角丸四角形 7"/>
          <p:cNvSpPr/>
          <p:nvPr/>
        </p:nvSpPr>
        <p:spPr>
          <a:xfrm>
            <a:off x="603650" y="5171217"/>
            <a:ext cx="1172593" cy="264119"/>
          </a:xfrm>
          <a:prstGeom prst="roundRect">
            <a:avLst/>
          </a:prstGeom>
          <a:solidFill>
            <a:srgbClr val="797B7E"/>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balanced" dir="t">
              <a:rot lat="0" lon="0" rev="8700000"/>
            </a:lightRig>
          </a:scene3d>
          <a:sp3d>
            <a:bevelT w="190500" h="38100"/>
          </a:sp3d>
        </p:spPr>
        <p:txBody>
          <a:bodyPr tIns="3600" bIns="36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1" u="none" strike="noStrike" kern="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My</a:t>
            </a:r>
            <a:r>
              <a:rPr kumimoji="1" lang="en-US" altLang="ja-JP" sz="1400" b="0" i="1" u="none" strike="noStrike" kern="0" cap="none" spc="0" normalizeH="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 Skills</a:t>
            </a:r>
            <a:endParaRPr kumimoji="1" lang="ja-JP" altLang="en-US" sz="1400" b="0" i="1" u="none" strike="noStrike" kern="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5" name="テキスト ボックス 19"/>
          <p:cNvSpPr txBox="1"/>
          <p:nvPr/>
        </p:nvSpPr>
        <p:spPr>
          <a:xfrm>
            <a:off x="1209245" y="4190659"/>
            <a:ext cx="1027832" cy="307777"/>
          </a:xfrm>
          <a:prstGeom prst="rect">
            <a:avLst/>
          </a:prstGeom>
          <a:noFill/>
        </p:spPr>
        <p:txBody>
          <a:bodyPr wrap="square" rtlCol="0">
            <a:spAutoFit/>
          </a:bodyPr>
          <a:lstStyle/>
          <a:p>
            <a:pPr algn="ctr" defTabSz="914400"/>
            <a:r>
              <a:rPr kumimoji="1" lang="en-US" altLang="ja-JP" sz="1400" dirty="0" smtClean="0">
                <a:solidFill>
                  <a:srgbClr val="000000"/>
                </a:solidFill>
                <a:latin typeface="Arial" panose="020B0604020202020204" pitchFamily="34" charset="0"/>
                <a:ea typeface="Meiryo UI" panose="020B0604030504040204" pitchFamily="50" charset="-128"/>
                <a:cs typeface="Arial" panose="020B0604020202020204" pitchFamily="34" charset="0"/>
              </a:rPr>
              <a:t>2003</a:t>
            </a:r>
            <a:endParaRPr kumimoji="1" lang="en-US" altLang="ja-JP" sz="1600" dirty="0">
              <a:solidFill>
                <a:srgbClr val="000000"/>
              </a:solidFill>
              <a:latin typeface="Arial" panose="020B0604020202020204" pitchFamily="34" charset="0"/>
              <a:ea typeface="Meiryo UI" panose="020B0604030504040204" pitchFamily="50" charset="-128"/>
              <a:cs typeface="Arial" panose="020B0604020202020204" pitchFamily="34" charset="0"/>
            </a:endParaRPr>
          </a:p>
        </p:txBody>
      </p:sp>
      <p:sp>
        <p:nvSpPr>
          <p:cNvPr id="66" name="テキスト ボックス 27"/>
          <p:cNvSpPr txBox="1"/>
          <p:nvPr/>
        </p:nvSpPr>
        <p:spPr>
          <a:xfrm>
            <a:off x="2259308" y="4190659"/>
            <a:ext cx="1027832" cy="307777"/>
          </a:xfrm>
          <a:prstGeom prst="rect">
            <a:avLst/>
          </a:prstGeom>
          <a:noFill/>
        </p:spPr>
        <p:txBody>
          <a:bodyPr wrap="square" rtlCol="0">
            <a:spAutoFit/>
          </a:bodyPr>
          <a:lstStyle/>
          <a:p>
            <a:pPr algn="ctr" defTabSz="914400"/>
            <a:r>
              <a:rPr kumimoji="1" lang="en-US" altLang="ja-JP" sz="1400" dirty="0" smtClean="0">
                <a:solidFill>
                  <a:srgbClr val="000000"/>
                </a:solidFill>
                <a:latin typeface="Arial" panose="020B0604020202020204" pitchFamily="34" charset="0"/>
                <a:ea typeface="Meiryo UI" panose="020B0604030504040204" pitchFamily="50" charset="-128"/>
                <a:cs typeface="Arial" panose="020B0604020202020204" pitchFamily="34" charset="0"/>
              </a:rPr>
              <a:t>2005</a:t>
            </a:r>
            <a:endParaRPr kumimoji="1" lang="en-US" altLang="ja-JP" sz="1600" dirty="0">
              <a:solidFill>
                <a:srgbClr val="000000"/>
              </a:solidFill>
              <a:latin typeface="Arial" panose="020B0604020202020204" pitchFamily="34" charset="0"/>
              <a:ea typeface="Meiryo UI" panose="020B0604030504040204" pitchFamily="50" charset="-128"/>
              <a:cs typeface="Arial" panose="020B0604020202020204" pitchFamily="34" charset="0"/>
            </a:endParaRPr>
          </a:p>
        </p:txBody>
      </p:sp>
      <p:sp>
        <p:nvSpPr>
          <p:cNvPr id="67" name="テキスト ボックス 28"/>
          <p:cNvSpPr txBox="1"/>
          <p:nvPr/>
        </p:nvSpPr>
        <p:spPr>
          <a:xfrm>
            <a:off x="3309371" y="4190659"/>
            <a:ext cx="1027832" cy="307777"/>
          </a:xfrm>
          <a:prstGeom prst="rect">
            <a:avLst/>
          </a:prstGeom>
          <a:noFill/>
        </p:spPr>
        <p:txBody>
          <a:bodyPr wrap="square" rtlCol="0">
            <a:spAutoFit/>
          </a:bodyPr>
          <a:lstStyle/>
          <a:p>
            <a:pPr algn="ctr" defTabSz="914400"/>
            <a:r>
              <a:rPr kumimoji="1" lang="en-US" altLang="ja-JP" sz="1400" dirty="0" smtClean="0">
                <a:solidFill>
                  <a:srgbClr val="000000"/>
                </a:solidFill>
                <a:latin typeface="Arial" panose="020B0604020202020204" pitchFamily="34" charset="0"/>
                <a:ea typeface="Meiryo UI" panose="020B0604030504040204" pitchFamily="50" charset="-128"/>
                <a:cs typeface="Arial" panose="020B0604020202020204" pitchFamily="34" charset="0"/>
              </a:rPr>
              <a:t>2007</a:t>
            </a:r>
            <a:endParaRPr kumimoji="1" lang="en-US" altLang="ja-JP" sz="1600" dirty="0">
              <a:solidFill>
                <a:srgbClr val="000000"/>
              </a:solidFill>
              <a:latin typeface="Arial" panose="020B0604020202020204" pitchFamily="34" charset="0"/>
              <a:ea typeface="Meiryo UI" panose="020B0604030504040204" pitchFamily="50" charset="-128"/>
              <a:cs typeface="Arial" panose="020B0604020202020204" pitchFamily="34" charset="0"/>
            </a:endParaRPr>
          </a:p>
        </p:txBody>
      </p:sp>
      <p:sp>
        <p:nvSpPr>
          <p:cNvPr id="81" name="テキスト ボックス 29"/>
          <p:cNvSpPr txBox="1"/>
          <p:nvPr/>
        </p:nvSpPr>
        <p:spPr>
          <a:xfrm>
            <a:off x="4359434" y="4190659"/>
            <a:ext cx="1027832" cy="307777"/>
          </a:xfrm>
          <a:prstGeom prst="rect">
            <a:avLst/>
          </a:prstGeom>
          <a:noFill/>
        </p:spPr>
        <p:txBody>
          <a:bodyPr wrap="square" rtlCol="0">
            <a:spAutoFit/>
          </a:bodyPr>
          <a:lstStyle/>
          <a:p>
            <a:pPr algn="ctr" defTabSz="914400"/>
            <a:r>
              <a:rPr kumimoji="1" lang="en-US" altLang="ja-JP" sz="1400" dirty="0" smtClean="0">
                <a:solidFill>
                  <a:srgbClr val="000000"/>
                </a:solidFill>
                <a:latin typeface="Arial" panose="020B0604020202020204" pitchFamily="34" charset="0"/>
                <a:ea typeface="Meiryo UI" panose="020B0604030504040204" pitchFamily="50" charset="-128"/>
                <a:cs typeface="Arial" panose="020B0604020202020204" pitchFamily="34" charset="0"/>
              </a:rPr>
              <a:t>2009</a:t>
            </a:r>
            <a:endParaRPr kumimoji="1" lang="en-US" altLang="ja-JP" sz="1600" dirty="0">
              <a:solidFill>
                <a:srgbClr val="000000"/>
              </a:solidFill>
              <a:latin typeface="Arial" panose="020B0604020202020204" pitchFamily="34" charset="0"/>
              <a:ea typeface="Meiryo UI" panose="020B0604030504040204" pitchFamily="50" charset="-128"/>
              <a:cs typeface="Arial" panose="020B0604020202020204" pitchFamily="34" charset="0"/>
            </a:endParaRPr>
          </a:p>
        </p:txBody>
      </p:sp>
      <p:sp>
        <p:nvSpPr>
          <p:cNvPr id="83" name="テキスト ボックス 30"/>
          <p:cNvSpPr txBox="1"/>
          <p:nvPr/>
        </p:nvSpPr>
        <p:spPr>
          <a:xfrm>
            <a:off x="5368949" y="4190659"/>
            <a:ext cx="1027832" cy="307777"/>
          </a:xfrm>
          <a:prstGeom prst="rect">
            <a:avLst/>
          </a:prstGeom>
          <a:noFill/>
        </p:spPr>
        <p:txBody>
          <a:bodyPr wrap="square" rtlCol="0">
            <a:spAutoFit/>
          </a:bodyPr>
          <a:lstStyle/>
          <a:p>
            <a:pPr algn="ctr" defTabSz="914400"/>
            <a:r>
              <a:rPr kumimoji="1" lang="en-US" altLang="ja-JP" sz="1400" dirty="0" smtClean="0">
                <a:solidFill>
                  <a:srgbClr val="000000"/>
                </a:solidFill>
                <a:latin typeface="Arial" panose="020B0604020202020204" pitchFamily="34" charset="0"/>
                <a:ea typeface="Meiryo UI" panose="020B0604030504040204" pitchFamily="50" charset="-128"/>
                <a:cs typeface="Arial" panose="020B0604020202020204" pitchFamily="34" charset="0"/>
              </a:rPr>
              <a:t>2011</a:t>
            </a:r>
            <a:endParaRPr kumimoji="1" lang="en-US" altLang="ja-JP" sz="1600" dirty="0">
              <a:solidFill>
                <a:srgbClr val="000000"/>
              </a:solidFill>
              <a:latin typeface="Arial" panose="020B0604020202020204" pitchFamily="34" charset="0"/>
              <a:ea typeface="Meiryo UI" panose="020B0604030504040204" pitchFamily="50" charset="-128"/>
              <a:cs typeface="Arial" panose="020B0604020202020204" pitchFamily="34" charset="0"/>
            </a:endParaRPr>
          </a:p>
        </p:txBody>
      </p:sp>
      <p:sp>
        <p:nvSpPr>
          <p:cNvPr id="92" name="テキスト ボックス 31"/>
          <p:cNvSpPr txBox="1"/>
          <p:nvPr/>
        </p:nvSpPr>
        <p:spPr>
          <a:xfrm>
            <a:off x="6459560" y="4190659"/>
            <a:ext cx="1027832" cy="307777"/>
          </a:xfrm>
          <a:prstGeom prst="rect">
            <a:avLst/>
          </a:prstGeom>
          <a:noFill/>
        </p:spPr>
        <p:txBody>
          <a:bodyPr wrap="square" rtlCol="0">
            <a:spAutoFit/>
          </a:bodyPr>
          <a:lstStyle/>
          <a:p>
            <a:pPr algn="ctr" defTabSz="914400"/>
            <a:r>
              <a:rPr kumimoji="1" lang="en-US" altLang="ja-JP" sz="1400" dirty="0" smtClean="0">
                <a:solidFill>
                  <a:srgbClr val="000000"/>
                </a:solidFill>
                <a:latin typeface="Arial" panose="020B0604020202020204" pitchFamily="34" charset="0"/>
                <a:ea typeface="Meiryo UI" panose="020B0604030504040204" pitchFamily="50" charset="-128"/>
                <a:cs typeface="Arial" panose="020B0604020202020204" pitchFamily="34" charset="0"/>
              </a:rPr>
              <a:t>2013</a:t>
            </a:r>
            <a:endParaRPr kumimoji="1" lang="en-US" altLang="ja-JP" sz="1600" dirty="0">
              <a:solidFill>
                <a:srgbClr val="000000"/>
              </a:solidFill>
              <a:latin typeface="Arial" panose="020B0604020202020204" pitchFamily="34" charset="0"/>
              <a:ea typeface="Meiryo UI" panose="020B0604030504040204" pitchFamily="50" charset="-128"/>
              <a:cs typeface="Arial" panose="020B0604020202020204" pitchFamily="34" charset="0"/>
            </a:endParaRPr>
          </a:p>
        </p:txBody>
      </p:sp>
      <p:sp>
        <p:nvSpPr>
          <p:cNvPr id="97" name="テキスト ボックス 32"/>
          <p:cNvSpPr txBox="1"/>
          <p:nvPr/>
        </p:nvSpPr>
        <p:spPr>
          <a:xfrm>
            <a:off x="7509623" y="4190659"/>
            <a:ext cx="1027832" cy="307777"/>
          </a:xfrm>
          <a:prstGeom prst="rect">
            <a:avLst/>
          </a:prstGeom>
          <a:noFill/>
        </p:spPr>
        <p:txBody>
          <a:bodyPr wrap="square" rtlCol="0">
            <a:spAutoFit/>
          </a:bodyPr>
          <a:lstStyle/>
          <a:p>
            <a:pPr algn="ctr" defTabSz="914400"/>
            <a:r>
              <a:rPr kumimoji="1" lang="en-US" altLang="ja-JP" sz="1400" dirty="0" smtClean="0">
                <a:solidFill>
                  <a:srgbClr val="000000"/>
                </a:solidFill>
                <a:latin typeface="Arial" panose="020B0604020202020204" pitchFamily="34" charset="0"/>
                <a:ea typeface="Meiryo UI" panose="020B0604030504040204" pitchFamily="50" charset="-128"/>
                <a:cs typeface="Arial" panose="020B0604020202020204" pitchFamily="34" charset="0"/>
              </a:rPr>
              <a:t>2015</a:t>
            </a:r>
            <a:endParaRPr kumimoji="1" lang="en-US" altLang="ja-JP" sz="1600" dirty="0">
              <a:solidFill>
                <a:srgbClr val="000000"/>
              </a:solidFill>
              <a:latin typeface="Arial" panose="020B0604020202020204" pitchFamily="34" charset="0"/>
              <a:ea typeface="Meiryo UI" panose="020B0604030504040204" pitchFamily="50" charset="-128"/>
              <a:cs typeface="Arial" panose="020B0604020202020204" pitchFamily="34" charset="0"/>
            </a:endParaRPr>
          </a:p>
        </p:txBody>
      </p:sp>
      <p:sp>
        <p:nvSpPr>
          <p:cNvPr id="98" name="テキスト ボックス 33"/>
          <p:cNvSpPr txBox="1"/>
          <p:nvPr/>
        </p:nvSpPr>
        <p:spPr>
          <a:xfrm>
            <a:off x="8559686" y="4190659"/>
            <a:ext cx="1027832" cy="307777"/>
          </a:xfrm>
          <a:prstGeom prst="rect">
            <a:avLst/>
          </a:prstGeom>
          <a:noFill/>
        </p:spPr>
        <p:txBody>
          <a:bodyPr wrap="square" rtlCol="0">
            <a:spAutoFit/>
          </a:bodyPr>
          <a:lstStyle/>
          <a:p>
            <a:pPr algn="ctr" defTabSz="914400"/>
            <a:r>
              <a:rPr kumimoji="1" lang="en-US" altLang="ja-JP" sz="1400" dirty="0" smtClean="0">
                <a:solidFill>
                  <a:srgbClr val="000000"/>
                </a:solidFill>
                <a:latin typeface="Arial" panose="020B0604020202020204" pitchFamily="34" charset="0"/>
                <a:ea typeface="Meiryo UI" panose="020B0604030504040204" pitchFamily="50" charset="-128"/>
                <a:cs typeface="Arial" panose="020B0604020202020204" pitchFamily="34" charset="0"/>
              </a:rPr>
              <a:t>2017</a:t>
            </a:r>
            <a:endParaRPr kumimoji="1" lang="en-US" altLang="ja-JP" sz="1600" dirty="0">
              <a:solidFill>
                <a:srgbClr val="000000"/>
              </a:solidFill>
              <a:latin typeface="Arial" panose="020B0604020202020204" pitchFamily="34" charset="0"/>
              <a:ea typeface="Meiryo UI" panose="020B0604030504040204" pitchFamily="50" charset="-128"/>
              <a:cs typeface="Arial" panose="020B0604020202020204" pitchFamily="34" charset="0"/>
            </a:endParaRPr>
          </a:p>
        </p:txBody>
      </p:sp>
      <p:pic>
        <p:nvPicPr>
          <p:cNvPr id="100"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193" t="8906" r="9859" b="3858"/>
          <a:stretch/>
        </p:blipFill>
        <p:spPr bwMode="auto">
          <a:xfrm>
            <a:off x="1974205" y="3341515"/>
            <a:ext cx="1117664" cy="7968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1" name="図 2"/>
          <p:cNvPicPr>
            <a:picLocks noChangeAspect="1"/>
          </p:cNvPicPr>
          <p:nvPr/>
        </p:nvPicPr>
        <p:blipFill rotWithShape="1">
          <a:blip r:embed="rId3">
            <a:extLst>
              <a:ext uri="{28A0092B-C50C-407E-A947-70E740481C1C}">
                <a14:useLocalDpi xmlns:a14="http://schemas.microsoft.com/office/drawing/2010/main" val="0"/>
              </a:ext>
            </a:extLst>
          </a:blip>
          <a:srcRect l="2687" t="10865" r="4223" b="-1167"/>
          <a:stretch/>
        </p:blipFill>
        <p:spPr>
          <a:xfrm>
            <a:off x="5718793" y="2844753"/>
            <a:ext cx="2148322" cy="1293644"/>
          </a:xfrm>
          <a:prstGeom prst="rect">
            <a:avLst/>
          </a:prstGeom>
        </p:spPr>
      </p:pic>
      <p:cxnSp>
        <p:nvCxnSpPr>
          <p:cNvPr id="103" name="直線コネクタ 16"/>
          <p:cNvCxnSpPr/>
          <p:nvPr/>
        </p:nvCxnSpPr>
        <p:spPr>
          <a:xfrm>
            <a:off x="1209245" y="4570971"/>
            <a:ext cx="9237052" cy="0"/>
          </a:xfrm>
          <a:prstGeom prst="line">
            <a:avLst/>
          </a:prstGeom>
          <a:noFill/>
          <a:ln w="19050" cap="flat" cmpd="sng" algn="ctr">
            <a:solidFill>
              <a:srgbClr val="797B7E">
                <a:shade val="95000"/>
                <a:satMod val="105000"/>
              </a:srgbClr>
            </a:solidFill>
            <a:prstDash val="solid"/>
          </a:ln>
          <a:effectLst/>
        </p:spPr>
      </p:cxnSp>
      <p:cxnSp>
        <p:nvCxnSpPr>
          <p:cNvPr id="104" name="直線コネクタ 17"/>
          <p:cNvCxnSpPr/>
          <p:nvPr/>
        </p:nvCxnSpPr>
        <p:spPr>
          <a:xfrm>
            <a:off x="1721121" y="4449087"/>
            <a:ext cx="0" cy="243768"/>
          </a:xfrm>
          <a:prstGeom prst="line">
            <a:avLst/>
          </a:prstGeom>
          <a:noFill/>
          <a:ln w="19050" cap="flat" cmpd="sng" algn="ctr">
            <a:solidFill>
              <a:srgbClr val="797B7E">
                <a:shade val="95000"/>
                <a:satMod val="105000"/>
              </a:srgbClr>
            </a:solidFill>
            <a:prstDash val="solid"/>
          </a:ln>
          <a:effectLst/>
        </p:spPr>
      </p:cxnSp>
      <p:cxnSp>
        <p:nvCxnSpPr>
          <p:cNvPr id="105" name="直線コネクタ 20"/>
          <p:cNvCxnSpPr/>
          <p:nvPr/>
        </p:nvCxnSpPr>
        <p:spPr>
          <a:xfrm>
            <a:off x="2765134" y="4449087"/>
            <a:ext cx="0" cy="243768"/>
          </a:xfrm>
          <a:prstGeom prst="line">
            <a:avLst/>
          </a:prstGeom>
          <a:noFill/>
          <a:ln w="19050" cap="flat" cmpd="sng" algn="ctr">
            <a:solidFill>
              <a:srgbClr val="797B7E">
                <a:shade val="95000"/>
                <a:satMod val="105000"/>
              </a:srgbClr>
            </a:solidFill>
            <a:prstDash val="solid"/>
          </a:ln>
          <a:effectLst/>
        </p:spPr>
      </p:cxnSp>
      <p:cxnSp>
        <p:nvCxnSpPr>
          <p:cNvPr id="106" name="直線コネクタ 21"/>
          <p:cNvCxnSpPr/>
          <p:nvPr/>
        </p:nvCxnSpPr>
        <p:spPr>
          <a:xfrm>
            <a:off x="3809146" y="4449087"/>
            <a:ext cx="0" cy="243768"/>
          </a:xfrm>
          <a:prstGeom prst="line">
            <a:avLst/>
          </a:prstGeom>
          <a:noFill/>
          <a:ln w="19050" cap="flat" cmpd="sng" algn="ctr">
            <a:solidFill>
              <a:srgbClr val="797B7E">
                <a:shade val="95000"/>
                <a:satMod val="105000"/>
              </a:srgbClr>
            </a:solidFill>
            <a:prstDash val="solid"/>
          </a:ln>
          <a:effectLst/>
        </p:spPr>
      </p:cxnSp>
      <p:cxnSp>
        <p:nvCxnSpPr>
          <p:cNvPr id="107" name="直線コネクタ 22"/>
          <p:cNvCxnSpPr/>
          <p:nvPr/>
        </p:nvCxnSpPr>
        <p:spPr>
          <a:xfrm>
            <a:off x="4853158" y="4449087"/>
            <a:ext cx="0" cy="243768"/>
          </a:xfrm>
          <a:prstGeom prst="line">
            <a:avLst/>
          </a:prstGeom>
          <a:noFill/>
          <a:ln w="19050" cap="flat" cmpd="sng" algn="ctr">
            <a:solidFill>
              <a:srgbClr val="797B7E">
                <a:shade val="95000"/>
                <a:satMod val="105000"/>
              </a:srgbClr>
            </a:solidFill>
            <a:prstDash val="solid"/>
          </a:ln>
          <a:effectLst/>
        </p:spPr>
      </p:cxnSp>
      <p:cxnSp>
        <p:nvCxnSpPr>
          <p:cNvPr id="108" name="直線コネクタ 23"/>
          <p:cNvCxnSpPr/>
          <p:nvPr/>
        </p:nvCxnSpPr>
        <p:spPr>
          <a:xfrm>
            <a:off x="5897170" y="4449087"/>
            <a:ext cx="0" cy="243768"/>
          </a:xfrm>
          <a:prstGeom prst="line">
            <a:avLst/>
          </a:prstGeom>
          <a:noFill/>
          <a:ln w="19050" cap="flat" cmpd="sng" algn="ctr">
            <a:solidFill>
              <a:srgbClr val="797B7E">
                <a:shade val="95000"/>
                <a:satMod val="105000"/>
              </a:srgbClr>
            </a:solidFill>
            <a:prstDash val="solid"/>
          </a:ln>
          <a:effectLst/>
        </p:spPr>
      </p:cxnSp>
      <p:cxnSp>
        <p:nvCxnSpPr>
          <p:cNvPr id="109" name="直線コネクタ 24"/>
          <p:cNvCxnSpPr/>
          <p:nvPr/>
        </p:nvCxnSpPr>
        <p:spPr>
          <a:xfrm>
            <a:off x="6941182" y="4449087"/>
            <a:ext cx="0" cy="243768"/>
          </a:xfrm>
          <a:prstGeom prst="line">
            <a:avLst/>
          </a:prstGeom>
          <a:noFill/>
          <a:ln w="19050" cap="flat" cmpd="sng" algn="ctr">
            <a:solidFill>
              <a:srgbClr val="797B7E">
                <a:shade val="95000"/>
                <a:satMod val="105000"/>
              </a:srgbClr>
            </a:solidFill>
            <a:prstDash val="solid"/>
          </a:ln>
          <a:effectLst/>
        </p:spPr>
      </p:cxnSp>
      <p:cxnSp>
        <p:nvCxnSpPr>
          <p:cNvPr id="110" name="直線コネクタ 25"/>
          <p:cNvCxnSpPr/>
          <p:nvPr/>
        </p:nvCxnSpPr>
        <p:spPr>
          <a:xfrm>
            <a:off x="7985195" y="4449087"/>
            <a:ext cx="0" cy="243768"/>
          </a:xfrm>
          <a:prstGeom prst="line">
            <a:avLst/>
          </a:prstGeom>
          <a:noFill/>
          <a:ln w="19050" cap="flat" cmpd="sng" algn="ctr">
            <a:solidFill>
              <a:srgbClr val="797B7E">
                <a:shade val="95000"/>
                <a:satMod val="105000"/>
              </a:srgbClr>
            </a:solidFill>
            <a:prstDash val="solid"/>
          </a:ln>
          <a:effectLst/>
        </p:spPr>
      </p:cxnSp>
      <p:cxnSp>
        <p:nvCxnSpPr>
          <p:cNvPr id="111" name="直線コネクタ 26"/>
          <p:cNvCxnSpPr/>
          <p:nvPr/>
        </p:nvCxnSpPr>
        <p:spPr>
          <a:xfrm>
            <a:off x="9029207" y="4449087"/>
            <a:ext cx="0" cy="243768"/>
          </a:xfrm>
          <a:prstGeom prst="line">
            <a:avLst/>
          </a:prstGeom>
          <a:noFill/>
          <a:ln w="19050" cap="flat" cmpd="sng" algn="ctr">
            <a:solidFill>
              <a:srgbClr val="797B7E">
                <a:shade val="95000"/>
                <a:satMod val="105000"/>
              </a:srgbClr>
            </a:solidFill>
            <a:prstDash val="solid"/>
          </a:ln>
          <a:effectLst/>
        </p:spPr>
      </p:cxnSp>
      <p:cxnSp>
        <p:nvCxnSpPr>
          <p:cNvPr id="112" name="直線コネクタ 36"/>
          <p:cNvCxnSpPr/>
          <p:nvPr/>
        </p:nvCxnSpPr>
        <p:spPr>
          <a:xfrm>
            <a:off x="2253257" y="4524041"/>
            <a:ext cx="0" cy="93859"/>
          </a:xfrm>
          <a:prstGeom prst="line">
            <a:avLst/>
          </a:prstGeom>
          <a:noFill/>
          <a:ln w="19050" cap="flat" cmpd="sng" algn="ctr">
            <a:solidFill>
              <a:srgbClr val="797B7E">
                <a:shade val="95000"/>
                <a:satMod val="105000"/>
              </a:srgbClr>
            </a:solidFill>
            <a:prstDash val="solid"/>
          </a:ln>
          <a:effectLst/>
        </p:spPr>
      </p:cxnSp>
      <p:cxnSp>
        <p:nvCxnSpPr>
          <p:cNvPr id="113" name="直線コネクタ 38"/>
          <p:cNvCxnSpPr/>
          <p:nvPr/>
        </p:nvCxnSpPr>
        <p:spPr>
          <a:xfrm>
            <a:off x="3297269" y="4524041"/>
            <a:ext cx="0" cy="93859"/>
          </a:xfrm>
          <a:prstGeom prst="line">
            <a:avLst/>
          </a:prstGeom>
          <a:noFill/>
          <a:ln w="19050" cap="flat" cmpd="sng" algn="ctr">
            <a:solidFill>
              <a:srgbClr val="797B7E">
                <a:shade val="95000"/>
                <a:satMod val="105000"/>
              </a:srgbClr>
            </a:solidFill>
            <a:prstDash val="solid"/>
          </a:ln>
          <a:effectLst/>
        </p:spPr>
      </p:cxnSp>
      <p:cxnSp>
        <p:nvCxnSpPr>
          <p:cNvPr id="114" name="直線コネクタ 39"/>
          <p:cNvCxnSpPr/>
          <p:nvPr/>
        </p:nvCxnSpPr>
        <p:spPr>
          <a:xfrm>
            <a:off x="4341282" y="4524041"/>
            <a:ext cx="0" cy="93859"/>
          </a:xfrm>
          <a:prstGeom prst="line">
            <a:avLst/>
          </a:prstGeom>
          <a:noFill/>
          <a:ln w="19050" cap="flat" cmpd="sng" algn="ctr">
            <a:solidFill>
              <a:srgbClr val="797B7E">
                <a:shade val="95000"/>
                <a:satMod val="105000"/>
              </a:srgbClr>
            </a:solidFill>
            <a:prstDash val="solid"/>
          </a:ln>
          <a:effectLst/>
        </p:spPr>
      </p:cxnSp>
      <p:cxnSp>
        <p:nvCxnSpPr>
          <p:cNvPr id="115" name="直線コネクタ 40"/>
          <p:cNvCxnSpPr/>
          <p:nvPr/>
        </p:nvCxnSpPr>
        <p:spPr>
          <a:xfrm>
            <a:off x="5385294" y="4524041"/>
            <a:ext cx="0" cy="93859"/>
          </a:xfrm>
          <a:prstGeom prst="line">
            <a:avLst/>
          </a:prstGeom>
          <a:noFill/>
          <a:ln w="19050" cap="flat" cmpd="sng" algn="ctr">
            <a:solidFill>
              <a:srgbClr val="797B7E">
                <a:shade val="95000"/>
                <a:satMod val="105000"/>
              </a:srgbClr>
            </a:solidFill>
            <a:prstDash val="solid"/>
          </a:ln>
          <a:effectLst/>
        </p:spPr>
      </p:cxnSp>
      <p:cxnSp>
        <p:nvCxnSpPr>
          <p:cNvPr id="116" name="直線コネクタ 41"/>
          <p:cNvCxnSpPr/>
          <p:nvPr/>
        </p:nvCxnSpPr>
        <p:spPr>
          <a:xfrm>
            <a:off x="6429306" y="4524041"/>
            <a:ext cx="0" cy="93859"/>
          </a:xfrm>
          <a:prstGeom prst="line">
            <a:avLst/>
          </a:prstGeom>
          <a:noFill/>
          <a:ln w="19050" cap="flat" cmpd="sng" algn="ctr">
            <a:solidFill>
              <a:srgbClr val="797B7E">
                <a:shade val="95000"/>
                <a:satMod val="105000"/>
              </a:srgbClr>
            </a:solidFill>
            <a:prstDash val="solid"/>
          </a:ln>
          <a:effectLst/>
        </p:spPr>
      </p:cxnSp>
      <p:cxnSp>
        <p:nvCxnSpPr>
          <p:cNvPr id="117" name="直線コネクタ 42"/>
          <p:cNvCxnSpPr/>
          <p:nvPr/>
        </p:nvCxnSpPr>
        <p:spPr>
          <a:xfrm>
            <a:off x="7473318" y="4524041"/>
            <a:ext cx="0" cy="93859"/>
          </a:xfrm>
          <a:prstGeom prst="line">
            <a:avLst/>
          </a:prstGeom>
          <a:noFill/>
          <a:ln w="19050" cap="flat" cmpd="sng" algn="ctr">
            <a:solidFill>
              <a:srgbClr val="797B7E">
                <a:shade val="95000"/>
                <a:satMod val="105000"/>
              </a:srgbClr>
            </a:solidFill>
            <a:prstDash val="solid"/>
          </a:ln>
          <a:effectLst/>
        </p:spPr>
      </p:cxnSp>
      <p:cxnSp>
        <p:nvCxnSpPr>
          <p:cNvPr id="118" name="直線コネクタ 43"/>
          <p:cNvCxnSpPr/>
          <p:nvPr/>
        </p:nvCxnSpPr>
        <p:spPr>
          <a:xfrm>
            <a:off x="8517330" y="4524041"/>
            <a:ext cx="0" cy="93859"/>
          </a:xfrm>
          <a:prstGeom prst="line">
            <a:avLst/>
          </a:prstGeom>
          <a:noFill/>
          <a:ln w="19050" cap="flat" cmpd="sng" algn="ctr">
            <a:solidFill>
              <a:srgbClr val="797B7E">
                <a:shade val="95000"/>
                <a:satMod val="105000"/>
              </a:srgbClr>
            </a:solidFill>
            <a:prstDash val="solid"/>
          </a:ln>
          <a:effectLst/>
        </p:spPr>
      </p:cxnSp>
      <p:cxnSp>
        <p:nvCxnSpPr>
          <p:cNvPr id="119" name="直線コネクタ 44"/>
          <p:cNvCxnSpPr/>
          <p:nvPr/>
        </p:nvCxnSpPr>
        <p:spPr>
          <a:xfrm>
            <a:off x="9561343" y="4524041"/>
            <a:ext cx="0" cy="93859"/>
          </a:xfrm>
          <a:prstGeom prst="line">
            <a:avLst/>
          </a:prstGeom>
          <a:noFill/>
          <a:ln w="19050" cap="flat" cmpd="sng" algn="ctr">
            <a:solidFill>
              <a:srgbClr val="797B7E">
                <a:shade val="95000"/>
                <a:satMod val="105000"/>
              </a:srgbClr>
            </a:solidFill>
            <a:prstDash val="solid"/>
          </a:ln>
          <a:effectLst/>
        </p:spPr>
      </p:cxnSp>
      <p:pic>
        <p:nvPicPr>
          <p:cNvPr id="120" name="図 47"/>
          <p:cNvPicPr>
            <a:picLocks noChangeAspect="1"/>
          </p:cNvPicPr>
          <p:nvPr/>
        </p:nvPicPr>
        <p:blipFill rotWithShape="1">
          <a:blip r:embed="rId4" cstate="print">
            <a:extLst>
              <a:ext uri="{28A0092B-C50C-407E-A947-70E740481C1C}">
                <a14:useLocalDpi xmlns:a14="http://schemas.microsoft.com/office/drawing/2010/main" val="0"/>
              </a:ext>
            </a:extLst>
          </a:blip>
          <a:srcRect l="64394"/>
          <a:stretch/>
        </p:blipFill>
        <p:spPr>
          <a:xfrm>
            <a:off x="10521165" y="2631011"/>
            <a:ext cx="947165" cy="933859"/>
          </a:xfrm>
          <a:prstGeom prst="rect">
            <a:avLst/>
          </a:prstGeom>
        </p:spPr>
      </p:pic>
      <p:pic>
        <p:nvPicPr>
          <p:cNvPr id="121" name="図 10"/>
          <p:cNvPicPr>
            <a:picLocks noChangeAspect="1"/>
          </p:cNvPicPr>
          <p:nvPr/>
        </p:nvPicPr>
        <p:blipFill rotWithShape="1">
          <a:blip r:embed="rId5">
            <a:extLst>
              <a:ext uri="{28A0092B-C50C-407E-A947-70E740481C1C}">
                <a14:useLocalDpi xmlns:a14="http://schemas.microsoft.com/office/drawing/2010/main" val="0"/>
              </a:ext>
            </a:extLst>
          </a:blip>
          <a:srcRect l="5038" t="15492" r="38114"/>
          <a:stretch/>
        </p:blipFill>
        <p:spPr>
          <a:xfrm>
            <a:off x="9457332" y="1389714"/>
            <a:ext cx="2314142" cy="1207709"/>
          </a:xfrm>
          <a:prstGeom prst="rect">
            <a:avLst/>
          </a:prstGeom>
        </p:spPr>
      </p:pic>
      <p:pic>
        <p:nvPicPr>
          <p:cNvPr id="122" name="Picture 2" descr="C:\Users\140000158\Documents\New\01_人事\99_CarDesign\H社\20_s.jpg"/>
          <p:cNvPicPr>
            <a:picLocks noChangeAspect="1" noChangeArrowheads="1"/>
          </p:cNvPicPr>
          <p:nvPr/>
        </p:nvPicPr>
        <p:blipFill rotWithShape="1">
          <a:blip r:embed="rId6">
            <a:extLst>
              <a:ext uri="{28A0092B-C50C-407E-A947-70E740481C1C}">
                <a14:useLocalDpi xmlns:a14="http://schemas.microsoft.com/office/drawing/2010/main" val="0"/>
              </a:ext>
            </a:extLst>
          </a:blip>
          <a:srcRect l="3452" r="6258" b="50000"/>
          <a:stretch/>
        </p:blipFill>
        <p:spPr bwMode="auto">
          <a:xfrm>
            <a:off x="7744242" y="3452671"/>
            <a:ext cx="2187630" cy="669019"/>
          </a:xfrm>
          <a:prstGeom prst="rect">
            <a:avLst/>
          </a:prstGeom>
          <a:noFill/>
          <a:extLst>
            <a:ext uri="{909E8E84-426E-40DD-AFC4-6F175D3DCCD1}">
              <a14:hiddenFill xmlns:a14="http://schemas.microsoft.com/office/drawing/2010/main">
                <a:solidFill>
                  <a:srgbClr val="FFFFFF"/>
                </a:solidFill>
              </a14:hiddenFill>
            </a:ext>
          </a:extLst>
        </p:spPr>
      </p:pic>
      <p:sp>
        <p:nvSpPr>
          <p:cNvPr id="125" name="テキスト ボックス 48"/>
          <p:cNvSpPr txBox="1"/>
          <p:nvPr/>
        </p:nvSpPr>
        <p:spPr>
          <a:xfrm>
            <a:off x="3456558" y="3697244"/>
            <a:ext cx="1952939" cy="461665"/>
          </a:xfrm>
          <a:prstGeom prst="rect">
            <a:avLst/>
          </a:prstGeom>
          <a:noFill/>
        </p:spPr>
        <p:txBody>
          <a:bodyPr wrap="square" rtlCol="0">
            <a:spAutoFit/>
          </a:bodyPr>
          <a:lstStyle/>
          <a:p>
            <a:pPr defTabSz="914400"/>
            <a:r>
              <a:rPr kumimoji="1" lang="en-US" altLang="ja-JP" sz="12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Development with</a:t>
            </a:r>
          </a:p>
          <a:p>
            <a:pPr defTabSz="914400"/>
            <a:r>
              <a:rPr kumimoji="1" lang="en-US" altLang="ja-JP" sz="1200" dirty="0" err="1"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TMD,Imec</a:t>
            </a:r>
            <a:r>
              <a:rPr kumimoji="1" lang="en-US" altLang="ja-JP" sz="12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 etc.</a:t>
            </a:r>
          </a:p>
        </p:txBody>
      </p:sp>
      <p:sp>
        <p:nvSpPr>
          <p:cNvPr id="126" name="平行四辺形 15"/>
          <p:cNvSpPr/>
          <p:nvPr/>
        </p:nvSpPr>
        <p:spPr>
          <a:xfrm flipH="1">
            <a:off x="1734960" y="4799352"/>
            <a:ext cx="1721598" cy="199264"/>
          </a:xfrm>
          <a:prstGeom prst="parallelogram">
            <a:avLst>
              <a:gd name="adj" fmla="val 99075"/>
            </a:avLst>
          </a:prstGeom>
          <a:solidFill>
            <a:srgbClr val="CCECFF"/>
          </a:solidFill>
          <a:ln w="25400" cap="flat" cmpd="sng" algn="ctr">
            <a:solidFill>
              <a:srgbClr val="797B7E">
                <a:shade val="50000"/>
              </a:srgbClr>
            </a:solidFill>
            <a:prstDash val="solid"/>
          </a:ln>
          <a:effectLst>
            <a:outerShdw blurRad="50800" dist="38100" dir="2700000" algn="tl" rotWithShape="0">
              <a:prstClr val="black">
                <a:alpha val="40000"/>
              </a:prstClr>
            </a:outerShdw>
          </a:effectLst>
        </p:spPr>
        <p:txBody>
          <a:bodyPr lIns="36000" tIns="7200" rIns="36000" bIns="72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200" b="1" i="0" u="none" strike="noStrike" kern="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Sony</a:t>
            </a:r>
            <a:endParaRPr kumimoji="1" lang="ja-JP" altLang="en-US" sz="1800" b="1" i="0" u="none" strike="noStrike" kern="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27" name="平行四辺形 50"/>
          <p:cNvSpPr/>
          <p:nvPr/>
        </p:nvSpPr>
        <p:spPr>
          <a:xfrm flipH="1">
            <a:off x="3308144" y="4799352"/>
            <a:ext cx="4839432" cy="199264"/>
          </a:xfrm>
          <a:prstGeom prst="parallelogram">
            <a:avLst>
              <a:gd name="adj" fmla="val 99075"/>
            </a:avLst>
          </a:prstGeom>
          <a:solidFill>
            <a:srgbClr val="FFFFCC"/>
          </a:solidFill>
          <a:ln w="25400" cap="flat" cmpd="sng" algn="ctr">
            <a:solidFill>
              <a:srgbClr val="797B7E">
                <a:shade val="50000"/>
              </a:srgbClr>
            </a:solidFill>
            <a:prstDash val="solid"/>
          </a:ln>
          <a:effectLst>
            <a:outerShdw blurRad="50800" dist="38100" dir="2700000" algn="tl" rotWithShape="0">
              <a:prstClr val="black">
                <a:alpha val="40000"/>
              </a:prstClr>
            </a:outerShdw>
          </a:effectLst>
        </p:spPr>
        <p:txBody>
          <a:bodyPr lIns="36000" tIns="7200" rIns="36000" bIns="72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200" b="1" i="0" u="none" strike="noStrike" kern="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Panasonic</a:t>
            </a:r>
            <a:endParaRPr kumimoji="1" lang="ja-JP" altLang="en-US" sz="1800" b="1" i="0" u="none" strike="noStrike" kern="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28" name="平行四辺形 51"/>
          <p:cNvSpPr/>
          <p:nvPr/>
        </p:nvSpPr>
        <p:spPr>
          <a:xfrm flipH="1">
            <a:off x="8015756" y="4799352"/>
            <a:ext cx="1916115" cy="199264"/>
          </a:xfrm>
          <a:prstGeom prst="parallelogram">
            <a:avLst>
              <a:gd name="adj" fmla="val 99075"/>
            </a:avLst>
          </a:prstGeom>
          <a:solidFill>
            <a:srgbClr val="F96A1B">
              <a:lumMod val="40000"/>
              <a:lumOff val="60000"/>
            </a:srgbClr>
          </a:solidFill>
          <a:ln w="25400" cap="flat" cmpd="sng" algn="ctr">
            <a:solidFill>
              <a:srgbClr val="797B7E">
                <a:shade val="50000"/>
              </a:srgbClr>
            </a:solidFill>
            <a:prstDash val="solid"/>
          </a:ln>
          <a:effectLst>
            <a:outerShdw blurRad="50800" dist="38100" dir="2700000" algn="tl" rotWithShape="0">
              <a:prstClr val="black">
                <a:alpha val="40000"/>
              </a:prstClr>
            </a:outerShdw>
          </a:effectLst>
        </p:spPr>
        <p:txBody>
          <a:bodyPr lIns="36000" tIns="7200" rIns="36000" bIns="72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200" b="1" i="0" u="none" strike="noStrike" kern="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JOLED</a:t>
            </a:r>
            <a:endParaRPr kumimoji="1" lang="ja-JP" altLang="en-US" sz="1800" b="1" i="0" u="none" strike="noStrike" kern="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2" name="平行四辺形 55"/>
          <p:cNvSpPr/>
          <p:nvPr/>
        </p:nvSpPr>
        <p:spPr>
          <a:xfrm flipH="1">
            <a:off x="570309" y="4799352"/>
            <a:ext cx="1305014" cy="199264"/>
          </a:xfrm>
          <a:prstGeom prst="parallelogram">
            <a:avLst>
              <a:gd name="adj" fmla="val 99075"/>
            </a:avLst>
          </a:prstGeom>
          <a:solidFill>
            <a:srgbClr val="797B7E"/>
          </a:solidFill>
          <a:ln w="25400" cap="flat" cmpd="sng" algn="ctr">
            <a:solidFill>
              <a:srgbClr val="797B7E">
                <a:shade val="50000"/>
              </a:srgbClr>
            </a:solidFill>
            <a:prstDash val="solid"/>
          </a:ln>
          <a:effectLst>
            <a:outerShdw blurRad="50800" dist="38100" dir="2700000" algn="tl" rotWithShape="0">
              <a:prstClr val="black">
                <a:alpha val="40000"/>
              </a:prstClr>
            </a:outerShdw>
          </a:effectLst>
        </p:spPr>
        <p:txBody>
          <a:bodyPr lIns="0" tIns="7200" rIns="0" bIns="72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200" b="1" i="0" u="none" strike="noStrike" kern="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Kyoto </a:t>
            </a:r>
            <a:r>
              <a:rPr kumimoji="1" lang="en-US" altLang="ja-JP" sz="1200" b="1" i="0" u="none" strike="noStrike" kern="0" cap="none" spc="0" normalizeH="0" baseline="0" noProof="0" dirty="0" err="1"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unv</a:t>
            </a:r>
            <a:r>
              <a:rPr kumimoji="1" lang="en-US" altLang="ja-JP" sz="1200" b="1" i="0" u="none" strike="noStrike" kern="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1" lang="ja-JP" altLang="en-US" sz="1800" b="1" i="0" u="none" strike="noStrike" kern="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cxnSp>
        <p:nvCxnSpPr>
          <p:cNvPr id="133" name="直線コネクタ 56"/>
          <p:cNvCxnSpPr/>
          <p:nvPr/>
        </p:nvCxnSpPr>
        <p:spPr>
          <a:xfrm>
            <a:off x="1974205" y="4138397"/>
            <a:ext cx="279053" cy="385644"/>
          </a:xfrm>
          <a:prstGeom prst="line">
            <a:avLst/>
          </a:prstGeom>
          <a:noFill/>
          <a:ln w="9525" cap="flat" cmpd="sng" algn="ctr">
            <a:solidFill>
              <a:srgbClr val="797B7E">
                <a:shade val="95000"/>
                <a:satMod val="105000"/>
              </a:srgbClr>
            </a:solidFill>
            <a:prstDash val="sysDash"/>
          </a:ln>
          <a:effectLst/>
        </p:spPr>
      </p:cxnSp>
      <p:cxnSp>
        <p:nvCxnSpPr>
          <p:cNvPr id="134" name="直線コネクタ 60"/>
          <p:cNvCxnSpPr/>
          <p:nvPr/>
        </p:nvCxnSpPr>
        <p:spPr>
          <a:xfrm>
            <a:off x="3091868" y="4138397"/>
            <a:ext cx="205401" cy="385644"/>
          </a:xfrm>
          <a:prstGeom prst="line">
            <a:avLst/>
          </a:prstGeom>
          <a:noFill/>
          <a:ln w="9525" cap="flat" cmpd="sng" algn="ctr">
            <a:solidFill>
              <a:srgbClr val="797B7E">
                <a:shade val="95000"/>
                <a:satMod val="105000"/>
              </a:srgbClr>
            </a:solidFill>
            <a:prstDash val="sysDash"/>
          </a:ln>
          <a:effectLst/>
        </p:spPr>
      </p:cxnSp>
      <p:cxnSp>
        <p:nvCxnSpPr>
          <p:cNvPr id="135" name="直線コネクタ 69"/>
          <p:cNvCxnSpPr/>
          <p:nvPr/>
        </p:nvCxnSpPr>
        <p:spPr>
          <a:xfrm>
            <a:off x="5959889" y="4138397"/>
            <a:ext cx="469417" cy="398972"/>
          </a:xfrm>
          <a:prstGeom prst="line">
            <a:avLst/>
          </a:prstGeom>
          <a:noFill/>
          <a:ln w="9525" cap="flat" cmpd="sng" algn="ctr">
            <a:solidFill>
              <a:srgbClr val="797B7E">
                <a:shade val="95000"/>
                <a:satMod val="105000"/>
              </a:srgbClr>
            </a:solidFill>
            <a:prstDash val="sysDash"/>
          </a:ln>
          <a:effectLst/>
        </p:spPr>
      </p:cxnSp>
      <p:cxnSp>
        <p:nvCxnSpPr>
          <p:cNvPr id="136" name="直線コネクタ 71"/>
          <p:cNvCxnSpPr/>
          <p:nvPr/>
        </p:nvCxnSpPr>
        <p:spPr>
          <a:xfrm flipH="1">
            <a:off x="7473318" y="4138397"/>
            <a:ext cx="270924" cy="392308"/>
          </a:xfrm>
          <a:prstGeom prst="line">
            <a:avLst/>
          </a:prstGeom>
          <a:noFill/>
          <a:ln w="9525" cap="flat" cmpd="sng" algn="ctr">
            <a:solidFill>
              <a:srgbClr val="797B7E">
                <a:shade val="95000"/>
                <a:satMod val="105000"/>
              </a:srgbClr>
            </a:solidFill>
            <a:prstDash val="sysDash"/>
          </a:ln>
          <a:effectLst/>
        </p:spPr>
      </p:cxnSp>
      <p:cxnSp>
        <p:nvCxnSpPr>
          <p:cNvPr id="137" name="直線コネクタ 73"/>
          <p:cNvCxnSpPr/>
          <p:nvPr/>
        </p:nvCxnSpPr>
        <p:spPr>
          <a:xfrm>
            <a:off x="7875698" y="4138397"/>
            <a:ext cx="81937" cy="101658"/>
          </a:xfrm>
          <a:prstGeom prst="line">
            <a:avLst/>
          </a:prstGeom>
          <a:noFill/>
          <a:ln w="9525" cap="flat" cmpd="sng" algn="ctr">
            <a:solidFill>
              <a:srgbClr val="797B7E">
                <a:shade val="95000"/>
                <a:satMod val="105000"/>
              </a:srgbClr>
            </a:solidFill>
            <a:prstDash val="sysDash"/>
          </a:ln>
          <a:effectLst/>
        </p:spPr>
      </p:cxnSp>
      <p:cxnSp>
        <p:nvCxnSpPr>
          <p:cNvPr id="138" name="直線コネクタ 75"/>
          <p:cNvCxnSpPr/>
          <p:nvPr/>
        </p:nvCxnSpPr>
        <p:spPr>
          <a:xfrm flipV="1">
            <a:off x="8517330" y="4240055"/>
            <a:ext cx="163874" cy="246485"/>
          </a:xfrm>
          <a:prstGeom prst="line">
            <a:avLst/>
          </a:prstGeom>
          <a:noFill/>
          <a:ln w="9525" cap="flat" cmpd="sng" algn="ctr">
            <a:solidFill>
              <a:srgbClr val="797B7E">
                <a:shade val="95000"/>
                <a:satMod val="105000"/>
              </a:srgbClr>
            </a:solidFill>
            <a:prstDash val="sysDash"/>
          </a:ln>
          <a:effectLst/>
        </p:spPr>
      </p:cxnSp>
      <p:cxnSp>
        <p:nvCxnSpPr>
          <p:cNvPr id="139" name="直線コネクタ 78"/>
          <p:cNvCxnSpPr/>
          <p:nvPr/>
        </p:nvCxnSpPr>
        <p:spPr>
          <a:xfrm flipV="1">
            <a:off x="8681204" y="4121954"/>
            <a:ext cx="1250667" cy="118101"/>
          </a:xfrm>
          <a:prstGeom prst="line">
            <a:avLst/>
          </a:prstGeom>
          <a:noFill/>
          <a:ln w="9525" cap="flat" cmpd="sng" algn="ctr">
            <a:solidFill>
              <a:srgbClr val="797B7E">
                <a:shade val="95000"/>
                <a:satMod val="105000"/>
              </a:srgbClr>
            </a:solidFill>
            <a:prstDash val="sysDash"/>
          </a:ln>
          <a:effectLst/>
        </p:spPr>
      </p:cxnSp>
      <p:cxnSp>
        <p:nvCxnSpPr>
          <p:cNvPr id="140" name="直線コネクタ 80"/>
          <p:cNvCxnSpPr/>
          <p:nvPr/>
        </p:nvCxnSpPr>
        <p:spPr>
          <a:xfrm flipV="1">
            <a:off x="9931872" y="3542293"/>
            <a:ext cx="514426" cy="579662"/>
          </a:xfrm>
          <a:prstGeom prst="line">
            <a:avLst/>
          </a:prstGeom>
          <a:noFill/>
          <a:ln w="9525" cap="flat" cmpd="sng" algn="ctr">
            <a:solidFill>
              <a:srgbClr val="797B7E">
                <a:shade val="95000"/>
                <a:satMod val="105000"/>
              </a:srgbClr>
            </a:solidFill>
            <a:prstDash val="sysDash"/>
          </a:ln>
          <a:effectLst/>
        </p:spPr>
      </p:cxnSp>
      <p:cxnSp>
        <p:nvCxnSpPr>
          <p:cNvPr id="141" name="直線コネクタ 83"/>
          <p:cNvCxnSpPr/>
          <p:nvPr/>
        </p:nvCxnSpPr>
        <p:spPr>
          <a:xfrm flipV="1">
            <a:off x="9561343" y="3601055"/>
            <a:ext cx="1906988" cy="929651"/>
          </a:xfrm>
          <a:prstGeom prst="line">
            <a:avLst/>
          </a:prstGeom>
          <a:noFill/>
          <a:ln w="9525" cap="flat" cmpd="sng" algn="ctr">
            <a:solidFill>
              <a:srgbClr val="797B7E">
                <a:shade val="95000"/>
                <a:satMod val="105000"/>
              </a:srgbClr>
            </a:solidFill>
            <a:prstDash val="sysDash"/>
          </a:ln>
          <a:effectLst/>
        </p:spPr>
      </p:cxnSp>
      <p:sp>
        <p:nvSpPr>
          <p:cNvPr id="142" name="テキスト ボックス 59"/>
          <p:cNvSpPr txBox="1"/>
          <p:nvPr/>
        </p:nvSpPr>
        <p:spPr>
          <a:xfrm>
            <a:off x="589363" y="3710951"/>
            <a:ext cx="1761290" cy="261610"/>
          </a:xfrm>
          <a:prstGeom prst="rect">
            <a:avLst/>
          </a:prstGeom>
          <a:noFill/>
        </p:spPr>
        <p:txBody>
          <a:bodyPr wrap="square" rtlCol="0">
            <a:spAutoFit/>
          </a:bodyPr>
          <a:lstStyle/>
          <a:p>
            <a:pPr defTabSz="914400"/>
            <a:r>
              <a:rPr kumimoji="1" lang="en-US" altLang="ja-JP" sz="11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Press Released</a:t>
            </a:r>
          </a:p>
        </p:txBody>
      </p:sp>
      <p:sp>
        <p:nvSpPr>
          <p:cNvPr id="143" name="テキスト ボックス 61"/>
          <p:cNvSpPr txBox="1"/>
          <p:nvPr/>
        </p:nvSpPr>
        <p:spPr>
          <a:xfrm>
            <a:off x="534987" y="3326850"/>
            <a:ext cx="1416233" cy="430887"/>
          </a:xfrm>
          <a:prstGeom prst="rect">
            <a:avLst/>
          </a:prstGeom>
          <a:noFill/>
        </p:spPr>
        <p:txBody>
          <a:bodyPr wrap="square" lIns="36000" rIns="36000" rtlCol="0">
            <a:spAutoFit/>
          </a:bodyPr>
          <a:lstStyle/>
          <a:p>
            <a:pPr algn="r" defTabSz="914400"/>
            <a:r>
              <a:rPr kumimoji="1" lang="en-US" altLang="ja-JP" sz="11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3.5”  VGA</a:t>
            </a:r>
          </a:p>
          <a:p>
            <a:pPr algn="r" defTabSz="914400"/>
            <a:r>
              <a:rPr kumimoji="1" lang="en-US" altLang="ja-JP" sz="11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kumimoji="1" lang="en-US" altLang="ja-JP" sz="11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Incell</a:t>
            </a:r>
            <a:r>
              <a:rPr kumimoji="1" lang="en-US" altLang="ja-JP" sz="11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-TP LCD)</a:t>
            </a:r>
          </a:p>
        </p:txBody>
      </p:sp>
      <p:sp>
        <p:nvSpPr>
          <p:cNvPr id="144" name="テキスト ボックス 62"/>
          <p:cNvSpPr txBox="1"/>
          <p:nvPr/>
        </p:nvSpPr>
        <p:spPr>
          <a:xfrm>
            <a:off x="5724762" y="2596027"/>
            <a:ext cx="2380634" cy="261610"/>
          </a:xfrm>
          <a:prstGeom prst="rect">
            <a:avLst/>
          </a:prstGeom>
          <a:noFill/>
        </p:spPr>
        <p:txBody>
          <a:bodyPr wrap="square" lIns="36000" rIns="36000" rtlCol="0">
            <a:spAutoFit/>
          </a:bodyPr>
          <a:lstStyle/>
          <a:p>
            <a:pPr defTabSz="914400"/>
            <a:r>
              <a:rPr kumimoji="1" lang="en-US" altLang="ja-JP" sz="11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54” 4K  (OLED, TAOS)</a:t>
            </a:r>
          </a:p>
        </p:txBody>
      </p:sp>
      <p:sp>
        <p:nvSpPr>
          <p:cNvPr id="145" name="テキスト ボックス 63"/>
          <p:cNvSpPr txBox="1"/>
          <p:nvPr/>
        </p:nvSpPr>
        <p:spPr>
          <a:xfrm>
            <a:off x="7875698" y="3046096"/>
            <a:ext cx="1250649" cy="430887"/>
          </a:xfrm>
          <a:prstGeom prst="rect">
            <a:avLst/>
          </a:prstGeom>
          <a:noFill/>
        </p:spPr>
        <p:txBody>
          <a:bodyPr wrap="square" lIns="36000" rIns="36000" rtlCol="0">
            <a:spAutoFit/>
          </a:bodyPr>
          <a:lstStyle/>
          <a:p>
            <a:pPr defTabSz="914400"/>
            <a:r>
              <a:rPr kumimoji="1" lang="en-US" altLang="ja-JP" sz="11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19” 4K, 12” FHD</a:t>
            </a:r>
          </a:p>
          <a:p>
            <a:pPr defTabSz="914400"/>
            <a:r>
              <a:rPr kumimoji="1" lang="en-US" altLang="ja-JP" sz="11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(OLED)</a:t>
            </a:r>
          </a:p>
        </p:txBody>
      </p:sp>
      <p:sp>
        <p:nvSpPr>
          <p:cNvPr id="146" name="テキスト ボックス 64"/>
          <p:cNvSpPr txBox="1"/>
          <p:nvPr/>
        </p:nvSpPr>
        <p:spPr>
          <a:xfrm>
            <a:off x="7875698" y="2299192"/>
            <a:ext cx="1380396" cy="430887"/>
          </a:xfrm>
          <a:prstGeom prst="rect">
            <a:avLst/>
          </a:prstGeom>
          <a:noFill/>
        </p:spPr>
        <p:txBody>
          <a:bodyPr wrap="square" lIns="36000" rIns="36000" rtlCol="0">
            <a:spAutoFit/>
          </a:bodyPr>
          <a:lstStyle/>
          <a:p>
            <a:pPr algn="r" defTabSz="914400"/>
            <a:r>
              <a:rPr kumimoji="1" lang="en-US" altLang="ja-JP" sz="11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12” FHD</a:t>
            </a:r>
          </a:p>
          <a:p>
            <a:pPr algn="r" defTabSz="914400"/>
            <a:r>
              <a:rPr kumimoji="1" lang="en-US" altLang="ja-JP" sz="11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kumimoji="1" lang="en-US" altLang="ja-JP" sz="11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OLED,Sheet</a:t>
            </a:r>
            <a:r>
              <a:rPr kumimoji="1" lang="en-US" altLang="ja-JP" sz="11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p:txBody>
      </p:sp>
      <p:sp>
        <p:nvSpPr>
          <p:cNvPr id="147" name="テキスト ボックス 65"/>
          <p:cNvSpPr txBox="1"/>
          <p:nvPr/>
        </p:nvSpPr>
        <p:spPr>
          <a:xfrm>
            <a:off x="8295019" y="1350956"/>
            <a:ext cx="1138205" cy="430887"/>
          </a:xfrm>
          <a:prstGeom prst="rect">
            <a:avLst/>
          </a:prstGeom>
          <a:noFill/>
        </p:spPr>
        <p:txBody>
          <a:bodyPr wrap="square" lIns="36000" rIns="36000" rtlCol="0">
            <a:spAutoFit/>
          </a:bodyPr>
          <a:lstStyle/>
          <a:p>
            <a:pPr algn="r" defTabSz="914400"/>
            <a:r>
              <a:rPr kumimoji="1" lang="en-US" altLang="ja-JP" sz="11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21.6” 4K</a:t>
            </a:r>
          </a:p>
          <a:p>
            <a:pPr algn="r" defTabSz="914400"/>
            <a:r>
              <a:rPr kumimoji="1" lang="en-US" altLang="ja-JP" sz="11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(OLED)</a:t>
            </a:r>
          </a:p>
        </p:txBody>
      </p:sp>
      <p:sp>
        <p:nvSpPr>
          <p:cNvPr id="148" name="テキスト ボックス 66"/>
          <p:cNvSpPr txBox="1"/>
          <p:nvPr/>
        </p:nvSpPr>
        <p:spPr>
          <a:xfrm>
            <a:off x="9416218" y="991394"/>
            <a:ext cx="2396369" cy="430887"/>
          </a:xfrm>
          <a:prstGeom prst="rect">
            <a:avLst/>
          </a:prstGeom>
          <a:noFill/>
        </p:spPr>
        <p:txBody>
          <a:bodyPr wrap="square" lIns="36000" rIns="36000" rtlCol="0">
            <a:spAutoFit/>
          </a:bodyPr>
          <a:lstStyle/>
          <a:p>
            <a:pPr algn="r" defTabSz="914400"/>
            <a:r>
              <a:rPr kumimoji="1" lang="en-US" altLang="ja-JP" sz="1100" i="1" dirty="0" smtClean="0">
                <a:solidFill>
                  <a:srgbClr val="0000FF"/>
                </a:solidFill>
                <a:latin typeface="Arial" panose="020B0604020202020204" pitchFamily="34" charset="0"/>
                <a:ea typeface="ＭＳ Ｐゴシック" panose="020B0600070205080204" pitchFamily="34" charset="-128"/>
                <a:cs typeface="Arial" panose="020B0604020202020204" pitchFamily="34" charset="0"/>
              </a:rPr>
              <a:t>First Mass -Production Model of Printing OLED</a:t>
            </a:r>
          </a:p>
        </p:txBody>
      </p:sp>
      <p:sp>
        <p:nvSpPr>
          <p:cNvPr id="153" name="テキスト ボックス 74"/>
          <p:cNvSpPr txBox="1"/>
          <p:nvPr/>
        </p:nvSpPr>
        <p:spPr>
          <a:xfrm>
            <a:off x="1608772" y="3948703"/>
            <a:ext cx="192226" cy="214595"/>
          </a:xfrm>
          <a:prstGeom prst="rect">
            <a:avLst/>
          </a:prstGeom>
          <a:solidFill>
            <a:srgbClr val="00B0F0"/>
          </a:solidFill>
          <a:ln w="15875">
            <a:solidFill>
              <a:srgbClr val="000000">
                <a:lumMod val="65000"/>
                <a:lumOff val="35000"/>
              </a:srgbClr>
            </a:solidFill>
          </a:ln>
          <a:effectLst>
            <a:outerShdw blurRad="50800" dist="38100" dir="2700000" algn="tl" rotWithShape="0">
              <a:prstClr val="black">
                <a:alpha val="40000"/>
              </a:prstClr>
            </a:outerShdw>
          </a:effectLst>
        </p:spPr>
        <p:txBody>
          <a:bodyPr wrap="square" lIns="36000" tIns="7200" rIns="36000" bIns="7200" rtlCol="0" anchor="ctr"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300" b="1" i="0" u="none" strike="noStrike" kern="0" cap="none" spc="0" normalizeH="0" baseline="0" noProof="0" dirty="0" smtClean="0">
                <a:ln>
                  <a:noFill/>
                </a:ln>
                <a:solidFill>
                  <a:schemeClr val="bg1">
                    <a:lumMod val="95000"/>
                  </a:schemeClr>
                </a:solidFill>
                <a:effectLst/>
                <a:uLnTx/>
                <a:uFillTx/>
                <a:latin typeface="Arial" panose="020B0604020202020204" pitchFamily="34" charset="0"/>
                <a:ea typeface="ＭＳ Ｐゴシック" panose="020B0600070205080204" pitchFamily="34" charset="-128"/>
                <a:cs typeface="Arial" panose="020B0604020202020204" pitchFamily="34" charset="0"/>
              </a:rPr>
              <a:t>1</a:t>
            </a:r>
          </a:p>
        </p:txBody>
      </p:sp>
      <p:sp>
        <p:nvSpPr>
          <p:cNvPr id="154" name="テキスト ボックス 76"/>
          <p:cNvSpPr txBox="1"/>
          <p:nvPr/>
        </p:nvSpPr>
        <p:spPr>
          <a:xfrm>
            <a:off x="3456559" y="3513950"/>
            <a:ext cx="192226" cy="214595"/>
          </a:xfrm>
          <a:prstGeom prst="rect">
            <a:avLst/>
          </a:prstGeom>
          <a:solidFill>
            <a:srgbClr val="00B0F0"/>
          </a:solidFill>
          <a:ln w="15875">
            <a:solidFill>
              <a:srgbClr val="000000">
                <a:lumMod val="65000"/>
                <a:lumOff val="35000"/>
              </a:srgbClr>
            </a:solidFill>
          </a:ln>
          <a:effectLst>
            <a:outerShdw blurRad="50800" dist="38100" dir="2700000" algn="tl" rotWithShape="0">
              <a:prstClr val="black">
                <a:alpha val="40000"/>
              </a:prstClr>
            </a:outerShdw>
          </a:effectLst>
        </p:spPr>
        <p:txBody>
          <a:bodyPr wrap="square" lIns="36000" tIns="7200" rIns="36000" bIns="7200" rtlCol="0" anchor="ctr"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300" b="1" i="0" u="none" strike="noStrike" kern="0" cap="none" spc="0" normalizeH="0" baseline="0" noProof="0" dirty="0" smtClean="0">
                <a:ln>
                  <a:noFill/>
                </a:ln>
                <a:solidFill>
                  <a:schemeClr val="bg1">
                    <a:lumMod val="95000"/>
                  </a:schemeClr>
                </a:solidFill>
                <a:effectLst/>
                <a:uLnTx/>
                <a:uFillTx/>
                <a:latin typeface="Arial" panose="020B0604020202020204" pitchFamily="34" charset="0"/>
                <a:ea typeface="ＭＳ Ｐゴシック" panose="020B0600070205080204" pitchFamily="34" charset="-128"/>
                <a:cs typeface="Arial" panose="020B0604020202020204" pitchFamily="34" charset="0"/>
              </a:rPr>
              <a:t>2</a:t>
            </a:r>
          </a:p>
        </p:txBody>
      </p:sp>
      <p:sp>
        <p:nvSpPr>
          <p:cNvPr id="155" name="テキスト ボックス 77"/>
          <p:cNvSpPr txBox="1"/>
          <p:nvPr/>
        </p:nvSpPr>
        <p:spPr>
          <a:xfrm>
            <a:off x="5581961" y="3812108"/>
            <a:ext cx="192226" cy="214595"/>
          </a:xfrm>
          <a:prstGeom prst="rect">
            <a:avLst/>
          </a:prstGeom>
          <a:solidFill>
            <a:schemeClr val="tx2">
              <a:lumMod val="60000"/>
              <a:lumOff val="40000"/>
            </a:schemeClr>
          </a:solidFill>
          <a:ln w="15875">
            <a:solidFill>
              <a:srgbClr val="000000">
                <a:lumMod val="65000"/>
                <a:lumOff val="35000"/>
              </a:srgbClr>
            </a:solidFill>
          </a:ln>
          <a:effectLst>
            <a:outerShdw blurRad="50800" dist="38100" dir="2700000" algn="tl" rotWithShape="0">
              <a:prstClr val="black">
                <a:alpha val="40000"/>
              </a:prstClr>
            </a:outerShdw>
          </a:effectLst>
        </p:spPr>
        <p:txBody>
          <a:bodyPr wrap="square" lIns="36000" tIns="7200" rIns="36000" bIns="7200" rtlCol="0" anchor="ctr"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300" b="1" i="0" u="none" strike="noStrike" kern="0" cap="none" spc="0" normalizeH="0" baseline="0" noProof="0" dirty="0" smtClean="0">
                <a:ln>
                  <a:noFill/>
                </a:ln>
                <a:solidFill>
                  <a:schemeClr val="bg1">
                    <a:lumMod val="95000"/>
                  </a:schemeClr>
                </a:solidFill>
                <a:effectLst/>
                <a:uLnTx/>
                <a:uFillTx/>
                <a:latin typeface="Arial" panose="020B0604020202020204" pitchFamily="34" charset="0"/>
                <a:ea typeface="ＭＳ Ｐゴシック" panose="020B0600070205080204" pitchFamily="34" charset="-128"/>
                <a:cs typeface="Arial" panose="020B0604020202020204" pitchFamily="34" charset="0"/>
              </a:rPr>
              <a:t>3</a:t>
            </a:r>
          </a:p>
        </p:txBody>
      </p:sp>
      <p:sp>
        <p:nvSpPr>
          <p:cNvPr id="156" name="テキスト ボックス 79"/>
          <p:cNvSpPr txBox="1"/>
          <p:nvPr/>
        </p:nvSpPr>
        <p:spPr>
          <a:xfrm>
            <a:off x="9332351" y="2022650"/>
            <a:ext cx="192226" cy="214595"/>
          </a:xfrm>
          <a:prstGeom prst="rect">
            <a:avLst/>
          </a:prstGeom>
          <a:solidFill>
            <a:srgbClr val="00B0F0"/>
          </a:solidFill>
          <a:ln w="15875">
            <a:solidFill>
              <a:srgbClr val="000000">
                <a:lumMod val="65000"/>
                <a:lumOff val="35000"/>
              </a:srgbClr>
            </a:solidFill>
          </a:ln>
          <a:effectLst>
            <a:outerShdw blurRad="50800" dist="38100" dir="2700000" algn="tl" rotWithShape="0">
              <a:prstClr val="black">
                <a:alpha val="40000"/>
              </a:prstClr>
            </a:outerShdw>
          </a:effectLst>
        </p:spPr>
        <p:txBody>
          <a:bodyPr wrap="square" lIns="36000" tIns="7200" rIns="36000" bIns="7200" rtlCol="0" anchor="ctr"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300" b="1" i="0" u="none" strike="noStrike" kern="0" cap="none" spc="0" normalizeH="0" baseline="0" noProof="0" dirty="0" smtClean="0">
                <a:ln>
                  <a:noFill/>
                </a:ln>
                <a:solidFill>
                  <a:schemeClr val="bg1">
                    <a:lumMod val="95000"/>
                  </a:schemeClr>
                </a:solidFill>
                <a:effectLst/>
                <a:uLnTx/>
                <a:uFillTx/>
                <a:latin typeface="Arial" panose="020B0604020202020204" pitchFamily="34" charset="0"/>
                <a:ea typeface="ＭＳ Ｐゴシック" panose="020B0600070205080204" pitchFamily="34" charset="-128"/>
                <a:cs typeface="Arial" panose="020B0604020202020204" pitchFamily="34" charset="0"/>
              </a:rPr>
              <a:t>4</a:t>
            </a:r>
          </a:p>
        </p:txBody>
      </p:sp>
      <p:pic>
        <p:nvPicPr>
          <p:cNvPr id="157" name="図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963211" y="2744848"/>
            <a:ext cx="1483087" cy="785370"/>
          </a:xfrm>
          <a:prstGeom prst="rect">
            <a:avLst/>
          </a:prstGeom>
        </p:spPr>
      </p:pic>
      <p:sp>
        <p:nvSpPr>
          <p:cNvPr id="158" name="左大かっこ 13"/>
          <p:cNvSpPr/>
          <p:nvPr/>
        </p:nvSpPr>
        <p:spPr>
          <a:xfrm rot="5400000">
            <a:off x="4909083" y="3412170"/>
            <a:ext cx="59049" cy="1596721"/>
          </a:xfrm>
          <a:prstGeom prst="leftBracket">
            <a:avLst/>
          </a:prstGeom>
          <a:noFill/>
          <a:ln w="9525" cap="flat" cmpd="sng" algn="ctr">
            <a:solidFill>
              <a:srgbClr val="797B7E">
                <a:shade val="95000"/>
                <a:satMod val="105000"/>
              </a:srgbClr>
            </a:solidFill>
            <a:prstDash val="sysDo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smtClean="0">
              <a:ln>
                <a:noFill/>
              </a:ln>
              <a:solidFill>
                <a:srgbClr val="000000"/>
              </a:solidFill>
              <a:effectLst/>
              <a:uLnTx/>
              <a:uFillTx/>
              <a:latin typeface="Franklin Gothic Book"/>
              <a:ea typeface="ＭＳ Ｐゴシック" panose="020B0600070205080204" pitchFamily="34" charset="-128"/>
              <a:cs typeface="+mn-cs"/>
            </a:endParaRPr>
          </a:p>
        </p:txBody>
      </p:sp>
      <p:sp>
        <p:nvSpPr>
          <p:cNvPr id="160" name="平行四辺形 51"/>
          <p:cNvSpPr/>
          <p:nvPr/>
        </p:nvSpPr>
        <p:spPr>
          <a:xfrm flipH="1">
            <a:off x="9833188" y="4799352"/>
            <a:ext cx="1635141" cy="199264"/>
          </a:xfrm>
          <a:prstGeom prst="parallelogram">
            <a:avLst>
              <a:gd name="adj" fmla="val 99075"/>
            </a:avLst>
          </a:prstGeom>
          <a:solidFill>
            <a:schemeClr val="tx2">
              <a:lumMod val="60000"/>
              <a:lumOff val="40000"/>
            </a:schemeClr>
          </a:solidFill>
          <a:ln w="25400" cap="flat" cmpd="sng" algn="ctr">
            <a:solidFill>
              <a:schemeClr val="tx2"/>
            </a:solidFill>
            <a:prstDash val="solid"/>
          </a:ln>
          <a:effectLst>
            <a:glow rad="63500">
              <a:schemeClr val="accent2">
                <a:satMod val="175000"/>
                <a:alpha val="40000"/>
              </a:schemeClr>
            </a:glow>
            <a:outerShdw blurRad="50800" dist="38100" dir="2700000" algn="tl" rotWithShape="0">
              <a:prstClr val="black">
                <a:alpha val="40000"/>
              </a:prstClr>
            </a:outerShdw>
          </a:effectLst>
        </p:spPr>
        <p:txBody>
          <a:bodyPr lIns="36000" tIns="7200" rIns="36000" bIns="72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200" b="1" i="0" u="none" strike="noStrike" kern="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HUAWEI</a:t>
            </a:r>
            <a:endParaRPr kumimoji="1" lang="ja-JP" altLang="en-US" sz="1800" b="1" i="0" u="none" strike="noStrike" kern="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cxnSp>
        <p:nvCxnSpPr>
          <p:cNvPr id="161" name="直線コネクタ 16"/>
          <p:cNvCxnSpPr/>
          <p:nvPr/>
        </p:nvCxnSpPr>
        <p:spPr>
          <a:xfrm>
            <a:off x="10446297" y="4570971"/>
            <a:ext cx="694883" cy="0"/>
          </a:xfrm>
          <a:prstGeom prst="line">
            <a:avLst/>
          </a:prstGeom>
          <a:noFill/>
          <a:ln w="19050" cap="flat" cmpd="sng" algn="ctr">
            <a:solidFill>
              <a:srgbClr val="797B7E">
                <a:shade val="95000"/>
                <a:satMod val="105000"/>
              </a:srgbClr>
            </a:solidFill>
            <a:prstDash val="sysDot"/>
          </a:ln>
          <a:effectLst/>
        </p:spPr>
      </p:cxnSp>
      <p:cxnSp>
        <p:nvCxnSpPr>
          <p:cNvPr id="162" name="直線コネクタ 16"/>
          <p:cNvCxnSpPr/>
          <p:nvPr/>
        </p:nvCxnSpPr>
        <p:spPr>
          <a:xfrm flipV="1">
            <a:off x="9931872" y="4486540"/>
            <a:ext cx="0" cy="274284"/>
          </a:xfrm>
          <a:prstGeom prst="line">
            <a:avLst/>
          </a:prstGeom>
          <a:noFill/>
          <a:ln w="19050" cap="flat" cmpd="sng" algn="ctr">
            <a:solidFill>
              <a:srgbClr val="797B7E">
                <a:shade val="95000"/>
                <a:satMod val="105000"/>
              </a:srgbClr>
            </a:solidFill>
            <a:prstDash val="sysDot"/>
          </a:ln>
          <a:effectLst/>
        </p:spPr>
      </p:cxnSp>
      <p:sp>
        <p:nvSpPr>
          <p:cNvPr id="7" name="Isosceles Triangle 6"/>
          <p:cNvSpPr/>
          <p:nvPr/>
        </p:nvSpPr>
        <p:spPr bwMode="auto">
          <a:xfrm flipH="1" flipV="1">
            <a:off x="9841697" y="4344547"/>
            <a:ext cx="194694" cy="199098"/>
          </a:xfrm>
          <a:prstGeom prst="triangle">
            <a:avLst/>
          </a:prstGeom>
          <a:solidFill>
            <a:schemeClr val="tx2">
              <a:lumMod val="60000"/>
              <a:lumOff val="40000"/>
            </a:schemeClr>
          </a:solidFill>
          <a:ln w="9525" cap="flat" cmpd="sng" algn="ctr">
            <a:solidFill>
              <a:schemeClr val="tx1">
                <a:lumMod val="65000"/>
                <a:lumOff val="3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163" name="テキスト ボックス 33"/>
          <p:cNvSpPr txBox="1"/>
          <p:nvPr/>
        </p:nvSpPr>
        <p:spPr>
          <a:xfrm>
            <a:off x="9391929" y="4083115"/>
            <a:ext cx="1027832" cy="307777"/>
          </a:xfrm>
          <a:prstGeom prst="rect">
            <a:avLst/>
          </a:prstGeom>
          <a:noFill/>
        </p:spPr>
        <p:txBody>
          <a:bodyPr wrap="square" rtlCol="0">
            <a:spAutoFit/>
          </a:bodyPr>
          <a:lstStyle/>
          <a:p>
            <a:pPr algn="ctr" defTabSz="914400"/>
            <a:r>
              <a:rPr kumimoji="1" lang="en-US" altLang="ja-JP" sz="1400" b="1" dirty="0" smtClean="0">
                <a:solidFill>
                  <a:srgbClr val="FF0000"/>
                </a:solidFill>
                <a:latin typeface="Arial" panose="020B0604020202020204" pitchFamily="34" charset="0"/>
                <a:ea typeface="Meiryo UI" panose="020B0604030504040204" pitchFamily="50" charset="-128"/>
                <a:cs typeface="Arial" panose="020B0604020202020204" pitchFamily="34" charset="0"/>
              </a:rPr>
              <a:t>Now</a:t>
            </a:r>
            <a:endParaRPr kumimoji="1" lang="en-US" altLang="ja-JP" sz="1600" b="1" dirty="0">
              <a:solidFill>
                <a:srgbClr val="FF0000"/>
              </a:solidFill>
              <a:latin typeface="Arial" panose="020B0604020202020204" pitchFamily="34" charset="0"/>
              <a:ea typeface="Meiryo UI" panose="020B0604030504040204" pitchFamily="50" charset="-128"/>
              <a:cs typeface="Arial" panose="020B0604020202020204" pitchFamily="34" charset="0"/>
            </a:endParaRPr>
          </a:p>
        </p:txBody>
      </p:sp>
      <p:sp>
        <p:nvSpPr>
          <p:cNvPr id="82" name="テキスト ボックス 9"/>
          <p:cNvSpPr txBox="1"/>
          <p:nvPr/>
        </p:nvSpPr>
        <p:spPr>
          <a:xfrm>
            <a:off x="403324" y="902494"/>
            <a:ext cx="9121253" cy="369332"/>
          </a:xfrm>
          <a:prstGeom prst="rect">
            <a:avLst/>
          </a:prstGeom>
          <a:noFill/>
        </p:spPr>
        <p:txBody>
          <a:bodyPr wrap="square" rtlCol="0">
            <a:spAutoFit/>
          </a:bodyPr>
          <a:lstStyle/>
          <a:p>
            <a:pPr defTabSz="914400"/>
            <a:r>
              <a:rPr kumimoji="1" lang="en-US" altLang="ja-JP" sz="1800" b="1"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Name: Matsui </a:t>
            </a:r>
            <a:r>
              <a:rPr kumimoji="1" lang="en-US" altLang="ja-JP" sz="1600" b="1" dirty="0" err="1"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Masafumi</a:t>
            </a:r>
            <a:r>
              <a:rPr kumimoji="1" lang="en-US" altLang="ja-JP" sz="16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600" b="1"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(from Kyoto, Joined </a:t>
            </a:r>
            <a:r>
              <a:rPr kumimoji="1" lang="en-US" altLang="ja-JP" sz="16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to HUAWEI on 1</a:t>
            </a:r>
            <a:r>
              <a:rPr kumimoji="1" lang="en-US" altLang="ja-JP" sz="1600" b="1" baseline="300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st</a:t>
            </a:r>
            <a:r>
              <a:rPr kumimoji="1" lang="en-US" altLang="ja-JP" sz="16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 Aug. </a:t>
            </a:r>
            <a:r>
              <a:rPr kumimoji="1" lang="en-US" altLang="ja-JP" sz="1600" b="1"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2018)</a:t>
            </a:r>
            <a:endParaRPr kumimoji="1" lang="en-US" altLang="ja-JP" sz="18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4" name="テキスト ボックス 9"/>
          <p:cNvSpPr txBox="1"/>
          <p:nvPr/>
        </p:nvSpPr>
        <p:spPr>
          <a:xfrm>
            <a:off x="1805686" y="5149388"/>
            <a:ext cx="5351164" cy="307777"/>
          </a:xfrm>
          <a:prstGeom prst="rect">
            <a:avLst/>
          </a:prstGeom>
          <a:noFill/>
        </p:spPr>
        <p:txBody>
          <a:bodyPr wrap="square" rtlCol="0">
            <a:spAutoFit/>
          </a:bodyPr>
          <a:lstStyle/>
          <a:p>
            <a:pPr defTabSz="914400"/>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Display circuit and layout design</a:t>
            </a:r>
            <a:endParaRPr kumimoji="1" lang="en-US" altLang="ja-JP" sz="14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5" name="角丸四角形 7"/>
          <p:cNvSpPr/>
          <p:nvPr/>
        </p:nvSpPr>
        <p:spPr>
          <a:xfrm>
            <a:off x="603650" y="5542765"/>
            <a:ext cx="1172593" cy="264119"/>
          </a:xfrm>
          <a:prstGeom prst="roundRect">
            <a:avLst/>
          </a:prstGeom>
          <a:solidFill>
            <a:srgbClr val="797B7E"/>
          </a:solidFill>
          <a:ln w="254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balanced" dir="t">
              <a:rot lat="0" lon="0" rev="8700000"/>
            </a:lightRig>
          </a:scene3d>
          <a:sp3d>
            <a:bevelT w="190500" h="38100"/>
          </a:sp3d>
        </p:spPr>
        <p:txBody>
          <a:bodyPr tIns="3600" bIns="36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1" u="none" strike="noStrike" kern="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Language</a:t>
            </a:r>
            <a:endParaRPr kumimoji="1" lang="ja-JP" altLang="en-US" sz="1400" b="0" i="1" u="none" strike="noStrike" kern="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6" name="テキスト ボックス 9"/>
          <p:cNvSpPr txBox="1"/>
          <p:nvPr/>
        </p:nvSpPr>
        <p:spPr>
          <a:xfrm>
            <a:off x="1805686" y="5536339"/>
            <a:ext cx="5351164" cy="307777"/>
          </a:xfrm>
          <a:prstGeom prst="rect">
            <a:avLst/>
          </a:prstGeom>
          <a:noFill/>
        </p:spPr>
        <p:txBody>
          <a:bodyPr wrap="square" rtlCol="0">
            <a:spAutoFit/>
          </a:bodyPr>
          <a:lstStyle/>
          <a:p>
            <a:pPr defTabSz="914400"/>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Japanese: </a:t>
            </a:r>
            <a:r>
              <a:rPr kumimoji="1" lang="ja-JP" altLang="en-US"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English:  </a:t>
            </a:r>
            <a:r>
              <a:rPr kumimoji="1" lang="ja-JP" altLang="en-US"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 (now in study),  Chinese: ×   </a:t>
            </a:r>
            <a:r>
              <a:rPr kumimoji="1" lang="ja-JP" altLang="en-US"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4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7" name="テキスト ボックス 9"/>
          <p:cNvSpPr txBox="1"/>
          <p:nvPr/>
        </p:nvSpPr>
        <p:spPr>
          <a:xfrm>
            <a:off x="256019" y="5900630"/>
            <a:ext cx="11818788" cy="292388"/>
          </a:xfrm>
          <a:prstGeom prst="rect">
            <a:avLst/>
          </a:prstGeom>
          <a:noFill/>
        </p:spPr>
        <p:txBody>
          <a:bodyPr wrap="square" rtlCol="0">
            <a:spAutoFit/>
          </a:bodyPr>
          <a:lstStyle/>
          <a:p>
            <a:pPr defTabSz="914400"/>
            <a:r>
              <a:rPr kumimoji="1" lang="en-US" altLang="ja-JP" sz="1300" b="1" dirty="0"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Today</a:t>
            </a:r>
            <a:r>
              <a:rPr kumimoji="1" lang="en-US" altLang="ja-JP" sz="12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u="sng"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Explain </a:t>
            </a:r>
            <a:r>
              <a:rPr kumimoji="1" lang="en-US" altLang="ja-JP" sz="1200" u="sng"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the outline of compensation algorithm for the OLED image sticking developed for TV and Medical applications to the extent that I can speak</a:t>
            </a:r>
          </a:p>
        </p:txBody>
      </p:sp>
      <p:sp>
        <p:nvSpPr>
          <p:cNvPr id="5" name="Rectangular Callout 4"/>
          <p:cNvSpPr/>
          <p:nvPr/>
        </p:nvSpPr>
        <p:spPr bwMode="auto">
          <a:xfrm>
            <a:off x="5127519" y="1717355"/>
            <a:ext cx="1738471" cy="264639"/>
          </a:xfrm>
          <a:prstGeom prst="wedgeRectCallout">
            <a:avLst>
              <a:gd name="adj1" fmla="val -74307"/>
              <a:gd name="adj2" fmla="val 172205"/>
            </a:avLst>
          </a:prstGeom>
          <a:solidFill>
            <a:srgbClr val="FFC000"/>
          </a:solidFill>
          <a:ln w="9525" cap="flat" cmpd="sng" algn="ctr">
            <a:solidFill>
              <a:schemeClr val="bg1">
                <a:lumMod val="6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rgbClr val="0000FF"/>
                </a:solidFill>
                <a:effectLst/>
                <a:latin typeface="Meiryo UI" panose="020B0604030504040204" pitchFamily="34" charset="-128"/>
                <a:ea typeface="Meiryo UI" panose="020B0604030504040204" pitchFamily="34" charset="-128"/>
                <a:cs typeface="Meiryo UI" panose="020B0604030504040204" pitchFamily="34" charset="-128"/>
              </a:rPr>
              <a:t>Today’s presentation</a:t>
            </a:r>
          </a:p>
        </p:txBody>
      </p:sp>
    </p:spTree>
    <p:extLst>
      <p:ext uri="{BB962C8B-B14F-4D97-AF65-F5344CB8AC3E}">
        <p14:creationId xmlns:p14="http://schemas.microsoft.com/office/powerpoint/2010/main" val="18259886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日期占位符 3"/>
          <p:cNvSpPr>
            <a:spLocks noGrp="1"/>
          </p:cNvSpPr>
          <p:nvPr>
            <p:ph type="dt" sz="quarter" idx="4294967295"/>
          </p:nvPr>
        </p:nvSpPr>
        <p:spPr>
          <a:xfrm>
            <a:off x="7887115" y="6491203"/>
            <a:ext cx="2097572" cy="45571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1848">
              <a:lnSpc>
                <a:spcPct val="140000"/>
              </a:lnSpc>
              <a:buClr>
                <a:schemeClr val="bg2"/>
              </a:buClr>
              <a:buSzPct val="60000"/>
              <a:buFont typeface="Wingdings" panose="05000000000000000000" pitchFamily="2" charset="2"/>
              <a:buChar char="l"/>
              <a:defRPr sz="2000" b="1">
                <a:solidFill>
                  <a:schemeClr val="tx1"/>
                </a:solidFill>
                <a:latin typeface="Arial" panose="020B0604020202020204" pitchFamily="34" charset="0"/>
                <a:ea typeface="华文细黑" panose="02010600040101010101" pitchFamily="2" charset="-122"/>
              </a:defRPr>
            </a:lvl1pPr>
            <a:lvl2pPr marL="743099" indent="-285807" defTabSz="801848">
              <a:lnSpc>
                <a:spcPct val="140000"/>
              </a:lnSpc>
              <a:buClr>
                <a:schemeClr val="tx1"/>
              </a:buClr>
              <a:buSzPct val="50000"/>
              <a:buFont typeface="Wingdings" panose="05000000000000000000" pitchFamily="2" charset="2"/>
              <a:buChar char="p"/>
              <a:defRPr>
                <a:solidFill>
                  <a:schemeClr val="tx1"/>
                </a:solidFill>
                <a:latin typeface="Arial" panose="020B0604020202020204" pitchFamily="34" charset="0"/>
                <a:ea typeface="华文细黑" panose="02010600040101010101" pitchFamily="2" charset="-122"/>
              </a:defRPr>
            </a:lvl2pPr>
            <a:lvl3pPr marL="1143229" indent="-228646" defTabSz="801848">
              <a:lnSpc>
                <a:spcPct val="140000"/>
              </a:lnSpc>
              <a:buSzPct val="50000"/>
              <a:buFont typeface="Wingdings" panose="05000000000000000000" pitchFamily="2" charset="2"/>
              <a:buChar char="n"/>
              <a:defRPr sz="1600">
                <a:solidFill>
                  <a:schemeClr val="tx1"/>
                </a:solidFill>
                <a:latin typeface="Arial" panose="020B0604020202020204" pitchFamily="34" charset="0"/>
                <a:ea typeface="华文细黑" panose="02010600040101010101" pitchFamily="2" charset="-122"/>
              </a:defRPr>
            </a:lvl3pPr>
            <a:lvl4pPr marL="1600520" indent="-228646" defTabSz="801848">
              <a:lnSpc>
                <a:spcPct val="140000"/>
              </a:lnSpc>
              <a:buChar char="–"/>
              <a:defRPr sz="1400">
                <a:solidFill>
                  <a:schemeClr val="tx1"/>
                </a:solidFill>
                <a:latin typeface="Arial" panose="020B0604020202020204" pitchFamily="34" charset="0"/>
                <a:ea typeface="华文细黑" panose="02010600040101010101" pitchFamily="2" charset="-122"/>
              </a:defRPr>
            </a:lvl4pPr>
            <a:lvl5pPr marL="2057811" indent="-228646" defTabSz="801848">
              <a:lnSpc>
                <a:spcPct val="140000"/>
              </a:lnSpc>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5pPr>
            <a:lvl6pPr marL="2515103"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6pPr>
            <a:lvl7pPr marL="2972394"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7pPr>
            <a:lvl8pPr marL="3429686"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8pPr>
            <a:lvl9pPr marL="3886977"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9pPr>
          </a:lstStyle>
          <a:p>
            <a:pPr>
              <a:lnSpc>
                <a:spcPct val="85000"/>
              </a:lnSpc>
              <a:buClrTx/>
              <a:buSzTx/>
              <a:buFontTx/>
              <a:buNone/>
            </a:pPr>
            <a:r>
              <a:rPr lang="de-DE" altLang="zh-CN" sz="1200" b="0">
                <a:solidFill>
                  <a:srgbClr val="000000"/>
                </a:solidFill>
                <a:ea typeface="MS PGothic" panose="020B0600070205080204" pitchFamily="34" charset="-128"/>
              </a:rPr>
              <a:t>Page </a:t>
            </a:r>
            <a:fld id="{8D839213-7A7B-4A64-9274-9FA6A4197B37}" type="slidenum">
              <a:rPr lang="de-DE" altLang="zh-CN" sz="1200" b="0">
                <a:solidFill>
                  <a:srgbClr val="000000"/>
                </a:solidFill>
                <a:ea typeface="MS PGothic" panose="020B0600070205080204" pitchFamily="34" charset="-128"/>
              </a:rPr>
              <a:pPr>
                <a:lnSpc>
                  <a:spcPct val="85000"/>
                </a:lnSpc>
                <a:buClrTx/>
                <a:buSzTx/>
                <a:buFontTx/>
                <a:buNone/>
              </a:pPr>
              <a:t>3</a:t>
            </a:fld>
            <a:endParaRPr lang="en-GB" altLang="zh-CN" sz="1200" b="0">
              <a:solidFill>
                <a:srgbClr val="000000"/>
              </a:solidFill>
              <a:ea typeface="MS PGothic" panose="020B0600070205080204" pitchFamily="34" charset="-128"/>
            </a:endParaRPr>
          </a:p>
        </p:txBody>
      </p:sp>
      <p:sp>
        <p:nvSpPr>
          <p:cNvPr id="71" name="Rectangle 5"/>
          <p:cNvSpPr>
            <a:spLocks noChangeArrowheads="1"/>
          </p:cNvSpPr>
          <p:nvPr/>
        </p:nvSpPr>
        <p:spPr bwMode="auto">
          <a:xfrm>
            <a:off x="382587" y="429677"/>
            <a:ext cx="11049000" cy="38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804" tIns="39402" rIns="78804" bIns="39402"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5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1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914583" eaLnBrk="0" fontAlgn="base" hangingPunct="0">
              <a:spcBef>
                <a:spcPct val="0"/>
              </a:spcBef>
              <a:spcAft>
                <a:spcPct val="0"/>
              </a:spcAft>
              <a:buFontTx/>
              <a:buNone/>
            </a:pPr>
            <a:r>
              <a:rPr lang="en-US" sz="2801" b="1" dirty="0" smtClean="0">
                <a:solidFill>
                  <a:srgbClr val="990000"/>
                </a:solidFill>
                <a:ea typeface="黑体"/>
                <a:cs typeface="Arial" pitchFamily="34" charset="0"/>
              </a:rPr>
              <a:t>What is Image-Sticking</a:t>
            </a:r>
            <a:endParaRPr lang="zh-CN" altLang="zh-CN" sz="2801" b="1" dirty="0">
              <a:solidFill>
                <a:srgbClr val="990000"/>
              </a:solidFill>
              <a:ea typeface="黑体"/>
              <a:cs typeface="Arial" pitchFamily="34" charset="0"/>
              <a:sym typeface="Arial" panose="020B0604020202020204" pitchFamily="34" charset="0"/>
            </a:endParaRPr>
          </a:p>
        </p:txBody>
      </p:sp>
      <p:pic>
        <p:nvPicPr>
          <p:cNvPr id="4" name="Picture 94"/>
          <p:cNvPicPr>
            <a:picLocks noChangeAspect="1" noChangeArrowheads="1"/>
          </p:cNvPicPr>
          <p:nvPr/>
        </p:nvPicPr>
        <p:blipFill>
          <a:blip r:embed="rId2">
            <a:extLst>
              <a:ext uri="{28A0092B-C50C-407E-A947-70E740481C1C}">
                <a14:useLocalDpi xmlns:a14="http://schemas.microsoft.com/office/drawing/2010/main" val="0"/>
              </a:ext>
            </a:extLst>
          </a:blip>
          <a:srcRect l="33517" t="28065" r="57715" b="61958"/>
          <a:stretch>
            <a:fillRect/>
          </a:stretch>
        </p:blipFill>
        <p:spPr bwMode="auto">
          <a:xfrm>
            <a:off x="1778869" y="1483973"/>
            <a:ext cx="3032043" cy="215760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Oval 95"/>
          <p:cNvSpPr>
            <a:spLocks noChangeArrowheads="1"/>
          </p:cNvSpPr>
          <p:nvPr/>
        </p:nvSpPr>
        <p:spPr bwMode="auto">
          <a:xfrm>
            <a:off x="1781347" y="1583056"/>
            <a:ext cx="1037929" cy="525158"/>
          </a:xfrm>
          <a:prstGeom prst="ellipse">
            <a:avLst/>
          </a:prstGeom>
          <a:noFill/>
          <a:ln w="15875">
            <a:solidFill>
              <a:srgbClr val="FF0000"/>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kumimoji="1" lang="ja-JP" altLang="en-US" sz="1000">
              <a:solidFill>
                <a:srgbClr val="000000"/>
              </a:solidFill>
              <a:latin typeface="Meiryo UI" panose="020B0604030504040204" pitchFamily="50" charset="-128"/>
              <a:ea typeface="Meiryo UI" panose="020B0604030504040204" pitchFamily="50" charset="-128"/>
            </a:endParaRPr>
          </a:p>
        </p:txBody>
      </p:sp>
      <p:sp>
        <p:nvSpPr>
          <p:cNvPr id="6" name="Oval 96"/>
          <p:cNvSpPr>
            <a:spLocks noChangeArrowheads="1"/>
          </p:cNvSpPr>
          <p:nvPr/>
        </p:nvSpPr>
        <p:spPr bwMode="auto">
          <a:xfrm>
            <a:off x="3493063" y="1545898"/>
            <a:ext cx="1461524" cy="601950"/>
          </a:xfrm>
          <a:prstGeom prst="ellipse">
            <a:avLst/>
          </a:prstGeom>
          <a:noFill/>
          <a:ln w="15875">
            <a:solidFill>
              <a:srgbClr val="FF0000"/>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kumimoji="1" lang="ja-JP" altLang="en-US" sz="1000">
              <a:solidFill>
                <a:srgbClr val="000000"/>
              </a:solidFill>
              <a:latin typeface="Meiryo UI" panose="020B0604030504040204" pitchFamily="50" charset="-128"/>
              <a:ea typeface="Meiryo UI" panose="020B0604030504040204" pitchFamily="50" charset="-128"/>
            </a:endParaRPr>
          </a:p>
        </p:txBody>
      </p:sp>
      <p:sp>
        <p:nvSpPr>
          <p:cNvPr id="7" name="Line 97"/>
          <p:cNvSpPr>
            <a:spLocks noChangeShapeType="1"/>
          </p:cNvSpPr>
          <p:nvPr/>
        </p:nvSpPr>
        <p:spPr bwMode="auto">
          <a:xfrm flipV="1">
            <a:off x="1646686" y="2110319"/>
            <a:ext cx="454020" cy="748263"/>
          </a:xfrm>
          <a:prstGeom prst="line">
            <a:avLst/>
          </a:prstGeom>
          <a:noFill/>
          <a:ln w="19050">
            <a:solidFill>
              <a:schemeClr val="tx2">
                <a:lumMod val="60000"/>
                <a:lumOff val="4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kumimoji="1" lang="ja-JP" altLang="en-US" sz="1000">
              <a:solidFill>
                <a:srgbClr val="000000"/>
              </a:solidFill>
              <a:latin typeface="Meiryo UI" panose="020B0604030504040204" pitchFamily="50" charset="-128"/>
              <a:ea typeface="Meiryo UI" panose="020B0604030504040204" pitchFamily="50" charset="-128"/>
            </a:endParaRPr>
          </a:p>
        </p:txBody>
      </p:sp>
      <p:sp>
        <p:nvSpPr>
          <p:cNvPr id="8" name="Line 98"/>
          <p:cNvSpPr>
            <a:spLocks noChangeShapeType="1"/>
          </p:cNvSpPr>
          <p:nvPr/>
        </p:nvSpPr>
        <p:spPr bwMode="auto">
          <a:xfrm flipV="1">
            <a:off x="1628004" y="1865568"/>
            <a:ext cx="1861885" cy="993015"/>
          </a:xfrm>
          <a:prstGeom prst="line">
            <a:avLst/>
          </a:prstGeom>
          <a:noFill/>
          <a:ln w="19050">
            <a:solidFill>
              <a:schemeClr val="tx2">
                <a:lumMod val="60000"/>
                <a:lumOff val="4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kumimoji="1" lang="ja-JP" altLang="en-US" sz="1000">
              <a:solidFill>
                <a:srgbClr val="000000"/>
              </a:solidFill>
              <a:latin typeface="Meiryo UI" panose="020B0604030504040204" pitchFamily="50" charset="-128"/>
              <a:ea typeface="Meiryo UI" panose="020B0604030504040204" pitchFamily="50" charset="-128"/>
            </a:endParaRPr>
          </a:p>
        </p:txBody>
      </p:sp>
      <p:sp>
        <p:nvSpPr>
          <p:cNvPr id="9" name="Text Box 99"/>
          <p:cNvSpPr txBox="1">
            <a:spLocks noChangeArrowheads="1"/>
          </p:cNvSpPr>
          <p:nvPr/>
        </p:nvSpPr>
        <p:spPr bwMode="auto">
          <a:xfrm>
            <a:off x="570002" y="2821636"/>
            <a:ext cx="1876018" cy="360365"/>
          </a:xfrm>
          <a:prstGeom prst="rect">
            <a:avLst/>
          </a:prstGeom>
          <a:solidFill>
            <a:srgbClr val="FFFFCC"/>
          </a:solidFill>
          <a:ln w="9525">
            <a:solidFill>
              <a:schemeClr val="bg1">
                <a:lumMod val="85000"/>
              </a:schemeClr>
            </a:solidFill>
            <a:miter lim="800000"/>
            <a:headEnd/>
            <a:tailEnd/>
          </a:ln>
          <a:effectLst>
            <a:outerShdw blurRad="50800" dist="38100" dir="2700000" algn="tl" rotWithShape="0">
              <a:prstClr val="black">
                <a:alpha val="40000"/>
              </a:prstClr>
            </a:outerShdw>
          </a:effectLst>
          <a:extLst/>
        </p:spPr>
        <p:txBody>
          <a:bodyPr wrap="square" lIns="27432" tIns="10800" rIns="9144" bIns="10800">
            <a:spAutoFit/>
          </a:bodyPr>
          <a:lstStyle/>
          <a:p>
            <a:pPr defTabSz="914400" fontAlgn="base">
              <a:spcBef>
                <a:spcPct val="50000"/>
              </a:spcBef>
              <a:spcAft>
                <a:spcPct val="0"/>
              </a:spcAft>
            </a:pPr>
            <a:r>
              <a:rPr kumimoji="1" lang="en-US" altLang="ja-JP" sz="1100" dirty="0" smtClean="0">
                <a:solidFill>
                  <a:srgbClr val="000000"/>
                </a:solidFill>
                <a:latin typeface="Meiryo UI" panose="020B0604030504040204" pitchFamily="50" charset="-128"/>
                <a:ea typeface="Meiryo UI" panose="020B0604030504040204" pitchFamily="50" charset="-128"/>
              </a:rPr>
              <a:t>Image Sticking                      due to Title, Time report…</a:t>
            </a:r>
            <a:endParaRPr kumimoji="1" lang="ja-JP" altLang="en-US" sz="1100" dirty="0">
              <a:solidFill>
                <a:srgbClr val="000000"/>
              </a:solidFill>
              <a:latin typeface="Meiryo UI" panose="020B0604030504040204" pitchFamily="50" charset="-128"/>
              <a:ea typeface="Meiryo UI" panose="020B0604030504040204" pitchFamily="50" charset="-128"/>
            </a:endParaRPr>
          </a:p>
        </p:txBody>
      </p:sp>
      <p:sp>
        <p:nvSpPr>
          <p:cNvPr id="11" name="Text Box 287"/>
          <p:cNvSpPr txBox="1">
            <a:spLocks noChangeArrowheads="1"/>
          </p:cNvSpPr>
          <p:nvPr/>
        </p:nvSpPr>
        <p:spPr bwMode="auto">
          <a:xfrm>
            <a:off x="432507" y="1583998"/>
            <a:ext cx="1231131" cy="541687"/>
          </a:xfrm>
          <a:prstGeom prst="rect">
            <a:avLst/>
          </a:prstGeom>
          <a:solidFill>
            <a:schemeClr val="tx1">
              <a:lumMod val="75000"/>
              <a:lumOff val="25000"/>
            </a:schemeClr>
          </a:solidFill>
          <a:ln>
            <a:noFill/>
          </a:ln>
          <a:effectLst>
            <a:glow rad="63500">
              <a:schemeClr val="accent4">
                <a:satMod val="175000"/>
                <a:alpha val="40000"/>
              </a:schemeClr>
            </a:glow>
            <a:outerShdw blurRad="50800" dist="38100" dir="2700000" algn="tl" rotWithShape="0">
              <a:prstClr val="black">
                <a:alpha val="40000"/>
              </a:prstClr>
            </a:outerShdw>
          </a:effectLst>
          <a:extLst/>
        </p:spPr>
        <p:txBody>
          <a:bodyPr wrap="square" lIns="45720" tIns="9144" rIns="45720" bIns="9144">
            <a:spAutoFit/>
          </a:bodyPr>
          <a:lstStyle/>
          <a:p>
            <a:pPr>
              <a:spcBef>
                <a:spcPct val="50000"/>
              </a:spcBef>
            </a:pPr>
            <a:r>
              <a:rPr lang="en-US" altLang="ja-JP" sz="1100" dirty="0" smtClean="0">
                <a:solidFill>
                  <a:schemeClr val="bg1"/>
                </a:solidFill>
                <a:latin typeface="Meiryo UI" panose="020B0604030504040204" pitchFamily="34" charset="-128"/>
                <a:ea typeface="Meiryo UI" panose="020B0604030504040204" pitchFamily="34" charset="-128"/>
                <a:cs typeface="Meiryo UI" panose="020B0604030504040204" pitchFamily="34" charset="-128"/>
              </a:rPr>
              <a:t>Accumulation      of </a:t>
            </a:r>
            <a:r>
              <a:rPr lang="en-US" altLang="ja-JP" sz="1100" dirty="0">
                <a:solidFill>
                  <a:schemeClr val="bg1"/>
                </a:solidFill>
                <a:latin typeface="Meiryo UI" panose="020B0604030504040204" pitchFamily="34" charset="-128"/>
                <a:ea typeface="Meiryo UI" panose="020B0604030504040204" pitchFamily="34" charset="-128"/>
                <a:cs typeface="Meiryo UI" panose="020B0604030504040204" pitchFamily="34" charset="-128"/>
              </a:rPr>
              <a:t>video signal </a:t>
            </a:r>
            <a:r>
              <a:rPr lang="en-US" altLang="ja-JP" sz="1050" dirty="0" smtClean="0">
                <a:solidFill>
                  <a:schemeClr val="bg1"/>
                </a:solidFill>
                <a:latin typeface="Meiryo UI" panose="020B0604030504040204" pitchFamily="34" charset="-128"/>
                <a:ea typeface="Meiryo UI" panose="020B0604030504040204" pitchFamily="34" charset="-128"/>
                <a:cs typeface="Meiryo UI" panose="020B0604030504040204" pitchFamily="34" charset="-128"/>
              </a:rPr>
              <a:t>(24h,NHK,2011) </a:t>
            </a:r>
            <a:r>
              <a:rPr lang="ja-JP" altLang="en-US" sz="1200" dirty="0">
                <a:solidFill>
                  <a:schemeClr val="bg1"/>
                </a:solidFill>
                <a:latin typeface="Meiryo UI" panose="020B0604030504040204" pitchFamily="34" charset="-128"/>
                <a:ea typeface="Meiryo UI" panose="020B0604030504040204" pitchFamily="34" charset="-128"/>
                <a:cs typeface="Meiryo UI" panose="020B0604030504040204" pitchFamily="34" charset="-128"/>
              </a:rPr>
              <a:t>　　　　　　　　　　　　　　　　　　　　</a:t>
            </a:r>
          </a:p>
        </p:txBody>
      </p:sp>
      <p:sp>
        <p:nvSpPr>
          <p:cNvPr id="12" name="Text Box 288"/>
          <p:cNvSpPr txBox="1">
            <a:spLocks noChangeArrowheads="1"/>
          </p:cNvSpPr>
          <p:nvPr/>
        </p:nvSpPr>
        <p:spPr bwMode="auto">
          <a:xfrm>
            <a:off x="918083" y="3503762"/>
            <a:ext cx="2387919"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900" dirty="0" smtClean="0">
                <a:latin typeface="Meiryo UI" panose="020B0604030504040204" pitchFamily="34" charset="-128"/>
                <a:ea typeface="Meiryo UI" panose="020B0604030504040204" pitchFamily="34" charset="-128"/>
                <a:cs typeface="Meiryo UI" panose="020B0604030504040204" pitchFamily="34" charset="-128"/>
              </a:rPr>
              <a:t>NHK</a:t>
            </a:r>
            <a:r>
              <a:rPr lang="ja-JP" altLang="en-US" sz="900" dirty="0" smtClean="0">
                <a:latin typeface="Meiryo UI" panose="020B0604030504040204" pitchFamily="34" charset="-128"/>
                <a:ea typeface="Meiryo UI" panose="020B0604030504040204" pitchFamily="34" charset="-128"/>
                <a:cs typeface="Meiryo UI" panose="020B0604030504040204" pitchFamily="34" charset="-128"/>
              </a:rPr>
              <a:t> </a:t>
            </a:r>
            <a:r>
              <a:rPr lang="en-US" altLang="ja-JP" sz="900" dirty="0" smtClean="0">
                <a:latin typeface="Meiryo UI" panose="020B0604030504040204" pitchFamily="34" charset="-128"/>
                <a:ea typeface="Meiryo UI" panose="020B0604030504040204" pitchFamily="34" charset="-128"/>
                <a:cs typeface="Meiryo UI" panose="020B0604030504040204" pitchFamily="34" charset="-128"/>
              </a:rPr>
              <a:t>2011/6/2 </a:t>
            </a:r>
            <a:r>
              <a:rPr lang="en-US" altLang="ja-JP" sz="900" dirty="0">
                <a:latin typeface="Meiryo UI" panose="020B0604030504040204" pitchFamily="34" charset="-128"/>
                <a:ea typeface="Meiryo UI" panose="020B0604030504040204" pitchFamily="34" charset="-128"/>
                <a:cs typeface="Meiryo UI" panose="020B0604030504040204" pitchFamily="34" charset="-128"/>
              </a:rPr>
              <a:t>8:00</a:t>
            </a:r>
            <a:r>
              <a:rPr lang="ja-JP" altLang="en-US" sz="900" dirty="0">
                <a:latin typeface="Meiryo UI" panose="020B0604030504040204" pitchFamily="34" charset="-128"/>
                <a:ea typeface="Meiryo UI" panose="020B0604030504040204" pitchFamily="34" charset="-128"/>
                <a:cs typeface="Meiryo UI" panose="020B0604030504040204" pitchFamily="34" charset="-128"/>
              </a:rPr>
              <a:t>～</a:t>
            </a:r>
            <a:r>
              <a:rPr lang="en-US" altLang="ja-JP" sz="900" dirty="0">
                <a:latin typeface="Meiryo UI" panose="020B0604030504040204" pitchFamily="34" charset="-128"/>
                <a:ea typeface="Meiryo UI" panose="020B0604030504040204" pitchFamily="34" charset="-128"/>
                <a:cs typeface="Meiryo UI" panose="020B0604030504040204" pitchFamily="34" charset="-128"/>
              </a:rPr>
              <a:t>(24h)</a:t>
            </a:r>
          </a:p>
        </p:txBody>
      </p:sp>
      <p:grpSp>
        <p:nvGrpSpPr>
          <p:cNvPr id="14" name="Group 110"/>
          <p:cNvGrpSpPr>
            <a:grpSpLocks/>
          </p:cNvGrpSpPr>
          <p:nvPr/>
        </p:nvGrpSpPr>
        <p:grpSpPr bwMode="auto">
          <a:xfrm>
            <a:off x="1830000" y="4147797"/>
            <a:ext cx="3012225" cy="1862824"/>
            <a:chOff x="213" y="2160"/>
            <a:chExt cx="1216" cy="752"/>
          </a:xfrm>
        </p:grpSpPr>
        <p:pic>
          <p:nvPicPr>
            <p:cNvPr id="15" name="Picture 107"/>
            <p:cNvPicPr>
              <a:picLocks noChangeAspect="1" noChangeArrowheads="1"/>
            </p:cNvPicPr>
            <p:nvPr/>
          </p:nvPicPr>
          <p:blipFill>
            <a:blip r:embed="rId3" cstate="print">
              <a:extLst>
                <a:ext uri="{28A0092B-C50C-407E-A947-70E740481C1C}">
                  <a14:useLocalDpi xmlns:a14="http://schemas.microsoft.com/office/drawing/2010/main" val="0"/>
                </a:ext>
              </a:extLst>
            </a:blip>
            <a:srcRect l="11971" t="4825" r="20433" b="6834"/>
            <a:stretch>
              <a:fillRect/>
            </a:stretch>
          </p:blipFill>
          <p:spPr bwMode="auto">
            <a:xfrm>
              <a:off x="213" y="2160"/>
              <a:ext cx="1216" cy="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108"/>
            <p:cNvPicPr>
              <a:picLocks noChangeAspect="1" noChangeArrowheads="1"/>
            </p:cNvPicPr>
            <p:nvPr/>
          </p:nvPicPr>
          <p:blipFill>
            <a:blip r:embed="rId3" cstate="print">
              <a:extLst>
                <a:ext uri="{28A0092B-C50C-407E-A947-70E740481C1C}">
                  <a14:useLocalDpi xmlns:a14="http://schemas.microsoft.com/office/drawing/2010/main" val="0"/>
                </a:ext>
              </a:extLst>
            </a:blip>
            <a:srcRect l="87823" t="31758" r="6190" b="33971"/>
            <a:stretch>
              <a:fillRect/>
            </a:stretch>
          </p:blipFill>
          <p:spPr bwMode="auto">
            <a:xfrm>
              <a:off x="1276" y="2567"/>
              <a:ext cx="9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8" name="Oval 111"/>
          <p:cNvSpPr>
            <a:spLocks noChangeArrowheads="1"/>
          </p:cNvSpPr>
          <p:nvPr/>
        </p:nvSpPr>
        <p:spPr bwMode="auto">
          <a:xfrm>
            <a:off x="1780457" y="4152752"/>
            <a:ext cx="1037929" cy="525158"/>
          </a:xfrm>
          <a:prstGeom prst="ellipse">
            <a:avLst/>
          </a:prstGeom>
          <a:noFill/>
          <a:ln w="15875">
            <a:solidFill>
              <a:srgbClr val="FF0000"/>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kumimoji="1" lang="ja-JP" altLang="en-US" sz="1000">
              <a:solidFill>
                <a:srgbClr val="000000"/>
              </a:solidFill>
              <a:latin typeface="Meiryo UI" panose="020B0604030504040204" pitchFamily="50" charset="-128"/>
              <a:ea typeface="Meiryo UI" panose="020B0604030504040204" pitchFamily="50" charset="-128"/>
            </a:endParaRPr>
          </a:p>
        </p:txBody>
      </p:sp>
      <p:sp>
        <p:nvSpPr>
          <p:cNvPr id="19" name="Oval 112"/>
          <p:cNvSpPr>
            <a:spLocks noChangeArrowheads="1"/>
          </p:cNvSpPr>
          <p:nvPr/>
        </p:nvSpPr>
        <p:spPr bwMode="auto">
          <a:xfrm>
            <a:off x="3492173" y="4115594"/>
            <a:ext cx="1461524" cy="601950"/>
          </a:xfrm>
          <a:prstGeom prst="ellipse">
            <a:avLst/>
          </a:prstGeom>
          <a:noFill/>
          <a:ln w="15875">
            <a:solidFill>
              <a:srgbClr val="FF0000"/>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kumimoji="1" lang="ja-JP" altLang="en-US" sz="1000">
              <a:solidFill>
                <a:srgbClr val="000000"/>
              </a:solidFill>
              <a:latin typeface="Meiryo UI" panose="020B0604030504040204" pitchFamily="50" charset="-128"/>
              <a:ea typeface="Meiryo UI" panose="020B0604030504040204" pitchFamily="50" charset="-128"/>
            </a:endParaRPr>
          </a:p>
        </p:txBody>
      </p:sp>
      <p:sp>
        <p:nvSpPr>
          <p:cNvPr id="20" name="AutoShape 117"/>
          <p:cNvSpPr>
            <a:spLocks noChangeArrowheads="1"/>
          </p:cNvSpPr>
          <p:nvPr/>
        </p:nvSpPr>
        <p:spPr bwMode="auto">
          <a:xfrm rot="5400000">
            <a:off x="3148321" y="3356655"/>
            <a:ext cx="252885" cy="100876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FFFFFF"/>
              </a:gs>
              <a:gs pos="100000">
                <a:srgbClr val="00FF0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0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pic>
        <p:nvPicPr>
          <p:cNvPr id="25" name="Picture 24"/>
          <p:cNvPicPr>
            <a:picLocks noChangeAspect="1"/>
          </p:cNvPicPr>
          <p:nvPr/>
        </p:nvPicPr>
        <p:blipFill>
          <a:blip r:embed="rId4"/>
          <a:stretch>
            <a:fillRect/>
          </a:stretch>
        </p:blipFill>
        <p:spPr>
          <a:xfrm>
            <a:off x="8389478" y="3728929"/>
            <a:ext cx="2965909" cy="2367865"/>
          </a:xfrm>
          <a:prstGeom prst="rect">
            <a:avLst/>
          </a:prstGeom>
        </p:spPr>
      </p:pic>
      <p:pic>
        <p:nvPicPr>
          <p:cNvPr id="26" name="Picture 25"/>
          <p:cNvPicPr>
            <a:picLocks noChangeAspect="1"/>
          </p:cNvPicPr>
          <p:nvPr/>
        </p:nvPicPr>
        <p:blipFill>
          <a:blip r:embed="rId5"/>
          <a:stretch>
            <a:fillRect/>
          </a:stretch>
        </p:blipFill>
        <p:spPr>
          <a:xfrm>
            <a:off x="5183187" y="1419083"/>
            <a:ext cx="2965909" cy="2367865"/>
          </a:xfrm>
          <a:prstGeom prst="rect">
            <a:avLst/>
          </a:prstGeom>
        </p:spPr>
      </p:pic>
      <p:pic>
        <p:nvPicPr>
          <p:cNvPr id="27" name="Picture 26"/>
          <p:cNvPicPr>
            <a:picLocks noChangeAspect="1"/>
          </p:cNvPicPr>
          <p:nvPr/>
        </p:nvPicPr>
        <p:blipFill>
          <a:blip r:embed="rId6"/>
          <a:stretch>
            <a:fillRect/>
          </a:stretch>
        </p:blipFill>
        <p:spPr>
          <a:xfrm>
            <a:off x="5183187" y="3709374"/>
            <a:ext cx="2965909" cy="2367865"/>
          </a:xfrm>
          <a:prstGeom prst="rect">
            <a:avLst/>
          </a:prstGeom>
        </p:spPr>
      </p:pic>
      <p:sp>
        <p:nvSpPr>
          <p:cNvPr id="30" name="Rectangle 29"/>
          <p:cNvSpPr/>
          <p:nvPr/>
        </p:nvSpPr>
        <p:spPr bwMode="auto">
          <a:xfrm>
            <a:off x="9374187" y="1878481"/>
            <a:ext cx="457200" cy="457200"/>
          </a:xfrm>
          <a:prstGeom prst="rect">
            <a:avLst/>
          </a:prstGeom>
          <a:solidFill>
            <a:srgbClr val="00006E"/>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31" name="Rectangle 30"/>
          <p:cNvSpPr/>
          <p:nvPr/>
        </p:nvSpPr>
        <p:spPr bwMode="auto">
          <a:xfrm>
            <a:off x="9834561" y="1878481"/>
            <a:ext cx="457200" cy="457200"/>
          </a:xfrm>
          <a:prstGeom prst="rect">
            <a:avLst/>
          </a:prstGeom>
          <a:solidFill>
            <a:srgbClr val="0000C3"/>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32" name="Rectangle 31"/>
          <p:cNvSpPr/>
          <p:nvPr/>
        </p:nvSpPr>
        <p:spPr bwMode="auto">
          <a:xfrm>
            <a:off x="10288587" y="1878481"/>
            <a:ext cx="457200" cy="457200"/>
          </a:xfrm>
          <a:prstGeom prst="rect">
            <a:avLst/>
          </a:prstGeom>
          <a:solidFill>
            <a:srgbClr val="0000FF"/>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28" name="テキスト ボックス 9"/>
          <p:cNvSpPr txBox="1"/>
          <p:nvPr/>
        </p:nvSpPr>
        <p:spPr>
          <a:xfrm>
            <a:off x="8822746" y="1852889"/>
            <a:ext cx="835223" cy="276999"/>
          </a:xfrm>
          <a:prstGeom prst="rect">
            <a:avLst/>
          </a:prstGeom>
          <a:noFill/>
        </p:spPr>
        <p:txBody>
          <a:bodyPr wrap="square" rtlCol="0">
            <a:spAutoFit/>
          </a:bodyPr>
          <a:lstStyle/>
          <a:p>
            <a:pPr defTabSz="914400"/>
            <a:r>
              <a:rPr kumimoji="1" lang="en-US" altLang="ja-JP" sz="12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Aging</a:t>
            </a:r>
            <a:endParaRPr kumimoji="1" lang="en-US" altLang="ja-JP" sz="11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9" name="AutoShape 211"/>
          <p:cNvSpPr>
            <a:spLocks noChangeArrowheads="1"/>
          </p:cNvSpPr>
          <p:nvPr/>
        </p:nvSpPr>
        <p:spPr bwMode="auto">
          <a:xfrm rot="5400000">
            <a:off x="9956980" y="2095141"/>
            <a:ext cx="212361" cy="836977"/>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FFFFFF"/>
              </a:gs>
              <a:gs pos="100000">
                <a:srgbClr val="00FF0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33" name="Rectangle 32"/>
          <p:cNvSpPr/>
          <p:nvPr/>
        </p:nvSpPr>
        <p:spPr bwMode="auto">
          <a:xfrm>
            <a:off x="10288587" y="2718496"/>
            <a:ext cx="457200" cy="457200"/>
          </a:xfrm>
          <a:prstGeom prst="rect">
            <a:avLst/>
          </a:prstGeom>
          <a:solidFill>
            <a:srgbClr val="00006E"/>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34" name="Rectangle 33"/>
          <p:cNvSpPr/>
          <p:nvPr/>
        </p:nvSpPr>
        <p:spPr bwMode="auto">
          <a:xfrm>
            <a:off x="9834561" y="2717972"/>
            <a:ext cx="457200" cy="457200"/>
          </a:xfrm>
          <a:prstGeom prst="rect">
            <a:avLst/>
          </a:prstGeom>
          <a:solidFill>
            <a:srgbClr val="0000C3"/>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35" name="Rectangle 34"/>
          <p:cNvSpPr/>
          <p:nvPr/>
        </p:nvSpPr>
        <p:spPr bwMode="auto">
          <a:xfrm>
            <a:off x="9374187" y="2717448"/>
            <a:ext cx="457200" cy="457200"/>
          </a:xfrm>
          <a:prstGeom prst="rect">
            <a:avLst/>
          </a:prstGeom>
          <a:solidFill>
            <a:srgbClr val="0000FF"/>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36" name="テキスト ボックス 9"/>
          <p:cNvSpPr txBox="1"/>
          <p:nvPr/>
        </p:nvSpPr>
        <p:spPr>
          <a:xfrm>
            <a:off x="1296987" y="991394"/>
            <a:ext cx="3545238" cy="492443"/>
          </a:xfrm>
          <a:prstGeom prst="rect">
            <a:avLst/>
          </a:prstGeom>
          <a:noFill/>
        </p:spPr>
        <p:txBody>
          <a:bodyPr wrap="square" rtlCol="0">
            <a:spAutoFit/>
          </a:bodyPr>
          <a:lstStyle/>
          <a:p>
            <a:pPr defTabSz="914400"/>
            <a:r>
              <a:rPr kumimoji="1" lang="en-US" altLang="ja-JP" sz="1300"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Difference of stress in adjacent pixels </a:t>
            </a:r>
            <a:r>
              <a:rPr kumimoji="1" lang="en-US" altLang="ja-JP" sz="13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are unevenly distributed in </a:t>
            </a:r>
            <a:r>
              <a:rPr kumimoji="1" lang="en-US" altLang="ja-JP" sz="1300"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the </a:t>
            </a:r>
            <a:r>
              <a:rPr kumimoji="1" lang="en-US" altLang="ja-JP" sz="13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screen.</a:t>
            </a:r>
            <a:endParaRPr kumimoji="1" lang="en-US" altLang="ja-JP" sz="1300" dirty="0">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7" name="テキスト ボックス 9"/>
          <p:cNvSpPr txBox="1"/>
          <p:nvPr/>
        </p:nvSpPr>
        <p:spPr>
          <a:xfrm>
            <a:off x="6032798" y="991394"/>
            <a:ext cx="5276866" cy="492443"/>
          </a:xfrm>
          <a:prstGeom prst="rect">
            <a:avLst/>
          </a:prstGeom>
          <a:noFill/>
        </p:spPr>
        <p:txBody>
          <a:bodyPr wrap="square" rtlCol="0">
            <a:spAutoFit/>
          </a:bodyPr>
          <a:lstStyle/>
          <a:p>
            <a:pPr defTabSz="914400"/>
            <a:r>
              <a:rPr kumimoji="1" lang="en-US" altLang="ja-JP" sz="1300"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Difference of stress in adjacent pixels causes </a:t>
            </a:r>
            <a:endParaRPr kumimoji="1" lang="en-US" altLang="ja-JP" sz="13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p>
            <a:pPr defTabSz="914400"/>
            <a:r>
              <a:rPr kumimoji="1" lang="en-US" altLang="ja-JP" sz="13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the </a:t>
            </a:r>
            <a:r>
              <a:rPr kumimoji="1" lang="en-US" altLang="ja-JP" sz="1300"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loss of uniformity and Chromaticity shift</a:t>
            </a:r>
            <a:r>
              <a:rPr kumimoji="1" lang="ja-JP" altLang="en-US" sz="13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　→ </a:t>
            </a:r>
            <a:r>
              <a:rPr kumimoji="1" lang="en-US" altLang="ja-JP" sz="13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Image Sticking</a:t>
            </a:r>
          </a:p>
        </p:txBody>
      </p:sp>
      <p:sp>
        <p:nvSpPr>
          <p:cNvPr id="38" name="テキスト ボックス 9"/>
          <p:cNvSpPr txBox="1"/>
          <p:nvPr/>
        </p:nvSpPr>
        <p:spPr>
          <a:xfrm>
            <a:off x="5318431" y="5967021"/>
            <a:ext cx="6705600" cy="461665"/>
          </a:xfrm>
          <a:prstGeom prst="rect">
            <a:avLst/>
          </a:prstGeom>
          <a:solidFill>
            <a:srgbClr val="0070C0"/>
          </a:solidFill>
        </p:spPr>
        <p:txBody>
          <a:bodyPr wrap="square" rtlCol="0">
            <a:spAutoFit/>
          </a:bodyPr>
          <a:lstStyle/>
          <a:p>
            <a:pPr defTabSz="914400"/>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Image sticking is caused by degradation of OLED.</a:t>
            </a:r>
          </a:p>
          <a:p>
            <a:pPr defTabSz="914400"/>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Precise estimation of OLED degradation is important for Image sticking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compensation.</a:t>
            </a:r>
            <a:r>
              <a:rPr kumimoji="1" lang="ja-JP" altLang="en-US"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1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テキスト ボックス 9"/>
          <p:cNvSpPr txBox="1"/>
          <p:nvPr/>
        </p:nvSpPr>
        <p:spPr>
          <a:xfrm>
            <a:off x="8375170" y="2783163"/>
            <a:ext cx="959662" cy="461665"/>
          </a:xfrm>
          <a:prstGeom prst="rect">
            <a:avLst/>
          </a:prstGeom>
          <a:noFill/>
        </p:spPr>
        <p:txBody>
          <a:bodyPr wrap="square" lIns="27432" rIns="27432" rtlCol="0">
            <a:spAutoFit/>
          </a:bodyPr>
          <a:lstStyle/>
          <a:p>
            <a:pPr algn="r" defTabSz="914400"/>
            <a:r>
              <a:rPr kumimoji="1" lang="en-US" altLang="ja-JP" sz="12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@Same </a:t>
            </a:r>
          </a:p>
          <a:p>
            <a:pPr algn="r" defTabSz="914400"/>
            <a:r>
              <a:rPr kumimoji="1" lang="en-US" altLang="ja-JP" sz="12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Signal level </a:t>
            </a:r>
            <a:endParaRPr kumimoji="1" lang="en-US" altLang="ja-JP" sz="11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0" name="Line 130"/>
          <p:cNvSpPr>
            <a:spLocks noChangeShapeType="1"/>
          </p:cNvSpPr>
          <p:nvPr/>
        </p:nvSpPr>
        <p:spPr bwMode="auto">
          <a:xfrm>
            <a:off x="7164387" y="1683412"/>
            <a:ext cx="0" cy="153713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41" name="テキスト ボックス 9"/>
          <p:cNvSpPr txBox="1"/>
          <p:nvPr/>
        </p:nvSpPr>
        <p:spPr>
          <a:xfrm>
            <a:off x="6866729" y="3005441"/>
            <a:ext cx="291917" cy="276999"/>
          </a:xfrm>
          <a:prstGeom prst="rect">
            <a:avLst/>
          </a:prstGeom>
          <a:noFill/>
        </p:spPr>
        <p:txBody>
          <a:bodyPr wrap="square" lIns="27432" rIns="27432" rtlCol="0">
            <a:spAutoFit/>
          </a:bodyPr>
          <a:lstStyle/>
          <a:p>
            <a:pPr algn="r" defTabSz="914400"/>
            <a:r>
              <a:rPr kumimoji="1" lang="en-US" altLang="ja-JP" sz="12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t1 </a:t>
            </a:r>
            <a:endParaRPr kumimoji="1" lang="en-US" altLang="ja-JP" sz="11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2" name="Arc 41"/>
          <p:cNvSpPr>
            <a:spLocks/>
          </p:cNvSpPr>
          <p:nvPr/>
        </p:nvSpPr>
        <p:spPr bwMode="auto">
          <a:xfrm rot="10800000" flipH="1" flipV="1">
            <a:off x="7024537" y="1852007"/>
            <a:ext cx="264367" cy="396423"/>
          </a:xfrm>
          <a:prstGeom prst="arc">
            <a:avLst>
              <a:gd name="adj1" fmla="val 16526555"/>
              <a:gd name="adj2" fmla="val 4842934"/>
            </a:avLst>
          </a:prstGeom>
          <a:noFill/>
          <a:ln w="19050" cap="flat" cmpd="sng" algn="ctr">
            <a:solidFill>
              <a:srgbClr val="00B0F0"/>
            </a:solidFill>
            <a:prstDash val="solid"/>
            <a:round/>
            <a:headEnd type="stealth" w="med" len="med"/>
            <a:tailEnd type="stealth"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43" name="テキスト ボックス 9"/>
          <p:cNvSpPr txBox="1"/>
          <p:nvPr/>
        </p:nvSpPr>
        <p:spPr>
          <a:xfrm>
            <a:off x="9069387" y="1407637"/>
            <a:ext cx="1891499" cy="292388"/>
          </a:xfrm>
          <a:prstGeom prst="rect">
            <a:avLst/>
          </a:prstGeom>
          <a:noFill/>
        </p:spPr>
        <p:txBody>
          <a:bodyPr wrap="square" rtlCol="0">
            <a:spAutoFit/>
          </a:bodyPr>
          <a:lstStyle/>
          <a:p>
            <a:pPr algn="ctr" defTabSz="914400"/>
            <a:r>
              <a:rPr kumimoji="1" lang="en-US" altLang="ja-JP" sz="1300" u="sng" dirty="0"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Loss of uniformity</a:t>
            </a:r>
            <a:endParaRPr kumimoji="1" lang="en-US" altLang="ja-JP" sz="1300" u="sng"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4" name="Arc 43"/>
          <p:cNvSpPr>
            <a:spLocks/>
          </p:cNvSpPr>
          <p:nvPr/>
        </p:nvSpPr>
        <p:spPr bwMode="auto">
          <a:xfrm rot="10800000" flipH="1" flipV="1">
            <a:off x="7088187" y="2367289"/>
            <a:ext cx="208384" cy="222610"/>
          </a:xfrm>
          <a:prstGeom prst="arc">
            <a:avLst>
              <a:gd name="adj1" fmla="val 16526555"/>
              <a:gd name="adj2" fmla="val 4842934"/>
            </a:avLst>
          </a:prstGeom>
          <a:noFill/>
          <a:ln w="19050" cap="flat" cmpd="sng" algn="ctr">
            <a:solidFill>
              <a:srgbClr val="00B0F0"/>
            </a:solidFill>
            <a:prstDash val="solid"/>
            <a:round/>
            <a:headEnd type="stealth" w="med" len="med"/>
            <a:tailEnd type="stealth"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45" name="Arc 44"/>
          <p:cNvSpPr>
            <a:spLocks/>
          </p:cNvSpPr>
          <p:nvPr/>
        </p:nvSpPr>
        <p:spPr bwMode="auto">
          <a:xfrm rot="16200000" flipH="1">
            <a:off x="9698242" y="2768911"/>
            <a:ext cx="264367" cy="396423"/>
          </a:xfrm>
          <a:prstGeom prst="arc">
            <a:avLst>
              <a:gd name="adj1" fmla="val 16526555"/>
              <a:gd name="adj2" fmla="val 4842934"/>
            </a:avLst>
          </a:prstGeom>
          <a:noFill/>
          <a:ln w="19050" cap="flat" cmpd="sng" algn="ctr">
            <a:solidFill>
              <a:srgbClr val="00B0F0"/>
            </a:solidFill>
            <a:prstDash val="solid"/>
            <a:round/>
            <a:headEnd type="stealth" w="med" len="med"/>
            <a:tailEnd type="stealth"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46" name="Arc 45"/>
          <p:cNvSpPr>
            <a:spLocks/>
          </p:cNvSpPr>
          <p:nvPr/>
        </p:nvSpPr>
        <p:spPr bwMode="auto">
          <a:xfrm rot="16200000" flipH="1">
            <a:off x="10208062" y="2781924"/>
            <a:ext cx="264367" cy="396423"/>
          </a:xfrm>
          <a:prstGeom prst="arc">
            <a:avLst>
              <a:gd name="adj1" fmla="val 16526555"/>
              <a:gd name="adj2" fmla="val 4842934"/>
            </a:avLst>
          </a:prstGeom>
          <a:noFill/>
          <a:ln w="19050" cap="flat" cmpd="sng" algn="ctr">
            <a:solidFill>
              <a:srgbClr val="00B0F0"/>
            </a:solidFill>
            <a:prstDash val="solid"/>
            <a:round/>
            <a:headEnd type="stealth" w="med" len="med"/>
            <a:tailEnd type="stealth"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50" name="テキスト ボックス 9"/>
          <p:cNvSpPr txBox="1"/>
          <p:nvPr/>
        </p:nvSpPr>
        <p:spPr>
          <a:xfrm>
            <a:off x="9328510" y="4788927"/>
            <a:ext cx="1003830" cy="400110"/>
          </a:xfrm>
          <a:prstGeom prst="rect">
            <a:avLst/>
          </a:prstGeom>
          <a:noFill/>
        </p:spPr>
        <p:txBody>
          <a:bodyPr wrap="square" rtlCol="0">
            <a:spAutoFit/>
          </a:bodyPr>
          <a:lstStyle/>
          <a:p>
            <a:pPr defTabSz="914400"/>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initial</a:t>
            </a:r>
          </a:p>
          <a:p>
            <a:pPr defTabSz="914400"/>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ex. 9300k</a:t>
            </a:r>
            <a:endParaRPr kumimoji="1" lang="en-US" altLang="ja-JP" sz="9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1" name="テキスト ボックス 9"/>
          <p:cNvSpPr txBox="1"/>
          <p:nvPr/>
        </p:nvSpPr>
        <p:spPr>
          <a:xfrm>
            <a:off x="9913423" y="4681530"/>
            <a:ext cx="1003830" cy="230832"/>
          </a:xfrm>
          <a:prstGeom prst="rect">
            <a:avLst/>
          </a:prstGeom>
          <a:noFill/>
        </p:spPr>
        <p:txBody>
          <a:bodyPr wrap="square" rtlCol="0">
            <a:spAutoFit/>
          </a:bodyPr>
          <a:lstStyle/>
          <a:p>
            <a:pPr defTabSz="914400"/>
            <a:r>
              <a:rPr kumimoji="1" lang="en-US" altLang="ja-JP" sz="9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1000h</a:t>
            </a:r>
            <a:endParaRPr kumimoji="1"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2" name="テキスト ボックス 9"/>
          <p:cNvSpPr txBox="1"/>
          <p:nvPr/>
        </p:nvSpPr>
        <p:spPr>
          <a:xfrm>
            <a:off x="10136187" y="4529953"/>
            <a:ext cx="1003830" cy="230832"/>
          </a:xfrm>
          <a:prstGeom prst="rect">
            <a:avLst/>
          </a:prstGeom>
          <a:noFill/>
        </p:spPr>
        <p:txBody>
          <a:bodyPr wrap="square" rtlCol="0">
            <a:spAutoFit/>
          </a:bodyPr>
          <a:lstStyle/>
          <a:p>
            <a:pPr defTabSz="914400"/>
            <a:r>
              <a:rPr kumimoji="1" lang="en-US" altLang="ja-JP" sz="9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3000h</a:t>
            </a:r>
            <a:endParaRPr kumimoji="1"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3" name="テキスト ボックス 9"/>
          <p:cNvSpPr txBox="1"/>
          <p:nvPr/>
        </p:nvSpPr>
        <p:spPr>
          <a:xfrm>
            <a:off x="10351557" y="4377553"/>
            <a:ext cx="1003830" cy="230832"/>
          </a:xfrm>
          <a:prstGeom prst="rect">
            <a:avLst/>
          </a:prstGeom>
          <a:noFill/>
        </p:spPr>
        <p:txBody>
          <a:bodyPr wrap="square" rtlCol="0">
            <a:spAutoFit/>
          </a:bodyPr>
          <a:lstStyle/>
          <a:p>
            <a:pPr defTabSz="914400"/>
            <a:r>
              <a:rPr kumimoji="1" lang="en-US" altLang="ja-JP" sz="9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5000h</a:t>
            </a:r>
            <a:endParaRPr kumimoji="1"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4" name="Arc 53"/>
          <p:cNvSpPr>
            <a:spLocks/>
          </p:cNvSpPr>
          <p:nvPr/>
        </p:nvSpPr>
        <p:spPr bwMode="auto">
          <a:xfrm rot="4130185" flipH="1" flipV="1">
            <a:off x="9740663" y="4534063"/>
            <a:ext cx="208384" cy="222610"/>
          </a:xfrm>
          <a:prstGeom prst="arc">
            <a:avLst>
              <a:gd name="adj1" fmla="val 16526555"/>
              <a:gd name="adj2" fmla="val 4842934"/>
            </a:avLst>
          </a:prstGeom>
          <a:noFill/>
          <a:ln w="19050" cap="flat" cmpd="sng" algn="ctr">
            <a:solidFill>
              <a:srgbClr val="00B0F0"/>
            </a:solidFill>
            <a:prstDash val="solid"/>
            <a:round/>
            <a:headEnd type="none" w="med" len="med"/>
            <a:tailEnd type="stealth"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55" name="テキスト ボックス 9"/>
          <p:cNvSpPr txBox="1"/>
          <p:nvPr/>
        </p:nvSpPr>
        <p:spPr>
          <a:xfrm>
            <a:off x="9097173" y="4355976"/>
            <a:ext cx="1003830" cy="230832"/>
          </a:xfrm>
          <a:prstGeom prst="rect">
            <a:avLst/>
          </a:prstGeom>
          <a:noFill/>
        </p:spPr>
        <p:txBody>
          <a:bodyPr wrap="square" rtlCol="0">
            <a:spAutoFit/>
          </a:bodyPr>
          <a:lstStyle/>
          <a:p>
            <a:pPr defTabSz="914400"/>
            <a:r>
              <a:rPr kumimoji="1" lang="en-US" altLang="ja-JP" sz="900" dirty="0" err="1"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Δu’v</a:t>
            </a:r>
            <a:r>
              <a:rPr kumimoji="1" lang="en-US" altLang="ja-JP" sz="9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’&gt;0.01</a:t>
            </a:r>
            <a:endParaRPr kumimoji="1"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6" name="AutoShape 211"/>
          <p:cNvSpPr>
            <a:spLocks noChangeArrowheads="1"/>
          </p:cNvSpPr>
          <p:nvPr/>
        </p:nvSpPr>
        <p:spPr bwMode="auto">
          <a:xfrm>
            <a:off x="8192832" y="4355976"/>
            <a:ext cx="212361" cy="836977"/>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FFFFFF"/>
              </a:gs>
              <a:gs pos="100000">
                <a:srgbClr val="00FF0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57" name="テキスト ボックス 9"/>
          <p:cNvSpPr txBox="1"/>
          <p:nvPr/>
        </p:nvSpPr>
        <p:spPr>
          <a:xfrm>
            <a:off x="7962010" y="3287574"/>
            <a:ext cx="4277986" cy="492443"/>
          </a:xfrm>
          <a:prstGeom prst="rect">
            <a:avLst/>
          </a:prstGeom>
          <a:noFill/>
        </p:spPr>
        <p:txBody>
          <a:bodyPr wrap="square" rtlCol="0">
            <a:spAutoFit/>
          </a:bodyPr>
          <a:lstStyle/>
          <a:p>
            <a:pPr algn="ctr" defTabSz="914400"/>
            <a:r>
              <a:rPr kumimoji="1" lang="en-US" altLang="ja-JP" sz="1300" u="sng" dirty="0"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Chromaticity shift</a:t>
            </a:r>
          </a:p>
          <a:p>
            <a:pPr algn="ctr" defTabSz="914400"/>
            <a:r>
              <a:rPr kumimoji="1" lang="en-US" altLang="ja-JP" sz="1300" dirty="0"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 due to the difference of degradation in RGB</a:t>
            </a:r>
            <a:endParaRPr kumimoji="1" lang="en-US" altLang="ja-JP" sz="1300"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8" name="Arc 57"/>
          <p:cNvSpPr>
            <a:spLocks/>
          </p:cNvSpPr>
          <p:nvPr/>
        </p:nvSpPr>
        <p:spPr bwMode="auto">
          <a:xfrm rot="10800000" flipH="1" flipV="1">
            <a:off x="6386846" y="4227631"/>
            <a:ext cx="208384" cy="299843"/>
          </a:xfrm>
          <a:prstGeom prst="arc">
            <a:avLst>
              <a:gd name="adj1" fmla="val 16526555"/>
              <a:gd name="adj2" fmla="val 4842934"/>
            </a:avLst>
          </a:prstGeom>
          <a:noFill/>
          <a:ln w="19050" cap="flat" cmpd="sng" algn="ctr">
            <a:solidFill>
              <a:srgbClr val="00B0F0"/>
            </a:solidFill>
            <a:prstDash val="solid"/>
            <a:round/>
            <a:headEnd type="stealth" w="med" len="med"/>
            <a:tailEnd type="stealth"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59" name="Arc 58"/>
          <p:cNvSpPr>
            <a:spLocks/>
          </p:cNvSpPr>
          <p:nvPr/>
        </p:nvSpPr>
        <p:spPr bwMode="auto">
          <a:xfrm rot="10800000" flipH="1" flipV="1">
            <a:off x="6491039" y="4230109"/>
            <a:ext cx="208384" cy="520093"/>
          </a:xfrm>
          <a:prstGeom prst="arc">
            <a:avLst>
              <a:gd name="adj1" fmla="val 16417848"/>
              <a:gd name="adj2" fmla="val 4842934"/>
            </a:avLst>
          </a:prstGeom>
          <a:noFill/>
          <a:ln w="19050" cap="flat" cmpd="sng" algn="ctr">
            <a:solidFill>
              <a:srgbClr val="00B0F0"/>
            </a:solidFill>
            <a:prstDash val="solid"/>
            <a:round/>
            <a:headEnd type="stealth" w="med" len="med"/>
            <a:tailEnd type="stealth"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61" name="Text Box 287"/>
          <p:cNvSpPr txBox="1">
            <a:spLocks noChangeArrowheads="1"/>
          </p:cNvSpPr>
          <p:nvPr/>
        </p:nvSpPr>
        <p:spPr bwMode="auto">
          <a:xfrm>
            <a:off x="320050" y="4126388"/>
            <a:ext cx="1343588" cy="526298"/>
          </a:xfrm>
          <a:prstGeom prst="rect">
            <a:avLst/>
          </a:prstGeom>
          <a:solidFill>
            <a:srgbClr val="CCFFCC"/>
          </a:solidFill>
          <a:ln>
            <a:noFill/>
          </a:ln>
          <a:effectLst>
            <a:glow rad="63500">
              <a:schemeClr val="accent4">
                <a:satMod val="175000"/>
                <a:alpha val="40000"/>
              </a:schemeClr>
            </a:glow>
            <a:outerShdw blurRad="50800" dist="38100" dir="2700000" algn="tl" rotWithShape="0">
              <a:prstClr val="black">
                <a:alpha val="40000"/>
              </a:prstClr>
            </a:outerShdw>
          </a:effectLst>
          <a:extLst/>
        </p:spPr>
        <p:txBody>
          <a:bodyPr wrap="square" lIns="45720" tIns="9144" rIns="45720" bIns="9144">
            <a:spAutoFit/>
          </a:bodyPr>
          <a:lstStyle/>
          <a:p>
            <a:pPr>
              <a:spcBef>
                <a:spcPct val="50000"/>
              </a:spcBef>
            </a:pPr>
            <a:r>
              <a:rPr lang="en-US" altLang="ja-JP" sz="1100" dirty="0" smtClean="0">
                <a:solidFill>
                  <a:schemeClr val="tx1">
                    <a:lumMod val="75000"/>
                    <a:lumOff val="25000"/>
                  </a:schemeClr>
                </a:solidFill>
                <a:latin typeface="Meiryo UI" panose="020B0604030504040204" pitchFamily="34" charset="-128"/>
                <a:ea typeface="Meiryo UI" panose="020B0604030504040204" pitchFamily="34" charset="-128"/>
                <a:cs typeface="Meiryo UI" panose="020B0604030504040204" pitchFamily="34" charset="-128"/>
              </a:rPr>
              <a:t>Difference </a:t>
            </a:r>
            <a:r>
              <a:rPr lang="en-US" altLang="ja-JP" sz="1100" dirty="0">
                <a:solidFill>
                  <a:schemeClr val="tx1">
                    <a:lumMod val="75000"/>
                    <a:lumOff val="25000"/>
                  </a:schemeClr>
                </a:solidFill>
                <a:latin typeface="Meiryo UI" panose="020B0604030504040204" pitchFamily="34" charset="-128"/>
                <a:ea typeface="Meiryo UI" panose="020B0604030504040204" pitchFamily="34" charset="-128"/>
                <a:cs typeface="Meiryo UI" panose="020B0604030504040204" pitchFamily="34" charset="-128"/>
              </a:rPr>
              <a:t>of stress </a:t>
            </a:r>
            <a:r>
              <a:rPr lang="en-US" altLang="ja-JP" sz="1100" dirty="0" smtClean="0">
                <a:solidFill>
                  <a:schemeClr val="tx1">
                    <a:lumMod val="75000"/>
                    <a:lumOff val="25000"/>
                  </a:schemeClr>
                </a:solidFill>
                <a:latin typeface="Meiryo UI" panose="020B0604030504040204" pitchFamily="34" charset="-128"/>
                <a:ea typeface="Meiryo UI" panose="020B0604030504040204" pitchFamily="34" charset="-128"/>
                <a:cs typeface="Meiryo UI" panose="020B0604030504040204" pitchFamily="34" charset="-128"/>
              </a:rPr>
              <a:t>in </a:t>
            </a:r>
            <a:r>
              <a:rPr lang="en-US" altLang="ja-JP" sz="1100" dirty="0">
                <a:solidFill>
                  <a:schemeClr val="tx1">
                    <a:lumMod val="75000"/>
                    <a:lumOff val="25000"/>
                  </a:schemeClr>
                </a:solidFill>
                <a:latin typeface="Meiryo UI" panose="020B0604030504040204" pitchFamily="34" charset="-128"/>
                <a:ea typeface="Meiryo UI" panose="020B0604030504040204" pitchFamily="34" charset="-128"/>
                <a:cs typeface="Meiryo UI" panose="020B0604030504040204" pitchFamily="34" charset="-128"/>
              </a:rPr>
              <a:t>adjacent </a:t>
            </a:r>
            <a:r>
              <a:rPr lang="en-US" altLang="ja-JP" sz="1100" dirty="0" smtClean="0">
                <a:solidFill>
                  <a:schemeClr val="tx1">
                    <a:lumMod val="75000"/>
                    <a:lumOff val="25000"/>
                  </a:schemeClr>
                </a:solidFill>
                <a:latin typeface="Meiryo UI" panose="020B0604030504040204" pitchFamily="34" charset="-128"/>
                <a:ea typeface="Meiryo UI" panose="020B0604030504040204" pitchFamily="34" charset="-128"/>
                <a:cs typeface="Meiryo UI" panose="020B0604030504040204" pitchFamily="34" charset="-128"/>
              </a:rPr>
              <a:t>pixels</a:t>
            </a:r>
            <a:r>
              <a:rPr lang="ja-JP" altLang="en-US" sz="1100" dirty="0">
                <a:solidFill>
                  <a:schemeClr val="tx1">
                    <a:lumMod val="75000"/>
                    <a:lumOff val="25000"/>
                  </a:schemeClr>
                </a:solidFill>
                <a:latin typeface="Meiryo UI" panose="020B0604030504040204" pitchFamily="34" charset="-128"/>
                <a:ea typeface="Meiryo UI" panose="020B0604030504040204" pitchFamily="34" charset="-128"/>
                <a:cs typeface="Meiryo UI" panose="020B0604030504040204" pitchFamily="34" charset="-128"/>
              </a:rPr>
              <a:t> </a:t>
            </a:r>
            <a:r>
              <a:rPr lang="en-US" altLang="ja-JP" sz="1100" dirty="0" smtClean="0">
                <a:solidFill>
                  <a:schemeClr val="tx1">
                    <a:lumMod val="75000"/>
                    <a:lumOff val="25000"/>
                  </a:schemeClr>
                </a:solidFill>
                <a:latin typeface="Meiryo UI" panose="020B0604030504040204" pitchFamily="34" charset="-128"/>
                <a:ea typeface="Meiryo UI" panose="020B0604030504040204" pitchFamily="34" charset="-128"/>
                <a:cs typeface="Meiryo UI" panose="020B0604030504040204" pitchFamily="34" charset="-128"/>
              </a:rPr>
              <a:t>(current</a:t>
            </a:r>
            <a:r>
              <a:rPr lang="en-US" altLang="ja-JP" sz="1100" dirty="0">
                <a:solidFill>
                  <a:schemeClr val="tx1">
                    <a:lumMod val="75000"/>
                    <a:lumOff val="25000"/>
                  </a:schemeClr>
                </a:solidFill>
                <a:latin typeface="Meiryo UI" panose="020B0604030504040204" pitchFamily="34" charset="-128"/>
                <a:ea typeface="Meiryo UI" panose="020B0604030504040204" pitchFamily="34" charset="-128"/>
                <a:cs typeface="Meiryo UI" panose="020B0604030504040204" pitchFamily="34" charset="-128"/>
              </a:rPr>
              <a:t>) </a:t>
            </a:r>
            <a:r>
              <a:rPr lang="ja-JP" altLang="en-US" sz="1100" dirty="0">
                <a:solidFill>
                  <a:schemeClr val="tx1">
                    <a:lumMod val="75000"/>
                    <a:lumOff val="25000"/>
                  </a:schemeClr>
                </a:solidFill>
                <a:latin typeface="Meiryo UI" panose="020B0604030504040204" pitchFamily="34" charset="-128"/>
                <a:ea typeface="Meiryo UI" panose="020B0604030504040204" pitchFamily="34" charset="-128"/>
                <a:cs typeface="Meiryo UI" panose="020B0604030504040204" pitchFamily="34" charset="-128"/>
              </a:rPr>
              <a:t>　　　　　　　　　　　　　　　　　　　</a:t>
            </a:r>
          </a:p>
        </p:txBody>
      </p:sp>
      <p:sp>
        <p:nvSpPr>
          <p:cNvPr id="62" name="Line 97"/>
          <p:cNvSpPr>
            <a:spLocks noChangeShapeType="1"/>
          </p:cNvSpPr>
          <p:nvPr/>
        </p:nvSpPr>
        <p:spPr bwMode="auto">
          <a:xfrm flipV="1">
            <a:off x="1636978" y="4687533"/>
            <a:ext cx="454020" cy="748263"/>
          </a:xfrm>
          <a:prstGeom prst="line">
            <a:avLst/>
          </a:prstGeom>
          <a:noFill/>
          <a:ln w="19050">
            <a:solidFill>
              <a:schemeClr val="tx2">
                <a:lumMod val="60000"/>
                <a:lumOff val="4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kumimoji="1" lang="ja-JP" altLang="en-US" sz="1000">
              <a:solidFill>
                <a:srgbClr val="000000"/>
              </a:solidFill>
              <a:latin typeface="Meiryo UI" panose="020B0604030504040204" pitchFamily="50" charset="-128"/>
              <a:ea typeface="Meiryo UI" panose="020B0604030504040204" pitchFamily="50" charset="-128"/>
            </a:endParaRPr>
          </a:p>
        </p:txBody>
      </p:sp>
      <p:sp>
        <p:nvSpPr>
          <p:cNvPr id="63" name="Line 98"/>
          <p:cNvSpPr>
            <a:spLocks noChangeShapeType="1"/>
          </p:cNvSpPr>
          <p:nvPr/>
        </p:nvSpPr>
        <p:spPr bwMode="auto">
          <a:xfrm flipV="1">
            <a:off x="1618296" y="4442782"/>
            <a:ext cx="1861885" cy="993015"/>
          </a:xfrm>
          <a:prstGeom prst="line">
            <a:avLst/>
          </a:prstGeom>
          <a:noFill/>
          <a:ln w="19050">
            <a:solidFill>
              <a:schemeClr val="tx2">
                <a:lumMod val="60000"/>
                <a:lumOff val="4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kumimoji="1" lang="ja-JP" altLang="en-US" sz="1000">
              <a:solidFill>
                <a:srgbClr val="000000"/>
              </a:solidFill>
              <a:latin typeface="Meiryo UI" panose="020B0604030504040204" pitchFamily="50" charset="-128"/>
              <a:ea typeface="Meiryo UI" panose="020B0604030504040204" pitchFamily="50" charset="-128"/>
            </a:endParaRPr>
          </a:p>
        </p:txBody>
      </p:sp>
      <p:sp>
        <p:nvSpPr>
          <p:cNvPr id="60" name="Text Box 99"/>
          <p:cNvSpPr txBox="1">
            <a:spLocks noChangeArrowheads="1"/>
          </p:cNvSpPr>
          <p:nvPr/>
        </p:nvSpPr>
        <p:spPr bwMode="auto">
          <a:xfrm>
            <a:off x="570001" y="5423907"/>
            <a:ext cx="2013179" cy="360365"/>
          </a:xfrm>
          <a:prstGeom prst="rect">
            <a:avLst/>
          </a:prstGeom>
          <a:solidFill>
            <a:srgbClr val="FFFFCC"/>
          </a:solidFill>
          <a:ln w="9525">
            <a:solidFill>
              <a:schemeClr val="bg1">
                <a:lumMod val="85000"/>
              </a:schemeClr>
            </a:solidFill>
            <a:miter lim="800000"/>
            <a:headEnd/>
            <a:tailEnd/>
          </a:ln>
          <a:effectLst>
            <a:outerShdw blurRad="50800" dist="38100" dir="2700000" algn="tl" rotWithShape="0">
              <a:prstClr val="black">
                <a:alpha val="40000"/>
              </a:prstClr>
            </a:outerShdw>
          </a:effectLst>
          <a:extLst/>
        </p:spPr>
        <p:txBody>
          <a:bodyPr wrap="square" lIns="27432" tIns="10800" rIns="9144" bIns="10800">
            <a:spAutoFit/>
          </a:bodyPr>
          <a:lstStyle/>
          <a:p>
            <a:pPr defTabSz="914400" fontAlgn="base">
              <a:spcBef>
                <a:spcPct val="50000"/>
              </a:spcBef>
              <a:spcAft>
                <a:spcPct val="0"/>
              </a:spcAft>
            </a:pPr>
            <a:r>
              <a:rPr kumimoji="1" lang="en-US" altLang="ja-JP" sz="1100" dirty="0" smtClean="0">
                <a:solidFill>
                  <a:srgbClr val="000000"/>
                </a:solidFill>
                <a:latin typeface="Meiryo UI" panose="020B0604030504040204" pitchFamily="50" charset="-128"/>
                <a:ea typeface="Meiryo UI" panose="020B0604030504040204" pitchFamily="50" charset="-128"/>
              </a:rPr>
              <a:t>Difference of Stress is about  x1.5</a:t>
            </a:r>
            <a:r>
              <a:rPr kumimoji="1" lang="ja-JP" altLang="en-US" sz="1100" dirty="0" smtClean="0">
                <a:solidFill>
                  <a:srgbClr val="000000"/>
                </a:solidFill>
                <a:latin typeface="Meiryo UI" panose="020B0604030504040204" pitchFamily="50" charset="-128"/>
                <a:ea typeface="Meiryo UI" panose="020B0604030504040204" pitchFamily="50" charset="-128"/>
              </a:rPr>
              <a:t>～</a:t>
            </a:r>
            <a:r>
              <a:rPr kumimoji="1" lang="en-US" altLang="ja-JP" sz="1100" dirty="0" smtClean="0">
                <a:solidFill>
                  <a:srgbClr val="000000"/>
                </a:solidFill>
                <a:latin typeface="Meiryo UI" panose="020B0604030504040204" pitchFamily="50" charset="-128"/>
                <a:ea typeface="Meiryo UI" panose="020B0604030504040204" pitchFamily="50" charset="-128"/>
              </a:rPr>
              <a:t>x2 (※for TV use)</a:t>
            </a:r>
            <a:endParaRPr kumimoji="1" lang="ja-JP" altLang="en-US" sz="1100" dirty="0">
              <a:solidFill>
                <a:srgbClr val="000000"/>
              </a:solidFill>
              <a:latin typeface="Meiryo UI" panose="020B0604030504040204" pitchFamily="50" charset="-128"/>
              <a:ea typeface="Meiryo UI" panose="020B0604030504040204" pitchFamily="50" charset="-128"/>
            </a:endParaRPr>
          </a:p>
        </p:txBody>
      </p:sp>
      <p:sp>
        <p:nvSpPr>
          <p:cNvPr id="64" name="テキスト ボックス 9"/>
          <p:cNvSpPr txBox="1"/>
          <p:nvPr/>
        </p:nvSpPr>
        <p:spPr>
          <a:xfrm>
            <a:off x="7414050" y="1603412"/>
            <a:ext cx="1037814" cy="253916"/>
          </a:xfrm>
          <a:prstGeom prst="rect">
            <a:avLst/>
          </a:prstGeom>
          <a:noFill/>
        </p:spPr>
        <p:txBody>
          <a:bodyPr wrap="square" rtlCol="0">
            <a:spAutoFit/>
          </a:bodyPr>
          <a:lstStyle/>
          <a:p>
            <a:pPr algn="ctr" defTabSz="914400"/>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Aging:I</a:t>
            </a:r>
            <a:r>
              <a:rPr kumimoji="1" lang="en-US" altLang="ja-JP" sz="1000" baseline="-25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stress</a:t>
            </a:r>
            <a:r>
              <a:rPr kumimoji="1" lang="en-US" altLang="ja-JP" sz="1100" b="1" baseline="-25000" dirty="0"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1</a:t>
            </a:r>
            <a:endParaRPr kumimoji="1" lang="en-US" altLang="ja-JP" sz="900" b="1" baseline="-25000"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5" name="テキスト ボックス 9"/>
          <p:cNvSpPr txBox="1"/>
          <p:nvPr/>
        </p:nvSpPr>
        <p:spPr>
          <a:xfrm>
            <a:off x="7421973" y="2134394"/>
            <a:ext cx="1037814" cy="253916"/>
          </a:xfrm>
          <a:prstGeom prst="rect">
            <a:avLst/>
          </a:prstGeom>
          <a:noFill/>
        </p:spPr>
        <p:txBody>
          <a:bodyPr wrap="square" rtlCol="0">
            <a:spAutoFit/>
          </a:bodyPr>
          <a:lstStyle/>
          <a:p>
            <a:pPr algn="ctr" defTabSz="914400"/>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Aging:I</a:t>
            </a:r>
            <a:r>
              <a:rPr kumimoji="1" lang="en-US" altLang="ja-JP" sz="1000" baseline="-25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stress</a:t>
            </a:r>
            <a:r>
              <a:rPr kumimoji="1" lang="en-US" altLang="ja-JP" sz="1100" b="1" baseline="-25000" dirty="0"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2</a:t>
            </a:r>
            <a:endParaRPr kumimoji="1" lang="en-US" altLang="ja-JP" sz="900" b="1" baseline="-25000"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6" name="テキスト ボックス 9"/>
          <p:cNvSpPr txBox="1"/>
          <p:nvPr/>
        </p:nvSpPr>
        <p:spPr>
          <a:xfrm>
            <a:off x="7429896" y="2490078"/>
            <a:ext cx="1037814" cy="253916"/>
          </a:xfrm>
          <a:prstGeom prst="rect">
            <a:avLst/>
          </a:prstGeom>
          <a:noFill/>
        </p:spPr>
        <p:txBody>
          <a:bodyPr wrap="square" rtlCol="0">
            <a:spAutoFit/>
          </a:bodyPr>
          <a:lstStyle/>
          <a:p>
            <a:pPr algn="ctr" defTabSz="914400"/>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Aging:I</a:t>
            </a:r>
            <a:r>
              <a:rPr kumimoji="1" lang="en-US" altLang="ja-JP" sz="1000" baseline="-25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stress</a:t>
            </a:r>
            <a:r>
              <a:rPr kumimoji="1" lang="en-US" altLang="ja-JP" sz="1100" b="1" baseline="-25000" dirty="0"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3</a:t>
            </a:r>
            <a:endParaRPr kumimoji="1" lang="en-US" altLang="ja-JP" sz="900" b="1" baseline="-25000"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7" name="テキスト ボックス 9"/>
          <p:cNvSpPr txBox="1"/>
          <p:nvPr/>
        </p:nvSpPr>
        <p:spPr>
          <a:xfrm>
            <a:off x="8916987" y="2421573"/>
            <a:ext cx="1117189" cy="253916"/>
          </a:xfrm>
          <a:prstGeom prst="rect">
            <a:avLst/>
          </a:prstGeom>
          <a:noFill/>
        </p:spPr>
        <p:txBody>
          <a:bodyPr wrap="square" rtlCol="0">
            <a:spAutoFit/>
          </a:bodyPr>
          <a:lstStyle/>
          <a:p>
            <a:pPr defTabSz="914400"/>
            <a:r>
              <a:rPr kumimoji="1" lang="en-US" altLang="ja-JP" sz="105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(after t1)</a:t>
            </a:r>
            <a:endParaRPr kumimoji="1" lang="en-US" altLang="ja-JP" sz="1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8" name="テキスト ボックス 9"/>
          <p:cNvSpPr txBox="1"/>
          <p:nvPr/>
        </p:nvSpPr>
        <p:spPr>
          <a:xfrm>
            <a:off x="9297988" y="1648071"/>
            <a:ext cx="576816" cy="246221"/>
          </a:xfrm>
          <a:prstGeom prst="rect">
            <a:avLst/>
          </a:prstGeom>
          <a:noFill/>
        </p:spPr>
        <p:txBody>
          <a:bodyPr wrap="square" rtlCol="0">
            <a:spAutoFit/>
          </a:bodyPr>
          <a:lstStyle/>
          <a:p>
            <a:pPr algn="ctr" defTabSz="914400"/>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000" baseline="-25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stress</a:t>
            </a:r>
            <a:r>
              <a:rPr kumimoji="1" lang="en-US" altLang="ja-JP" sz="1100" b="1" baseline="-25000" dirty="0"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1</a:t>
            </a:r>
            <a:endParaRPr kumimoji="1" lang="en-US" altLang="ja-JP" sz="900" b="1" baseline="-25000"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9" name="テキスト ボックス 9"/>
          <p:cNvSpPr txBox="1"/>
          <p:nvPr/>
        </p:nvSpPr>
        <p:spPr>
          <a:xfrm>
            <a:off x="9755187" y="1648071"/>
            <a:ext cx="576373" cy="246221"/>
          </a:xfrm>
          <a:prstGeom prst="rect">
            <a:avLst/>
          </a:prstGeom>
          <a:noFill/>
        </p:spPr>
        <p:txBody>
          <a:bodyPr wrap="square" rtlCol="0">
            <a:spAutoFit/>
          </a:bodyPr>
          <a:lstStyle/>
          <a:p>
            <a:pPr algn="ctr" defTabSz="914400"/>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000" baseline="-25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stress</a:t>
            </a:r>
            <a:r>
              <a:rPr kumimoji="1" lang="en-US" altLang="ja-JP" sz="1100" b="1" baseline="-25000" dirty="0"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2</a:t>
            </a:r>
            <a:endParaRPr kumimoji="1" lang="en-US" altLang="ja-JP" sz="900" b="1" baseline="-25000"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0" name="テキスト ボックス 9"/>
          <p:cNvSpPr txBox="1"/>
          <p:nvPr/>
        </p:nvSpPr>
        <p:spPr>
          <a:xfrm>
            <a:off x="10224904" y="1648071"/>
            <a:ext cx="551381" cy="246221"/>
          </a:xfrm>
          <a:prstGeom prst="rect">
            <a:avLst/>
          </a:prstGeom>
          <a:noFill/>
        </p:spPr>
        <p:txBody>
          <a:bodyPr wrap="square" rtlCol="0">
            <a:spAutoFit/>
          </a:bodyPr>
          <a:lstStyle/>
          <a:p>
            <a:pPr algn="ctr" defTabSz="914400"/>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000" baseline="-25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stress</a:t>
            </a:r>
            <a:r>
              <a:rPr kumimoji="1" lang="en-US" altLang="ja-JP" sz="1100" b="1" baseline="-25000" dirty="0"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3</a:t>
            </a:r>
            <a:endParaRPr kumimoji="1" lang="en-US" altLang="ja-JP" sz="900" b="1" baseline="-25000"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2" name="テキスト ボックス 9"/>
          <p:cNvSpPr txBox="1"/>
          <p:nvPr/>
        </p:nvSpPr>
        <p:spPr>
          <a:xfrm>
            <a:off x="7240738" y="1914176"/>
            <a:ext cx="553148" cy="276999"/>
          </a:xfrm>
          <a:prstGeom prst="rect">
            <a:avLst/>
          </a:prstGeom>
          <a:noFill/>
        </p:spPr>
        <p:txBody>
          <a:bodyPr wrap="square" rtlCol="0">
            <a:spAutoFit/>
          </a:bodyPr>
          <a:lstStyle/>
          <a:p>
            <a:pPr defTabSz="914400"/>
            <a:r>
              <a:rPr kumimoji="1" lang="en-US" altLang="ja-JP" sz="1200" dirty="0" smtClean="0">
                <a:latin typeface="Meiryo UI" panose="020B0604030504040204" pitchFamily="50" charset="-128"/>
                <a:ea typeface="Meiryo UI" panose="020B0604030504040204" pitchFamily="50" charset="-128"/>
                <a:cs typeface="Meiryo UI" panose="020B0604030504040204" pitchFamily="50" charset="-128"/>
              </a:rPr>
              <a:t>Δ</a:t>
            </a:r>
            <a:r>
              <a:rPr kumimoji="1" lang="en-US" altLang="ja-JP" sz="1200" baseline="-25000" dirty="0" smtClean="0">
                <a:latin typeface="Meiryo UI" panose="020B0604030504040204" pitchFamily="50" charset="-128"/>
                <a:ea typeface="Meiryo UI" panose="020B0604030504040204" pitchFamily="50" charset="-128"/>
                <a:cs typeface="Meiryo UI" panose="020B0604030504040204" pitchFamily="50" charset="-128"/>
              </a:rPr>
              <a:t>1</a:t>
            </a:r>
            <a:endParaRPr kumimoji="1" lang="en-US" altLang="ja-JP" sz="1400" baseline="-25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3" name="テキスト ボックス 9"/>
          <p:cNvSpPr txBox="1"/>
          <p:nvPr/>
        </p:nvSpPr>
        <p:spPr>
          <a:xfrm>
            <a:off x="7240738" y="2352421"/>
            <a:ext cx="553148" cy="276999"/>
          </a:xfrm>
          <a:prstGeom prst="rect">
            <a:avLst/>
          </a:prstGeom>
          <a:noFill/>
        </p:spPr>
        <p:txBody>
          <a:bodyPr wrap="square" rtlCol="0">
            <a:spAutoFit/>
          </a:bodyPr>
          <a:lstStyle/>
          <a:p>
            <a:pPr defTabSz="914400"/>
            <a:r>
              <a:rPr kumimoji="1" lang="en-US" altLang="ja-JP" sz="1200" dirty="0" smtClean="0">
                <a:latin typeface="Meiryo UI" panose="020B0604030504040204" pitchFamily="50" charset="-128"/>
                <a:ea typeface="Meiryo UI" panose="020B0604030504040204" pitchFamily="50" charset="-128"/>
                <a:cs typeface="Meiryo UI" panose="020B0604030504040204" pitchFamily="50" charset="-128"/>
              </a:rPr>
              <a:t>Δ</a:t>
            </a:r>
            <a:r>
              <a:rPr kumimoji="1" lang="en-US" altLang="ja-JP" sz="1200" baseline="-25000" dirty="0" smtClean="0">
                <a:latin typeface="Meiryo UI" panose="020B0604030504040204" pitchFamily="50" charset="-128"/>
                <a:ea typeface="Meiryo UI" panose="020B0604030504040204" pitchFamily="50" charset="-128"/>
                <a:cs typeface="Meiryo UI" panose="020B0604030504040204" pitchFamily="50" charset="-128"/>
              </a:rPr>
              <a:t>2</a:t>
            </a:r>
            <a:endParaRPr kumimoji="1" lang="en-US" altLang="ja-JP" sz="1400" baseline="-25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4" name="テキスト ボックス 9"/>
          <p:cNvSpPr txBox="1"/>
          <p:nvPr/>
        </p:nvSpPr>
        <p:spPr>
          <a:xfrm>
            <a:off x="9431539" y="2929997"/>
            <a:ext cx="553148" cy="276999"/>
          </a:xfrm>
          <a:prstGeom prst="rect">
            <a:avLst/>
          </a:prstGeom>
          <a:noFill/>
        </p:spPr>
        <p:txBody>
          <a:bodyPr wrap="square" rtlCol="0">
            <a:spAutoFit/>
          </a:bodyPr>
          <a:lstStyle/>
          <a:p>
            <a:pPr defTabSz="914400"/>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Δ</a:t>
            </a:r>
            <a:r>
              <a:rPr kumimoji="1" lang="en-US" altLang="ja-JP" sz="1200" baseline="-250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1</a:t>
            </a:r>
            <a:endParaRPr kumimoji="1" lang="en-US" altLang="ja-JP" sz="1400" baseline="-25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5" name="テキスト ボックス 9"/>
          <p:cNvSpPr txBox="1"/>
          <p:nvPr/>
        </p:nvSpPr>
        <p:spPr>
          <a:xfrm>
            <a:off x="10439335" y="2929997"/>
            <a:ext cx="553148" cy="276999"/>
          </a:xfrm>
          <a:prstGeom prst="rect">
            <a:avLst/>
          </a:prstGeom>
          <a:noFill/>
        </p:spPr>
        <p:txBody>
          <a:bodyPr wrap="square" rtlCol="0">
            <a:spAutoFit/>
          </a:bodyPr>
          <a:lstStyle/>
          <a:p>
            <a:pPr defTabSz="914400"/>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Δ</a:t>
            </a:r>
            <a:r>
              <a:rPr kumimoji="1" lang="en-US" altLang="ja-JP" sz="1200" baseline="-250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2</a:t>
            </a:r>
            <a:endParaRPr kumimoji="1" lang="en-US" altLang="ja-JP" sz="1400" baseline="-25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6" name="テキスト ボックス 9"/>
          <p:cNvSpPr txBox="1"/>
          <p:nvPr/>
        </p:nvSpPr>
        <p:spPr>
          <a:xfrm>
            <a:off x="5700773" y="1503197"/>
            <a:ext cx="543323" cy="276999"/>
          </a:xfrm>
          <a:prstGeom prst="rect">
            <a:avLst/>
          </a:prstGeom>
          <a:noFill/>
        </p:spPr>
        <p:txBody>
          <a:bodyPr wrap="square" rtlCol="0">
            <a:spAutoFit/>
          </a:bodyPr>
          <a:lstStyle/>
          <a:p>
            <a:pPr defTabSz="914400"/>
            <a:r>
              <a:rPr kumimoji="1"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(ex.)</a:t>
            </a:r>
            <a:endPar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7" name="テキスト ボックス 9"/>
          <p:cNvSpPr txBox="1"/>
          <p:nvPr/>
        </p:nvSpPr>
        <p:spPr>
          <a:xfrm>
            <a:off x="5721410" y="3810696"/>
            <a:ext cx="543323" cy="276999"/>
          </a:xfrm>
          <a:prstGeom prst="rect">
            <a:avLst/>
          </a:prstGeom>
          <a:noFill/>
        </p:spPr>
        <p:txBody>
          <a:bodyPr wrap="square" rtlCol="0">
            <a:spAutoFit/>
          </a:bodyPr>
          <a:lstStyle/>
          <a:p>
            <a:pPr defTabSz="914400"/>
            <a:r>
              <a:rPr kumimoji="1"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(ex.)</a:t>
            </a:r>
            <a:endPar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8" name="テキスト ボックス 9"/>
          <p:cNvSpPr txBox="1"/>
          <p:nvPr/>
        </p:nvSpPr>
        <p:spPr>
          <a:xfrm>
            <a:off x="8968695" y="3814975"/>
            <a:ext cx="543323" cy="276999"/>
          </a:xfrm>
          <a:prstGeom prst="rect">
            <a:avLst/>
          </a:prstGeom>
          <a:noFill/>
        </p:spPr>
        <p:txBody>
          <a:bodyPr wrap="square" rtlCol="0">
            <a:spAutoFit/>
          </a:bodyPr>
          <a:lstStyle/>
          <a:p>
            <a:pPr defTabSz="914400"/>
            <a:r>
              <a:rPr kumimoji="1"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(ex.)</a:t>
            </a:r>
            <a:endPar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5232871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16800"/>
          <a:stretch/>
        </p:blipFill>
        <p:spPr>
          <a:xfrm>
            <a:off x="403502" y="2056123"/>
            <a:ext cx="1770063" cy="1674769"/>
          </a:xfrm>
          <a:prstGeom prst="rect">
            <a:avLst/>
          </a:prstGeom>
        </p:spPr>
      </p:pic>
      <p:cxnSp>
        <p:nvCxnSpPr>
          <p:cNvPr id="196" name="Straight Connector 195"/>
          <p:cNvCxnSpPr/>
          <p:nvPr/>
        </p:nvCxnSpPr>
        <p:spPr bwMode="auto">
          <a:xfrm flipH="1">
            <a:off x="6587849" y="3112421"/>
            <a:ext cx="4672288" cy="0"/>
          </a:xfrm>
          <a:prstGeom prst="line">
            <a:avLst/>
          </a:prstGeom>
          <a:noFill/>
          <a:ln w="66675" cap="flat" cmpd="sng" algn="ctr">
            <a:solidFill>
              <a:srgbClr val="0000FF">
                <a:alpha val="50000"/>
              </a:srgbClr>
            </a:solidFill>
            <a:prstDash val="solid"/>
            <a:round/>
            <a:headEnd type="none" w="med" len="med"/>
            <a:tailEnd type="none" w="med" len="med"/>
          </a:ln>
          <a:effectLst/>
        </p:spPr>
      </p:cxnSp>
      <p:sp>
        <p:nvSpPr>
          <p:cNvPr id="195" name="AutoShape 218"/>
          <p:cNvSpPr>
            <a:spLocks noChangeArrowheads="1"/>
          </p:cNvSpPr>
          <p:nvPr/>
        </p:nvSpPr>
        <p:spPr bwMode="auto">
          <a:xfrm>
            <a:off x="7698660" y="4140995"/>
            <a:ext cx="4212265" cy="1787850"/>
          </a:xfrm>
          <a:prstGeom prst="roundRect">
            <a:avLst>
              <a:gd name="adj" fmla="val 6220"/>
            </a:avLst>
          </a:prstGeom>
          <a:solidFill>
            <a:srgbClr val="CCFFCC"/>
          </a:solidFill>
          <a:ln w="19050">
            <a:solidFill>
              <a:srgbClr val="CCFFCC"/>
            </a:solidFill>
            <a:prstDash val="sysDot"/>
            <a:round/>
            <a:headEnd/>
            <a:tailEnd/>
          </a:ln>
          <a:effectLst>
            <a:outerShdw blurRad="50800" dist="38100" dir="2700000" algn="tl" rotWithShape="0">
              <a:prstClr val="black">
                <a:alpha val="40000"/>
              </a:prstClr>
            </a:outerShdw>
          </a:effectLst>
          <a:extLst/>
        </p:spPr>
        <p:txBody>
          <a:bodyPr wrap="none" anchor="ctr"/>
          <a:lstStyle/>
          <a:p>
            <a:pPr defTabSz="914400" fontAlgn="base">
              <a:spcBef>
                <a:spcPct val="0"/>
              </a:spcBef>
              <a:spcAft>
                <a:spcPct val="0"/>
              </a:spcAft>
            </a:pPr>
            <a:endParaRPr kumimoji="1" lang="ja-JP" altLang="en-US" sz="1000">
              <a:solidFill>
                <a:srgbClr val="000000"/>
              </a:solidFill>
              <a:latin typeface="Meiryo UI" panose="020B0604030504040204" pitchFamily="50" charset="-128"/>
              <a:ea typeface="Meiryo UI" panose="020B0604030504040204" pitchFamily="50" charset="-128"/>
            </a:endParaRPr>
          </a:p>
        </p:txBody>
      </p:sp>
      <p:sp>
        <p:nvSpPr>
          <p:cNvPr id="109" name="AutoShape 218"/>
          <p:cNvSpPr>
            <a:spLocks noChangeArrowheads="1"/>
          </p:cNvSpPr>
          <p:nvPr/>
        </p:nvSpPr>
        <p:spPr bwMode="auto">
          <a:xfrm>
            <a:off x="6915195" y="2313548"/>
            <a:ext cx="1830342" cy="1514494"/>
          </a:xfrm>
          <a:prstGeom prst="roundRect">
            <a:avLst>
              <a:gd name="adj" fmla="val 11861"/>
            </a:avLst>
          </a:prstGeom>
          <a:solidFill>
            <a:schemeClr val="bg1"/>
          </a:solidFill>
          <a:ln w="19050">
            <a:solidFill>
              <a:srgbClr val="0000FF"/>
            </a:solidFill>
            <a:prstDash val="sysDot"/>
            <a:round/>
            <a:headEnd/>
            <a:tailEnd/>
          </a:ln>
          <a:effectLst>
            <a:outerShdw blurRad="50800" dist="38100" dir="2700000" algn="tl" rotWithShape="0">
              <a:prstClr val="black">
                <a:alpha val="40000"/>
              </a:prstClr>
            </a:outerShdw>
          </a:effectLst>
          <a:extLst/>
        </p:spPr>
        <p:txBody>
          <a:bodyPr wrap="none" anchor="ctr"/>
          <a:lstStyle/>
          <a:p>
            <a:pPr defTabSz="914400" fontAlgn="base">
              <a:spcBef>
                <a:spcPct val="0"/>
              </a:spcBef>
              <a:spcAft>
                <a:spcPct val="0"/>
              </a:spcAft>
            </a:pPr>
            <a:endParaRPr kumimoji="1" lang="ja-JP" altLang="en-US" sz="1000">
              <a:solidFill>
                <a:srgbClr val="000000"/>
              </a:solidFill>
              <a:latin typeface="Meiryo UI" panose="020B0604030504040204" pitchFamily="50" charset="-128"/>
              <a:ea typeface="Meiryo UI" panose="020B0604030504040204" pitchFamily="50" charset="-128"/>
            </a:endParaRPr>
          </a:p>
        </p:txBody>
      </p:sp>
      <p:sp>
        <p:nvSpPr>
          <p:cNvPr id="174" name="AutoShape 218"/>
          <p:cNvSpPr>
            <a:spLocks noChangeArrowheads="1"/>
          </p:cNvSpPr>
          <p:nvPr/>
        </p:nvSpPr>
        <p:spPr bwMode="auto">
          <a:xfrm>
            <a:off x="9097822" y="2321700"/>
            <a:ext cx="1830342" cy="1514494"/>
          </a:xfrm>
          <a:prstGeom prst="roundRect">
            <a:avLst>
              <a:gd name="adj" fmla="val 11861"/>
            </a:avLst>
          </a:prstGeom>
          <a:solidFill>
            <a:schemeClr val="bg1"/>
          </a:solidFill>
          <a:ln w="19050">
            <a:solidFill>
              <a:schemeClr val="tx2">
                <a:lumMod val="60000"/>
                <a:lumOff val="40000"/>
              </a:schemeClr>
            </a:solidFill>
            <a:prstDash val="sysDot"/>
            <a:round/>
            <a:headEnd/>
            <a:tailEnd/>
          </a:ln>
          <a:effectLst>
            <a:outerShdw blurRad="50800" dist="38100" dir="2700000" algn="tl" rotWithShape="0">
              <a:prstClr val="black">
                <a:alpha val="40000"/>
              </a:prstClr>
            </a:outerShdw>
          </a:effectLst>
          <a:extLst/>
        </p:spPr>
        <p:txBody>
          <a:bodyPr wrap="none" anchor="ctr"/>
          <a:lstStyle/>
          <a:p>
            <a:pPr defTabSz="914400" fontAlgn="base">
              <a:spcBef>
                <a:spcPct val="0"/>
              </a:spcBef>
              <a:spcAft>
                <a:spcPct val="0"/>
              </a:spcAft>
            </a:pPr>
            <a:endParaRPr kumimoji="1" lang="ja-JP" altLang="en-US" sz="1000">
              <a:solidFill>
                <a:srgbClr val="000000"/>
              </a:solidFill>
              <a:latin typeface="Meiryo UI" panose="020B0604030504040204" pitchFamily="50" charset="-128"/>
              <a:ea typeface="Meiryo UI" panose="020B0604030504040204" pitchFamily="50" charset="-128"/>
            </a:endParaRPr>
          </a:p>
        </p:txBody>
      </p:sp>
      <p:sp>
        <p:nvSpPr>
          <p:cNvPr id="12290" name="日期占位符 3"/>
          <p:cNvSpPr>
            <a:spLocks noGrp="1"/>
          </p:cNvSpPr>
          <p:nvPr>
            <p:ph type="dt" sz="quarter" idx="4294967295"/>
          </p:nvPr>
        </p:nvSpPr>
        <p:spPr>
          <a:xfrm>
            <a:off x="7887115" y="6491203"/>
            <a:ext cx="2097572" cy="45571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1848">
              <a:lnSpc>
                <a:spcPct val="140000"/>
              </a:lnSpc>
              <a:buClr>
                <a:schemeClr val="bg2"/>
              </a:buClr>
              <a:buSzPct val="60000"/>
              <a:buFont typeface="Wingdings" panose="05000000000000000000" pitchFamily="2" charset="2"/>
              <a:buChar char="l"/>
              <a:defRPr sz="2000" b="1">
                <a:solidFill>
                  <a:schemeClr val="tx1"/>
                </a:solidFill>
                <a:latin typeface="Arial" panose="020B0604020202020204" pitchFamily="34" charset="0"/>
                <a:ea typeface="华文细黑" panose="02010600040101010101" pitchFamily="2" charset="-122"/>
              </a:defRPr>
            </a:lvl1pPr>
            <a:lvl2pPr marL="743099" indent="-285807" defTabSz="801848">
              <a:lnSpc>
                <a:spcPct val="140000"/>
              </a:lnSpc>
              <a:buClr>
                <a:schemeClr val="tx1"/>
              </a:buClr>
              <a:buSzPct val="50000"/>
              <a:buFont typeface="Wingdings" panose="05000000000000000000" pitchFamily="2" charset="2"/>
              <a:buChar char="p"/>
              <a:defRPr>
                <a:solidFill>
                  <a:schemeClr val="tx1"/>
                </a:solidFill>
                <a:latin typeface="Arial" panose="020B0604020202020204" pitchFamily="34" charset="0"/>
                <a:ea typeface="华文细黑" panose="02010600040101010101" pitchFamily="2" charset="-122"/>
              </a:defRPr>
            </a:lvl2pPr>
            <a:lvl3pPr marL="1143229" indent="-228646" defTabSz="801848">
              <a:lnSpc>
                <a:spcPct val="140000"/>
              </a:lnSpc>
              <a:buSzPct val="50000"/>
              <a:buFont typeface="Wingdings" panose="05000000000000000000" pitchFamily="2" charset="2"/>
              <a:buChar char="n"/>
              <a:defRPr sz="1600">
                <a:solidFill>
                  <a:schemeClr val="tx1"/>
                </a:solidFill>
                <a:latin typeface="Arial" panose="020B0604020202020204" pitchFamily="34" charset="0"/>
                <a:ea typeface="华文细黑" panose="02010600040101010101" pitchFamily="2" charset="-122"/>
              </a:defRPr>
            </a:lvl3pPr>
            <a:lvl4pPr marL="1600520" indent="-228646" defTabSz="801848">
              <a:lnSpc>
                <a:spcPct val="140000"/>
              </a:lnSpc>
              <a:buChar char="–"/>
              <a:defRPr sz="1400">
                <a:solidFill>
                  <a:schemeClr val="tx1"/>
                </a:solidFill>
                <a:latin typeface="Arial" panose="020B0604020202020204" pitchFamily="34" charset="0"/>
                <a:ea typeface="华文细黑" panose="02010600040101010101" pitchFamily="2" charset="-122"/>
              </a:defRPr>
            </a:lvl4pPr>
            <a:lvl5pPr marL="2057811" indent="-228646" defTabSz="801848">
              <a:lnSpc>
                <a:spcPct val="140000"/>
              </a:lnSpc>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5pPr>
            <a:lvl6pPr marL="2515103"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6pPr>
            <a:lvl7pPr marL="2972394"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7pPr>
            <a:lvl8pPr marL="3429686"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8pPr>
            <a:lvl9pPr marL="3886977"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9pPr>
          </a:lstStyle>
          <a:p>
            <a:pPr>
              <a:lnSpc>
                <a:spcPct val="85000"/>
              </a:lnSpc>
              <a:buClrTx/>
              <a:buSzTx/>
              <a:buFontTx/>
              <a:buNone/>
            </a:pPr>
            <a:r>
              <a:rPr lang="de-DE" altLang="zh-CN" sz="1200" b="0">
                <a:solidFill>
                  <a:srgbClr val="000000"/>
                </a:solidFill>
                <a:ea typeface="MS PGothic" panose="020B0600070205080204" pitchFamily="34" charset="-128"/>
              </a:rPr>
              <a:t>Page </a:t>
            </a:r>
            <a:fld id="{8D839213-7A7B-4A64-9274-9FA6A4197B37}" type="slidenum">
              <a:rPr lang="de-DE" altLang="zh-CN" sz="1200" b="0">
                <a:solidFill>
                  <a:srgbClr val="000000"/>
                </a:solidFill>
                <a:ea typeface="MS PGothic" panose="020B0600070205080204" pitchFamily="34" charset="-128"/>
              </a:rPr>
              <a:pPr>
                <a:lnSpc>
                  <a:spcPct val="85000"/>
                </a:lnSpc>
                <a:buClrTx/>
                <a:buSzTx/>
                <a:buFontTx/>
                <a:buNone/>
              </a:pPr>
              <a:t>4</a:t>
            </a:fld>
            <a:endParaRPr lang="en-GB" altLang="zh-CN" sz="1200" b="0">
              <a:solidFill>
                <a:srgbClr val="000000"/>
              </a:solidFill>
              <a:ea typeface="MS PGothic" panose="020B0600070205080204" pitchFamily="34" charset="-128"/>
            </a:endParaRPr>
          </a:p>
        </p:txBody>
      </p:sp>
      <p:sp>
        <p:nvSpPr>
          <p:cNvPr id="71" name="Rectangle 5"/>
          <p:cNvSpPr>
            <a:spLocks noChangeArrowheads="1"/>
          </p:cNvSpPr>
          <p:nvPr/>
        </p:nvSpPr>
        <p:spPr bwMode="auto">
          <a:xfrm>
            <a:off x="382587" y="429677"/>
            <a:ext cx="11049000" cy="38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804" tIns="39402" rIns="78804" bIns="39402"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5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1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914583" eaLnBrk="0" fontAlgn="base" hangingPunct="0">
              <a:spcBef>
                <a:spcPct val="0"/>
              </a:spcBef>
              <a:spcAft>
                <a:spcPct val="0"/>
              </a:spcAft>
              <a:buFontTx/>
              <a:buNone/>
            </a:pPr>
            <a:r>
              <a:rPr lang="en-US" sz="2801" b="1" dirty="0">
                <a:solidFill>
                  <a:srgbClr val="990000"/>
                </a:solidFill>
                <a:ea typeface="黑体"/>
                <a:cs typeface="Arial" pitchFamily="34" charset="0"/>
              </a:rPr>
              <a:t>Modeling Approach for OLED </a:t>
            </a:r>
            <a:r>
              <a:rPr lang="en-US" sz="2801" b="1" dirty="0" smtClean="0">
                <a:solidFill>
                  <a:srgbClr val="990000"/>
                </a:solidFill>
                <a:ea typeface="黑体"/>
                <a:cs typeface="Arial" pitchFamily="34" charset="0"/>
              </a:rPr>
              <a:t>Aging </a:t>
            </a:r>
            <a:r>
              <a:rPr lang="ja-JP" altLang="en-US" sz="2801" b="1" dirty="0" smtClean="0">
                <a:solidFill>
                  <a:srgbClr val="990000"/>
                </a:solidFill>
                <a:ea typeface="黑体"/>
                <a:cs typeface="Arial" pitchFamily="34" charset="0"/>
              </a:rPr>
              <a:t>①</a:t>
            </a:r>
            <a:endParaRPr lang="zh-CN" altLang="zh-CN" sz="2801" b="1" dirty="0">
              <a:solidFill>
                <a:srgbClr val="990000"/>
              </a:solidFill>
              <a:ea typeface="黑体"/>
              <a:cs typeface="Arial" pitchFamily="34" charset="0"/>
              <a:sym typeface="Arial" panose="020B0604020202020204" pitchFamily="34" charset="0"/>
            </a:endParaRPr>
          </a:p>
        </p:txBody>
      </p:sp>
      <p:sp>
        <p:nvSpPr>
          <p:cNvPr id="22" name="Rectangle 21"/>
          <p:cNvSpPr/>
          <p:nvPr/>
        </p:nvSpPr>
        <p:spPr bwMode="auto">
          <a:xfrm>
            <a:off x="2071685" y="4468036"/>
            <a:ext cx="411480" cy="411480"/>
          </a:xfrm>
          <a:prstGeom prst="rect">
            <a:avLst/>
          </a:prstGeom>
          <a:solidFill>
            <a:schemeClr val="tx1">
              <a:lumMod val="50000"/>
              <a:lumOff val="50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29" name="Rectangle 28"/>
          <p:cNvSpPr/>
          <p:nvPr/>
        </p:nvSpPr>
        <p:spPr bwMode="auto">
          <a:xfrm>
            <a:off x="3162298" y="4467512"/>
            <a:ext cx="411480" cy="41148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30" name="Rectangle 29"/>
          <p:cNvSpPr/>
          <p:nvPr/>
        </p:nvSpPr>
        <p:spPr bwMode="auto">
          <a:xfrm>
            <a:off x="4252911" y="4466988"/>
            <a:ext cx="411480" cy="411480"/>
          </a:xfrm>
          <a:prstGeom prst="rect">
            <a:avLst/>
          </a:prstGeom>
          <a:solidFill>
            <a:schemeClr val="bg1"/>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32" name="Rectangle 31"/>
          <p:cNvSpPr/>
          <p:nvPr/>
        </p:nvSpPr>
        <p:spPr bwMode="auto">
          <a:xfrm>
            <a:off x="2065337" y="5382436"/>
            <a:ext cx="411480" cy="411480"/>
          </a:xfrm>
          <a:prstGeom prst="rect">
            <a:avLst/>
          </a:prstGeom>
          <a:solidFill>
            <a:schemeClr val="tx1">
              <a:lumMod val="75000"/>
              <a:lumOff val="25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33" name="Rectangle 32"/>
          <p:cNvSpPr/>
          <p:nvPr/>
        </p:nvSpPr>
        <p:spPr bwMode="auto">
          <a:xfrm>
            <a:off x="3155950" y="5381912"/>
            <a:ext cx="411480" cy="411480"/>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34" name="Rectangle 33"/>
          <p:cNvSpPr/>
          <p:nvPr/>
        </p:nvSpPr>
        <p:spPr bwMode="auto">
          <a:xfrm>
            <a:off x="4246563" y="5381388"/>
            <a:ext cx="411480" cy="411480"/>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mc:AlternateContent xmlns:mc="http://schemas.openxmlformats.org/markup-compatibility/2006" xmlns:a14="http://schemas.microsoft.com/office/drawing/2010/main">
        <mc:Choice Requires="a14">
          <p:sp>
            <p:nvSpPr>
              <p:cNvPr id="23" name="TextBox 22"/>
              <p:cNvSpPr txBox="1"/>
              <p:nvPr/>
            </p:nvSpPr>
            <p:spPr>
              <a:xfrm>
                <a:off x="6770840" y="1562894"/>
                <a:ext cx="3746347" cy="5943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ja-JP" sz="2000" i="1" smtClean="0">
                              <a:latin typeface="Cambria Math" panose="02040503050406030204" pitchFamily="18" charset="0"/>
                            </a:rPr>
                          </m:ctrlPr>
                        </m:fPr>
                        <m:num>
                          <m:r>
                            <a:rPr lang="en-US" altLang="ja-JP" sz="2000" i="1" smtClean="0">
                              <a:latin typeface="Cambria Math" panose="02040503050406030204" pitchFamily="18" charset="0"/>
                            </a:rPr>
                            <m:t>𝐿</m:t>
                          </m:r>
                          <m:r>
                            <a:rPr lang="en-US" altLang="ja-JP" sz="2000" b="0" i="1" baseline="-25000" smtClean="0">
                              <a:latin typeface="Cambria Math" panose="02040503050406030204" pitchFamily="18" charset="0"/>
                            </a:rPr>
                            <m:t>𝑢𝑚</m:t>
                          </m:r>
                        </m:num>
                        <m:den>
                          <m:r>
                            <a:rPr lang="en-US" altLang="ja-JP" sz="2000" b="0" i="1" smtClean="0">
                              <a:latin typeface="Cambria Math" panose="02040503050406030204" pitchFamily="18" charset="0"/>
                            </a:rPr>
                            <m:t>𝐿</m:t>
                          </m:r>
                          <m:r>
                            <a:rPr lang="en-US" altLang="ja-JP" sz="2000" b="0" i="1" baseline="-25000" smtClean="0">
                              <a:latin typeface="Cambria Math" panose="02040503050406030204" pitchFamily="18" charset="0"/>
                            </a:rPr>
                            <m:t>𝑢𝑚</m:t>
                          </m:r>
                          <m:r>
                            <a:rPr lang="en-US" altLang="ja-JP" sz="2000" b="0" i="1" baseline="-25000" smtClean="0">
                              <a:latin typeface="Cambria Math" panose="02040503050406030204" pitchFamily="18" charset="0"/>
                            </a:rPr>
                            <m:t>_</m:t>
                          </m:r>
                          <m:r>
                            <a:rPr lang="en-US" altLang="ja-JP" sz="2000" b="0" i="1" baseline="-25000" smtClean="0">
                              <a:latin typeface="Cambria Math" panose="02040503050406030204" pitchFamily="18" charset="0"/>
                            </a:rPr>
                            <m:t>𝑖𝑛𝑖</m:t>
                          </m:r>
                        </m:den>
                      </m:f>
                      <m:r>
                        <a:rPr lang="en-US" altLang="ja-JP" sz="2000" i="1">
                          <a:latin typeface="Cambria Math" panose="02040503050406030204" pitchFamily="18" charset="0"/>
                          <a:ea typeface="Cambria Math" panose="02040503050406030204" pitchFamily="18" charset="0"/>
                        </a:rPr>
                        <m:t>∝</m:t>
                      </m:r>
                      <m:r>
                        <a:rPr lang="en-US" sz="2000" i="1" smtClean="0">
                          <a:solidFill>
                            <a:srgbClr val="0000FF"/>
                          </a:solidFill>
                          <a:latin typeface="Cambria Math" panose="02040503050406030204" pitchFamily="18" charset="0"/>
                          <a:ea typeface="Cambria Math" panose="02040503050406030204" pitchFamily="18" charset="0"/>
                        </a:rPr>
                        <m:t>∆</m:t>
                      </m:r>
                      <m:r>
                        <a:rPr lang="en-US" sz="2000" i="1" smtClean="0">
                          <a:solidFill>
                            <a:srgbClr val="0000FF"/>
                          </a:solidFill>
                          <a:latin typeface="Cambria Math" panose="02040503050406030204" pitchFamily="18" charset="0"/>
                          <a:ea typeface="Cambria Math" panose="02040503050406030204" pitchFamily="18" charset="0"/>
                        </a:rPr>
                        <m:t>𝜂</m:t>
                      </m:r>
                      <m:r>
                        <a:rPr lang="en-US" sz="2000" b="0" i="1" baseline="30000" smtClean="0">
                          <a:solidFill>
                            <a:srgbClr val="0000FF"/>
                          </a:solidFill>
                          <a:latin typeface="Cambria Math" panose="02040503050406030204" pitchFamily="18" charset="0"/>
                          <a:ea typeface="Cambria Math" panose="02040503050406030204" pitchFamily="18" charset="0"/>
                        </a:rPr>
                        <m:t>1</m:t>
                      </m:r>
                      <m:r>
                        <a:rPr lang="en-US" sz="2000" b="0" i="1" baseline="-25000" smtClean="0">
                          <a:solidFill>
                            <a:srgbClr val="0000FF"/>
                          </a:solidFill>
                          <a:latin typeface="Cambria Math" panose="02040503050406030204" pitchFamily="18" charset="0"/>
                          <a:ea typeface="Cambria Math" panose="02040503050406030204" pitchFamily="18" charset="0"/>
                        </a:rPr>
                        <m:t>𝑡</m:t>
                      </m:r>
                      <m:r>
                        <a:rPr lang="en-US" sz="2000" b="0" i="1" baseline="-25000" smtClean="0">
                          <a:solidFill>
                            <a:srgbClr val="0000FF"/>
                          </a:solidFill>
                          <a:latin typeface="Cambria Math" panose="02040503050406030204" pitchFamily="18" charset="0"/>
                          <a:ea typeface="Cambria Math" panose="02040503050406030204" pitchFamily="18" charset="0"/>
                        </a:rPr>
                        <m:t>,</m:t>
                      </m:r>
                      <m:r>
                        <a:rPr lang="en-US" sz="2000" b="0" i="1" baseline="-25000" smtClean="0">
                          <a:solidFill>
                            <a:srgbClr val="0000FF"/>
                          </a:solidFill>
                          <a:latin typeface="Cambria Math" panose="02040503050406030204" pitchFamily="18" charset="0"/>
                          <a:ea typeface="Cambria Math" panose="02040503050406030204" pitchFamily="18" charset="0"/>
                        </a:rPr>
                        <m:t>𝐼𝑠𝑡𝑟𝑒𝑠𝑠</m:t>
                      </m:r>
                      <m:r>
                        <a:rPr lang="en-US" sz="2000" dirty="0">
                          <a:latin typeface="Cambria Math" panose="02040503050406030204" pitchFamily="18" charset="0"/>
                        </a:rPr>
                        <m:t>∙</m:t>
                      </m:r>
                      <m:r>
                        <a:rPr lang="en-US" sz="2000" i="1" dirty="0" smtClean="0">
                          <a:solidFill>
                            <a:schemeClr val="tx2">
                              <a:lumMod val="60000"/>
                              <a:lumOff val="40000"/>
                            </a:schemeClr>
                          </a:solidFill>
                          <a:latin typeface="Cambria Math" panose="02040503050406030204" pitchFamily="18" charset="0"/>
                          <a:ea typeface="Cambria Math" panose="02040503050406030204" pitchFamily="18" charset="0"/>
                        </a:rPr>
                        <m:t>∆</m:t>
                      </m:r>
                      <m:r>
                        <a:rPr lang="en-US" sz="2000" i="1" dirty="0" smtClean="0">
                          <a:solidFill>
                            <a:schemeClr val="tx2">
                              <a:lumMod val="60000"/>
                              <a:lumOff val="40000"/>
                            </a:schemeClr>
                          </a:solidFill>
                          <a:latin typeface="Cambria Math" panose="02040503050406030204" pitchFamily="18" charset="0"/>
                          <a:ea typeface="Cambria Math" panose="02040503050406030204" pitchFamily="18" charset="0"/>
                        </a:rPr>
                        <m:t>𝜂</m:t>
                      </m:r>
                      <m:r>
                        <a:rPr lang="en-US" sz="2000" b="0" i="1" baseline="30000" dirty="0" smtClean="0">
                          <a:solidFill>
                            <a:schemeClr val="tx2">
                              <a:lumMod val="60000"/>
                              <a:lumOff val="40000"/>
                            </a:schemeClr>
                          </a:solidFill>
                          <a:latin typeface="Cambria Math" panose="02040503050406030204" pitchFamily="18" charset="0"/>
                          <a:ea typeface="Cambria Math" panose="02040503050406030204" pitchFamily="18" charset="0"/>
                        </a:rPr>
                        <m:t>2</m:t>
                      </m:r>
                      <m:r>
                        <a:rPr lang="en-US" sz="2000" b="0" i="1" baseline="-25000" dirty="0" smtClean="0">
                          <a:solidFill>
                            <a:schemeClr val="tx2">
                              <a:lumMod val="60000"/>
                              <a:lumOff val="40000"/>
                            </a:schemeClr>
                          </a:solidFill>
                          <a:latin typeface="Cambria Math" panose="02040503050406030204" pitchFamily="18" charset="0"/>
                          <a:ea typeface="Cambria Math" panose="02040503050406030204" pitchFamily="18" charset="0"/>
                        </a:rPr>
                        <m:t>𝑡</m:t>
                      </m:r>
                      <m:r>
                        <a:rPr lang="en-US" sz="2000" b="0" i="1" baseline="-25000" dirty="0" smtClean="0">
                          <a:solidFill>
                            <a:schemeClr val="tx2">
                              <a:lumMod val="60000"/>
                              <a:lumOff val="40000"/>
                            </a:schemeClr>
                          </a:solidFill>
                          <a:latin typeface="Cambria Math" panose="02040503050406030204" pitchFamily="18" charset="0"/>
                          <a:ea typeface="Cambria Math" panose="02040503050406030204" pitchFamily="18" charset="0"/>
                        </a:rPr>
                        <m:t>,</m:t>
                      </m:r>
                      <m:r>
                        <a:rPr lang="en-US" sz="2000" b="0" i="1" baseline="-25000" dirty="0" smtClean="0">
                          <a:solidFill>
                            <a:schemeClr val="tx2">
                              <a:lumMod val="60000"/>
                              <a:lumOff val="40000"/>
                            </a:schemeClr>
                          </a:solidFill>
                          <a:latin typeface="Cambria Math" panose="02040503050406030204" pitchFamily="18" charset="0"/>
                          <a:ea typeface="Cambria Math" panose="02040503050406030204" pitchFamily="18" charset="0"/>
                        </a:rPr>
                        <m:t>𝐼𝑠𝑡𝑟𝑒𝑠𝑠</m:t>
                      </m:r>
                      <m:r>
                        <a:rPr lang="en-US" sz="2000" b="0" i="1" baseline="-25000" dirty="0" smtClean="0">
                          <a:solidFill>
                            <a:schemeClr val="tx2">
                              <a:lumMod val="60000"/>
                              <a:lumOff val="40000"/>
                            </a:schemeClr>
                          </a:solidFill>
                          <a:latin typeface="Cambria Math" panose="02040503050406030204" pitchFamily="18" charset="0"/>
                          <a:ea typeface="Cambria Math" panose="02040503050406030204" pitchFamily="18" charset="0"/>
                        </a:rPr>
                        <m:t>,</m:t>
                      </m:r>
                      <m:r>
                        <a:rPr lang="en-US" sz="2000" b="0" i="1" baseline="-25000" dirty="0" smtClean="0">
                          <a:solidFill>
                            <a:schemeClr val="tx2">
                              <a:lumMod val="60000"/>
                              <a:lumOff val="40000"/>
                            </a:schemeClr>
                          </a:solidFill>
                          <a:latin typeface="Cambria Math" panose="02040503050406030204" pitchFamily="18" charset="0"/>
                          <a:ea typeface="Cambria Math" panose="02040503050406030204" pitchFamily="18" charset="0"/>
                        </a:rPr>
                        <m:t>𝐼𝑝𝑖𝑥</m:t>
                      </m:r>
                    </m:oMath>
                  </m:oMathPara>
                </a14:m>
                <a:endParaRPr lang="en-US" sz="2000" baseline="-25000" dirty="0"/>
              </a:p>
            </p:txBody>
          </p:sp>
        </mc:Choice>
        <mc:Fallback xmlns="">
          <p:sp>
            <p:nvSpPr>
              <p:cNvPr id="23" name="TextBox 22"/>
              <p:cNvSpPr txBox="1">
                <a:spLocks noRot="1" noChangeAspect="1" noMove="1" noResize="1" noEditPoints="1" noAdjustHandles="1" noChangeArrowheads="1" noChangeShapeType="1" noTextEdit="1"/>
              </p:cNvSpPr>
              <p:nvPr/>
            </p:nvSpPr>
            <p:spPr>
              <a:xfrm>
                <a:off x="6770840" y="1562894"/>
                <a:ext cx="3746347" cy="594330"/>
              </a:xfrm>
              <a:prstGeom prst="rect">
                <a:avLst/>
              </a:prstGeom>
              <a:blipFill rotWithShape="0">
                <a:blip r:embed="rId3"/>
                <a:stretch>
                  <a:fillRect b="-17347"/>
                </a:stretch>
              </a:blipFill>
            </p:spPr>
            <p:txBody>
              <a:bodyPr/>
              <a:lstStyle/>
              <a:p>
                <a:r>
                  <a:rPr lang="en-US">
                    <a:noFill/>
                  </a:rPr>
                  <a:t> </a:t>
                </a:r>
              </a:p>
            </p:txBody>
          </p:sp>
        </mc:Fallback>
      </mc:AlternateContent>
      <p:sp>
        <p:nvSpPr>
          <p:cNvPr id="79" name="Line 175"/>
          <p:cNvSpPr>
            <a:spLocks noChangeShapeType="1"/>
          </p:cNvSpPr>
          <p:nvPr/>
        </p:nvSpPr>
        <p:spPr bwMode="auto">
          <a:xfrm rot="5400000" flipV="1">
            <a:off x="7853896" y="2899517"/>
            <a:ext cx="0" cy="1288166"/>
          </a:xfrm>
          <a:prstGeom prst="line">
            <a:avLst/>
          </a:prstGeom>
          <a:noFill/>
          <a:ln w="19050">
            <a:solidFill>
              <a:schemeClr val="bg1">
                <a:lumMod val="50000"/>
              </a:schemeClr>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80" name="Arc 177"/>
          <p:cNvSpPr>
            <a:spLocks/>
          </p:cNvSpPr>
          <p:nvPr/>
        </p:nvSpPr>
        <p:spPr bwMode="auto">
          <a:xfrm flipH="1" flipV="1">
            <a:off x="7314826" y="2848738"/>
            <a:ext cx="1036134" cy="553072"/>
          </a:xfrm>
          <a:custGeom>
            <a:avLst/>
            <a:gdLst>
              <a:gd name="G0" fmla="+- 0 0 0"/>
              <a:gd name="G1" fmla="+- 21290 0 0"/>
              <a:gd name="G2" fmla="+- 21600 0 0"/>
              <a:gd name="T0" fmla="*/ 3648 w 21600"/>
              <a:gd name="T1" fmla="*/ 0 h 21290"/>
              <a:gd name="T2" fmla="*/ 21600 w 21600"/>
              <a:gd name="T3" fmla="*/ 21290 h 21290"/>
              <a:gd name="T4" fmla="*/ 0 w 21600"/>
              <a:gd name="T5" fmla="*/ 21290 h 21290"/>
            </a:gdLst>
            <a:ahLst/>
            <a:cxnLst>
              <a:cxn ang="0">
                <a:pos x="T0" y="T1"/>
              </a:cxn>
              <a:cxn ang="0">
                <a:pos x="T2" y="T3"/>
              </a:cxn>
              <a:cxn ang="0">
                <a:pos x="T4" y="T5"/>
              </a:cxn>
            </a:cxnLst>
            <a:rect l="0" t="0" r="r" b="b"/>
            <a:pathLst>
              <a:path w="21600" h="21290" fill="none" extrusionOk="0">
                <a:moveTo>
                  <a:pt x="3647" y="0"/>
                </a:moveTo>
                <a:cubicBezTo>
                  <a:pt x="14018" y="1777"/>
                  <a:pt x="21600" y="10768"/>
                  <a:pt x="21600" y="21290"/>
                </a:cubicBezTo>
              </a:path>
              <a:path w="21600" h="21290" stroke="0" extrusionOk="0">
                <a:moveTo>
                  <a:pt x="3647" y="0"/>
                </a:moveTo>
                <a:cubicBezTo>
                  <a:pt x="14018" y="1777"/>
                  <a:pt x="21600" y="10768"/>
                  <a:pt x="21600" y="21290"/>
                </a:cubicBezTo>
                <a:lnTo>
                  <a:pt x="0" y="21290"/>
                </a:lnTo>
                <a:close/>
              </a:path>
            </a:pathLst>
          </a:custGeom>
          <a:noFill/>
          <a:ln w="158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81" name="Text Box 180"/>
          <p:cNvSpPr txBox="1">
            <a:spLocks noChangeArrowheads="1"/>
          </p:cNvSpPr>
          <p:nvPr/>
        </p:nvSpPr>
        <p:spPr bwMode="auto">
          <a:xfrm rot="16200000">
            <a:off x="6632895" y="2901002"/>
            <a:ext cx="1059470" cy="17569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0800" bIns="10800">
            <a:spAutoFit/>
          </a:bodyPr>
          <a:lstStyle/>
          <a:p>
            <a:pPr defTabSz="914400" fontAlgn="base">
              <a:spcBef>
                <a:spcPct val="0"/>
              </a:spcBef>
              <a:spcAft>
                <a:spcPct val="0"/>
              </a:spcAft>
              <a:defRPr/>
            </a:pPr>
            <a:r>
              <a:rPr kumimoji="1" lang="en-US" altLang="ja-JP" sz="1000" kern="0" dirty="0" err="1" smtClean="0">
                <a:solidFill>
                  <a:srgbClr val="000000"/>
                </a:solidFill>
                <a:latin typeface="Meiryo UI" panose="020B0604030504040204" pitchFamily="50" charset="-128"/>
                <a:ea typeface="Meiryo UI" panose="020B0604030504040204" pitchFamily="50" charset="-128"/>
              </a:rPr>
              <a:t>Lum</a:t>
            </a:r>
            <a:r>
              <a:rPr kumimoji="1" lang="en-US" altLang="ja-JP" sz="1000" kern="0" dirty="0" smtClean="0">
                <a:solidFill>
                  <a:srgbClr val="000000"/>
                </a:solidFill>
                <a:latin typeface="Meiryo UI" panose="020B0604030504040204" pitchFamily="50" charset="-128"/>
                <a:ea typeface="Meiryo UI" panose="020B0604030504040204" pitchFamily="50" charset="-128"/>
              </a:rPr>
              <a:t>/</a:t>
            </a:r>
            <a:r>
              <a:rPr kumimoji="1" lang="en-US" altLang="ja-JP" sz="1000" kern="0" dirty="0" err="1" smtClean="0">
                <a:solidFill>
                  <a:srgbClr val="000000"/>
                </a:solidFill>
                <a:latin typeface="Meiryo UI" panose="020B0604030504040204" pitchFamily="50" charset="-128"/>
                <a:ea typeface="Meiryo UI" panose="020B0604030504040204" pitchFamily="50" charset="-128"/>
              </a:rPr>
              <a:t>Lum_init</a:t>
            </a:r>
            <a:endParaRPr kumimoji="1" lang="ja-JP" altLang="en-US" sz="1000" kern="0" dirty="0">
              <a:solidFill>
                <a:srgbClr val="000000"/>
              </a:solidFill>
              <a:latin typeface="Meiryo UI" panose="020B0604030504040204" pitchFamily="50" charset="-128"/>
              <a:ea typeface="Meiryo UI" panose="020B0604030504040204" pitchFamily="50" charset="-128"/>
            </a:endParaRPr>
          </a:p>
        </p:txBody>
      </p:sp>
      <p:sp>
        <p:nvSpPr>
          <p:cNvPr id="82" name="Text Box 181"/>
          <p:cNvSpPr txBox="1">
            <a:spLocks noChangeArrowheads="1"/>
          </p:cNvSpPr>
          <p:nvPr/>
        </p:nvSpPr>
        <p:spPr bwMode="auto">
          <a:xfrm>
            <a:off x="7254343" y="2708649"/>
            <a:ext cx="462060" cy="17569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0800" bIns="10800">
            <a:spAutoFit/>
          </a:bodyPr>
          <a:lstStyle/>
          <a:p>
            <a:pPr defTabSz="914400" fontAlgn="base">
              <a:spcBef>
                <a:spcPct val="0"/>
              </a:spcBef>
              <a:spcAft>
                <a:spcPct val="0"/>
              </a:spcAft>
              <a:defRPr/>
            </a:pPr>
            <a:r>
              <a:rPr kumimoji="1" lang="en-US" altLang="ja-JP" sz="1000" kern="0" dirty="0">
                <a:solidFill>
                  <a:srgbClr val="000000"/>
                </a:solidFill>
                <a:latin typeface="Meiryo UI" panose="020B0604030504040204" pitchFamily="50" charset="-128"/>
                <a:ea typeface="Meiryo UI" panose="020B0604030504040204" pitchFamily="50" charset="-128"/>
              </a:rPr>
              <a:t>1</a:t>
            </a:r>
          </a:p>
        </p:txBody>
      </p:sp>
      <p:sp>
        <p:nvSpPr>
          <p:cNvPr id="83" name="Text Box 183"/>
          <p:cNvSpPr txBox="1">
            <a:spLocks noChangeArrowheads="1"/>
          </p:cNvSpPr>
          <p:nvPr/>
        </p:nvSpPr>
        <p:spPr bwMode="auto">
          <a:xfrm>
            <a:off x="8094591" y="3552934"/>
            <a:ext cx="567594" cy="17569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0800" bIns="10800">
            <a:spAutoFit/>
          </a:bodyPr>
          <a:lstStyle/>
          <a:p>
            <a:pPr defTabSz="914400" fontAlgn="base">
              <a:spcBef>
                <a:spcPct val="0"/>
              </a:spcBef>
              <a:spcAft>
                <a:spcPct val="0"/>
              </a:spcAft>
              <a:defRPr/>
            </a:pPr>
            <a:r>
              <a:rPr kumimoji="1" lang="en-US" altLang="ja-JP" sz="1000" kern="0" dirty="0" smtClean="0">
                <a:solidFill>
                  <a:srgbClr val="000000"/>
                </a:solidFill>
                <a:latin typeface="Meiryo UI" panose="020B0604030504040204" pitchFamily="50" charset="-128"/>
                <a:ea typeface="Meiryo UI" panose="020B0604030504040204" pitchFamily="50" charset="-128"/>
              </a:rPr>
              <a:t>time</a:t>
            </a:r>
            <a:endParaRPr kumimoji="1" lang="ja-JP" altLang="en-US" sz="1000" kern="0" dirty="0">
              <a:solidFill>
                <a:srgbClr val="000000"/>
              </a:solidFill>
              <a:latin typeface="Meiryo UI" panose="020B0604030504040204" pitchFamily="50" charset="-128"/>
              <a:ea typeface="Meiryo UI" panose="020B0604030504040204" pitchFamily="50" charset="-128"/>
            </a:endParaRPr>
          </a:p>
        </p:txBody>
      </p:sp>
      <p:sp>
        <p:nvSpPr>
          <p:cNvPr id="84" name="Text Box 185"/>
          <p:cNvSpPr txBox="1">
            <a:spLocks noChangeArrowheads="1"/>
          </p:cNvSpPr>
          <p:nvPr/>
        </p:nvSpPr>
        <p:spPr bwMode="auto">
          <a:xfrm>
            <a:off x="7419840" y="2906517"/>
            <a:ext cx="1059470" cy="17569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0800" bIns="10800">
            <a:spAutoFit/>
          </a:bodyPr>
          <a:lstStyle/>
          <a:p>
            <a:pPr defTabSz="914400" fontAlgn="base">
              <a:spcBef>
                <a:spcPct val="0"/>
              </a:spcBef>
              <a:spcAft>
                <a:spcPct val="0"/>
              </a:spcAft>
              <a:defRPr/>
            </a:pPr>
            <a:r>
              <a:rPr kumimoji="1" lang="en-US" altLang="ja-JP" sz="1000" kern="0" dirty="0">
                <a:solidFill>
                  <a:srgbClr val="000000"/>
                </a:solidFill>
                <a:latin typeface="Meiryo UI" panose="020B0604030504040204" pitchFamily="50" charset="-128"/>
                <a:ea typeface="Meiryo UI" panose="020B0604030504040204" pitchFamily="50" charset="-128"/>
              </a:rPr>
              <a:t>I = </a:t>
            </a:r>
            <a:r>
              <a:rPr kumimoji="1" lang="en-US" altLang="ja-JP" sz="1000" kern="0" dirty="0" err="1" smtClean="0">
                <a:solidFill>
                  <a:srgbClr val="000000"/>
                </a:solidFill>
                <a:latin typeface="Meiryo UI" panose="020B0604030504040204" pitchFamily="50" charset="-128"/>
                <a:ea typeface="Meiryo UI" panose="020B0604030504040204" pitchFamily="50" charset="-128"/>
              </a:rPr>
              <a:t>Istress</a:t>
            </a:r>
            <a:endParaRPr kumimoji="1" lang="en-US" altLang="ja-JP" sz="1000" kern="0" dirty="0">
              <a:solidFill>
                <a:srgbClr val="000000"/>
              </a:solidFill>
              <a:latin typeface="Meiryo UI" panose="020B0604030504040204" pitchFamily="50" charset="-128"/>
              <a:ea typeface="Meiryo UI" panose="020B0604030504040204" pitchFamily="50" charset="-128"/>
            </a:endParaRPr>
          </a:p>
        </p:txBody>
      </p:sp>
      <p:sp>
        <p:nvSpPr>
          <p:cNvPr id="99" name="Arc 189"/>
          <p:cNvSpPr>
            <a:spLocks/>
          </p:cNvSpPr>
          <p:nvPr/>
        </p:nvSpPr>
        <p:spPr bwMode="auto">
          <a:xfrm flipH="1">
            <a:off x="9482293" y="2899026"/>
            <a:ext cx="841046" cy="604412"/>
          </a:xfrm>
          <a:custGeom>
            <a:avLst/>
            <a:gdLst>
              <a:gd name="G0" fmla="+- 1082 0 0"/>
              <a:gd name="G1" fmla="+- 21600 0 0"/>
              <a:gd name="G2" fmla="+- 21600 0 0"/>
              <a:gd name="T0" fmla="*/ 0 w 22682"/>
              <a:gd name="T1" fmla="*/ 27 h 21600"/>
              <a:gd name="T2" fmla="*/ 22682 w 22682"/>
              <a:gd name="T3" fmla="*/ 21600 h 21600"/>
              <a:gd name="T4" fmla="*/ 1082 w 22682"/>
              <a:gd name="T5" fmla="*/ 21600 h 21600"/>
              <a:gd name="connsiteX0" fmla="*/ 11234 w 33916"/>
              <a:gd name="connsiteY0" fmla="*/ 27 h 21600"/>
              <a:gd name="connsiteX1" fmla="*/ 12316 w 33916"/>
              <a:gd name="connsiteY1" fmla="*/ 0 h 21600"/>
              <a:gd name="connsiteX2" fmla="*/ 33916 w 33916"/>
              <a:gd name="connsiteY2" fmla="*/ 21600 h 21600"/>
              <a:gd name="connsiteX0" fmla="*/ 0 w 33916"/>
              <a:gd name="connsiteY0" fmla="*/ 112 h 21600"/>
              <a:gd name="connsiteX1" fmla="*/ 12316 w 33916"/>
              <a:gd name="connsiteY1" fmla="*/ 0 h 21600"/>
              <a:gd name="connsiteX2" fmla="*/ 33916 w 33916"/>
              <a:gd name="connsiteY2" fmla="*/ 21600 h 21600"/>
              <a:gd name="connsiteX3" fmla="*/ 12316 w 33916"/>
              <a:gd name="connsiteY3" fmla="*/ 21600 h 21600"/>
              <a:gd name="connsiteX4" fmla="*/ 0 w 33916"/>
              <a:gd name="connsiteY4" fmla="*/ 112 h 21600"/>
              <a:gd name="connsiteX0" fmla="*/ 4552 w 33916"/>
              <a:gd name="connsiteY0" fmla="*/ 112 h 21600"/>
              <a:gd name="connsiteX1" fmla="*/ 12316 w 33916"/>
              <a:gd name="connsiteY1" fmla="*/ 0 h 21600"/>
              <a:gd name="connsiteX2" fmla="*/ 33916 w 33916"/>
              <a:gd name="connsiteY2" fmla="*/ 21600 h 21600"/>
              <a:gd name="connsiteX0" fmla="*/ 0 w 33916"/>
              <a:gd name="connsiteY0" fmla="*/ 112 h 21600"/>
              <a:gd name="connsiteX1" fmla="*/ 12316 w 33916"/>
              <a:gd name="connsiteY1" fmla="*/ 0 h 21600"/>
              <a:gd name="connsiteX2" fmla="*/ 33916 w 33916"/>
              <a:gd name="connsiteY2" fmla="*/ 21600 h 21600"/>
              <a:gd name="connsiteX3" fmla="*/ 12316 w 33916"/>
              <a:gd name="connsiteY3" fmla="*/ 21600 h 21600"/>
              <a:gd name="connsiteX4" fmla="*/ 0 w 33916"/>
              <a:gd name="connsiteY4" fmla="*/ 112 h 21600"/>
              <a:gd name="connsiteX0" fmla="*/ 0 w 34206"/>
              <a:gd name="connsiteY0" fmla="*/ 112 h 21600"/>
              <a:gd name="connsiteX1" fmla="*/ 12606 w 34206"/>
              <a:gd name="connsiteY1" fmla="*/ 0 h 21600"/>
              <a:gd name="connsiteX2" fmla="*/ 34206 w 34206"/>
              <a:gd name="connsiteY2" fmla="*/ 21600 h 21600"/>
              <a:gd name="connsiteX0" fmla="*/ 290 w 34206"/>
              <a:gd name="connsiteY0" fmla="*/ 112 h 21600"/>
              <a:gd name="connsiteX1" fmla="*/ 12606 w 34206"/>
              <a:gd name="connsiteY1" fmla="*/ 0 h 21600"/>
              <a:gd name="connsiteX2" fmla="*/ 34206 w 34206"/>
              <a:gd name="connsiteY2" fmla="*/ 21600 h 21600"/>
              <a:gd name="connsiteX3" fmla="*/ 12606 w 34206"/>
              <a:gd name="connsiteY3" fmla="*/ 21600 h 21600"/>
              <a:gd name="connsiteX4" fmla="*/ 290 w 34206"/>
              <a:gd name="connsiteY4" fmla="*/ 112 h 2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6" h="21600" fill="none" extrusionOk="0">
                <a:moveTo>
                  <a:pt x="0" y="112"/>
                </a:moveTo>
                <a:cubicBezTo>
                  <a:pt x="360" y="94"/>
                  <a:pt x="12245" y="0"/>
                  <a:pt x="12606" y="0"/>
                </a:cubicBezTo>
                <a:cubicBezTo>
                  <a:pt x="24535" y="0"/>
                  <a:pt x="34206" y="9670"/>
                  <a:pt x="34206" y="21600"/>
                </a:cubicBezTo>
              </a:path>
              <a:path w="34206" h="21600" stroke="0" extrusionOk="0">
                <a:moveTo>
                  <a:pt x="290" y="112"/>
                </a:moveTo>
                <a:cubicBezTo>
                  <a:pt x="650" y="94"/>
                  <a:pt x="12245" y="0"/>
                  <a:pt x="12606" y="0"/>
                </a:cubicBezTo>
                <a:cubicBezTo>
                  <a:pt x="24535" y="0"/>
                  <a:pt x="34206" y="9670"/>
                  <a:pt x="34206" y="21600"/>
                </a:cubicBezTo>
                <a:lnTo>
                  <a:pt x="12606" y="21600"/>
                </a:lnTo>
                <a:cubicBezTo>
                  <a:pt x="12245" y="14409"/>
                  <a:pt x="651" y="7303"/>
                  <a:pt x="290" y="112"/>
                </a:cubicBezTo>
                <a:close/>
              </a:path>
            </a:pathLst>
          </a:custGeom>
          <a:noFill/>
          <a:ln w="158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103" name="Line 194"/>
          <p:cNvSpPr>
            <a:spLocks noChangeShapeType="1"/>
          </p:cNvSpPr>
          <p:nvPr/>
        </p:nvSpPr>
        <p:spPr bwMode="auto">
          <a:xfrm>
            <a:off x="10308400" y="2719826"/>
            <a:ext cx="0" cy="809772"/>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104" name="Line 195"/>
          <p:cNvSpPr>
            <a:spLocks noChangeShapeType="1"/>
          </p:cNvSpPr>
          <p:nvPr/>
        </p:nvSpPr>
        <p:spPr bwMode="auto">
          <a:xfrm rot="16200000" flipH="1">
            <a:off x="10007361" y="2374448"/>
            <a:ext cx="0" cy="1045468"/>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105" name="Text Box 212"/>
          <p:cNvSpPr txBox="1">
            <a:spLocks noChangeArrowheads="1"/>
          </p:cNvSpPr>
          <p:nvPr/>
        </p:nvSpPr>
        <p:spPr bwMode="auto">
          <a:xfrm>
            <a:off x="10068035" y="3552934"/>
            <a:ext cx="639416" cy="21236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0800" bIns="10800">
            <a:spAutoFit/>
          </a:bodyPr>
          <a:lstStyle/>
          <a:p>
            <a:pPr defTabSz="914400" fontAlgn="base">
              <a:spcBef>
                <a:spcPct val="0"/>
              </a:spcBef>
              <a:spcAft>
                <a:spcPct val="0"/>
              </a:spcAft>
              <a:defRPr/>
            </a:pPr>
            <a:r>
              <a:rPr kumimoji="1" lang="en-US" altLang="ja-JP" sz="800" kern="0" dirty="0">
                <a:solidFill>
                  <a:srgbClr val="000000"/>
                </a:solidFill>
                <a:latin typeface="Meiryo UI" panose="020B0604030504040204" pitchFamily="50" charset="-128"/>
                <a:ea typeface="Meiryo UI" panose="020B0604030504040204" pitchFamily="50" charset="-128"/>
              </a:rPr>
              <a:t>Iref</a:t>
            </a:r>
          </a:p>
        </p:txBody>
      </p:sp>
      <p:sp>
        <p:nvSpPr>
          <p:cNvPr id="108" name="Text Box 215"/>
          <p:cNvSpPr txBox="1">
            <a:spLocks noChangeArrowheads="1"/>
          </p:cNvSpPr>
          <p:nvPr/>
        </p:nvSpPr>
        <p:spPr bwMode="auto">
          <a:xfrm>
            <a:off x="8745537" y="2806004"/>
            <a:ext cx="506399" cy="23725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0800" bIns="10800">
            <a:spAutoFit/>
          </a:bodyPr>
          <a:lstStyle/>
          <a:p>
            <a:pPr defTabSz="914400" fontAlgn="base">
              <a:spcBef>
                <a:spcPct val="0"/>
              </a:spcBef>
              <a:spcAft>
                <a:spcPct val="0"/>
              </a:spcAft>
            </a:pPr>
            <a:r>
              <a:rPr kumimoji="1" lang="ja-JP" altLang="en-US" sz="1400" b="1" dirty="0">
                <a:solidFill>
                  <a:srgbClr val="000000"/>
                </a:solidFill>
                <a:latin typeface="Meiryo UI" panose="020B0604030504040204" pitchFamily="50" charset="-128"/>
                <a:ea typeface="Meiryo UI" panose="020B0604030504040204" pitchFamily="50" charset="-128"/>
              </a:rPr>
              <a:t>Ｘ</a:t>
            </a:r>
          </a:p>
        </p:txBody>
      </p:sp>
      <p:sp>
        <p:nvSpPr>
          <p:cNvPr id="137" name="テキスト ボックス 9"/>
          <p:cNvSpPr txBox="1"/>
          <p:nvPr/>
        </p:nvSpPr>
        <p:spPr>
          <a:xfrm>
            <a:off x="741168" y="4591070"/>
            <a:ext cx="835223" cy="276999"/>
          </a:xfrm>
          <a:prstGeom prst="rect">
            <a:avLst/>
          </a:prstGeom>
          <a:noFill/>
        </p:spPr>
        <p:txBody>
          <a:bodyPr wrap="square" rtlCol="0">
            <a:spAutoFit/>
          </a:bodyPr>
          <a:lstStyle/>
          <a:p>
            <a:pPr defTabSz="914400"/>
            <a:r>
              <a:rPr kumimoji="1" lang="en-US" altLang="ja-JP" sz="12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Aging</a:t>
            </a:r>
            <a:endParaRPr kumimoji="1" lang="en-US" altLang="ja-JP" sz="11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8" name="テキスト ボックス 9"/>
          <p:cNvSpPr txBox="1"/>
          <p:nvPr/>
        </p:nvSpPr>
        <p:spPr>
          <a:xfrm>
            <a:off x="487890" y="5007023"/>
            <a:ext cx="736897" cy="307777"/>
          </a:xfrm>
          <a:prstGeom prst="rect">
            <a:avLst/>
          </a:prstGeom>
          <a:noFill/>
        </p:spPr>
        <p:txBody>
          <a:bodyPr wrap="square" rtlCol="0">
            <a:spAutoFit/>
          </a:bodyPr>
          <a:lstStyle/>
          <a:p>
            <a:pPr algn="ctr" defTabSz="914400"/>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400" baseline="-25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stress1</a:t>
            </a:r>
            <a:endParaRPr kumimoji="1" lang="en-US" altLang="ja-JP" sz="1200" baseline="-250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3" name="テキスト ボックス 9"/>
          <p:cNvSpPr txBox="1"/>
          <p:nvPr/>
        </p:nvSpPr>
        <p:spPr>
          <a:xfrm>
            <a:off x="442365" y="1023824"/>
            <a:ext cx="3455010" cy="307777"/>
          </a:xfrm>
          <a:prstGeom prst="rect">
            <a:avLst/>
          </a:prstGeom>
          <a:solidFill>
            <a:srgbClr val="C00000"/>
          </a:solidFill>
        </p:spPr>
        <p:txBody>
          <a:bodyPr wrap="square" rtlCol="0">
            <a:spAutoFit/>
          </a:bodyPr>
          <a:lstStyle/>
          <a:p>
            <a:pPr algn="ctr" defTabSz="914400"/>
            <a:r>
              <a:rPr kumimoji="1" lang="en-US" altLang="ja-JP" sz="14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How to know degradation at A’</a:t>
            </a:r>
            <a:r>
              <a:rPr kumimoji="1" lang="ja-JP" altLang="en-US" sz="14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4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C’</a:t>
            </a:r>
            <a:endPar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 name="Curved Left Arrow 3"/>
          <p:cNvSpPr/>
          <p:nvPr/>
        </p:nvSpPr>
        <p:spPr bwMode="auto">
          <a:xfrm flipH="1">
            <a:off x="1338501" y="4609903"/>
            <a:ext cx="381000" cy="993128"/>
          </a:xfrm>
          <a:prstGeom prst="curvedLeftArrow">
            <a:avLst/>
          </a:prstGeom>
          <a:solidFill>
            <a:srgbClr val="66FFFF"/>
          </a:solidFill>
          <a:ln w="9525" cap="flat" cmpd="sng" algn="ctr">
            <a:solidFill>
              <a:schemeClr val="tx1">
                <a:lumMod val="65000"/>
                <a:lumOff val="35000"/>
              </a:schemeClr>
            </a:solidFill>
            <a:prstDash val="solid"/>
            <a:round/>
            <a:headEnd type="none" w="med" len="med"/>
            <a:tailEnd type="none"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136" name="Rectangle 135"/>
          <p:cNvSpPr/>
          <p:nvPr/>
        </p:nvSpPr>
        <p:spPr bwMode="auto">
          <a:xfrm>
            <a:off x="1155621" y="4879516"/>
            <a:ext cx="411480" cy="411480"/>
          </a:xfrm>
          <a:prstGeom prst="rect">
            <a:avLst/>
          </a:prstGeom>
          <a:solidFill>
            <a:schemeClr val="bg1"/>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cxnSp>
        <p:nvCxnSpPr>
          <p:cNvPr id="8" name="Straight Arrow Connector 7"/>
          <p:cNvCxnSpPr/>
          <p:nvPr/>
        </p:nvCxnSpPr>
        <p:spPr bwMode="auto">
          <a:xfrm>
            <a:off x="4451995" y="4959273"/>
            <a:ext cx="0" cy="364238"/>
          </a:xfrm>
          <a:prstGeom prst="straightConnector1">
            <a:avLst/>
          </a:prstGeom>
          <a:noFill/>
          <a:ln w="19050" cap="flat" cmpd="sng" algn="ctr">
            <a:solidFill>
              <a:srgbClr val="0000FF"/>
            </a:solidFill>
            <a:prstDash val="solid"/>
            <a:round/>
            <a:headEnd type="none" w="med" len="med"/>
            <a:tailEnd type="stealth" w="lg" len="lg"/>
          </a:ln>
          <a:effectLst/>
        </p:spPr>
      </p:cxnSp>
      <p:cxnSp>
        <p:nvCxnSpPr>
          <p:cNvPr id="141" name="Straight Arrow Connector 140"/>
          <p:cNvCxnSpPr/>
          <p:nvPr/>
        </p:nvCxnSpPr>
        <p:spPr bwMode="auto">
          <a:xfrm>
            <a:off x="3395901" y="4944476"/>
            <a:ext cx="0" cy="364238"/>
          </a:xfrm>
          <a:prstGeom prst="straightConnector1">
            <a:avLst/>
          </a:prstGeom>
          <a:noFill/>
          <a:ln w="19050" cap="flat" cmpd="sng" algn="ctr">
            <a:solidFill>
              <a:schemeClr val="tx1"/>
            </a:solidFill>
            <a:prstDash val="solid"/>
            <a:round/>
            <a:headEnd type="none" w="med" len="med"/>
            <a:tailEnd type="stealth" w="lg" len="lg"/>
          </a:ln>
          <a:effectLst/>
        </p:spPr>
      </p:cxnSp>
      <p:cxnSp>
        <p:nvCxnSpPr>
          <p:cNvPr id="142" name="Straight Arrow Connector 141"/>
          <p:cNvCxnSpPr/>
          <p:nvPr/>
        </p:nvCxnSpPr>
        <p:spPr bwMode="auto">
          <a:xfrm>
            <a:off x="2265847" y="4929679"/>
            <a:ext cx="0" cy="364238"/>
          </a:xfrm>
          <a:prstGeom prst="straightConnector1">
            <a:avLst/>
          </a:prstGeom>
          <a:noFill/>
          <a:ln w="19050" cap="flat" cmpd="sng" algn="ctr">
            <a:solidFill>
              <a:schemeClr val="tx1"/>
            </a:solidFill>
            <a:prstDash val="solid"/>
            <a:round/>
            <a:headEnd type="none" w="med" len="med"/>
            <a:tailEnd type="stealth" w="lg" len="lg"/>
          </a:ln>
          <a:effectLst/>
        </p:spPr>
      </p:cxnSp>
      <p:sp>
        <p:nvSpPr>
          <p:cNvPr id="143" name="テキスト ボックス 9"/>
          <p:cNvSpPr txBox="1"/>
          <p:nvPr/>
        </p:nvSpPr>
        <p:spPr>
          <a:xfrm>
            <a:off x="4612163" y="4430913"/>
            <a:ext cx="774581" cy="261610"/>
          </a:xfrm>
          <a:prstGeom prst="rect">
            <a:avLst/>
          </a:prstGeom>
          <a:noFill/>
        </p:spPr>
        <p:txBody>
          <a:bodyPr wrap="square" rtlCol="0">
            <a:spAutoFit/>
          </a:bodyPr>
          <a:lstStyle/>
          <a:p>
            <a:pPr defTabSz="914400"/>
            <a:r>
              <a:rPr kumimoji="1" lang="en-US" altLang="ja-JP" sz="110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100%</a:t>
            </a:r>
            <a:endParaRPr kumimoji="1" lang="en-US" altLang="ja-JP" sz="105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4" name="テキスト ボックス 9"/>
          <p:cNvSpPr txBox="1"/>
          <p:nvPr/>
        </p:nvSpPr>
        <p:spPr>
          <a:xfrm>
            <a:off x="3529381" y="4430416"/>
            <a:ext cx="774581" cy="261610"/>
          </a:xfrm>
          <a:prstGeom prst="rect">
            <a:avLst/>
          </a:prstGeom>
          <a:noFill/>
        </p:spPr>
        <p:txBody>
          <a:bodyPr wrap="square" rtlCol="0">
            <a:spAutoFit/>
          </a:bodyPr>
          <a:lstStyle/>
          <a:p>
            <a:pPr defTabSz="914400"/>
            <a:r>
              <a:rPr kumimoji="1" lang="en-US" altLang="ja-JP" sz="110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100%</a:t>
            </a:r>
            <a:endParaRPr kumimoji="1" lang="en-US" altLang="ja-JP" sz="105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5" name="テキスト ボックス 9"/>
          <p:cNvSpPr txBox="1"/>
          <p:nvPr/>
        </p:nvSpPr>
        <p:spPr>
          <a:xfrm>
            <a:off x="2424352" y="4429919"/>
            <a:ext cx="774581" cy="261610"/>
          </a:xfrm>
          <a:prstGeom prst="rect">
            <a:avLst/>
          </a:prstGeom>
          <a:noFill/>
        </p:spPr>
        <p:txBody>
          <a:bodyPr wrap="square" rtlCol="0">
            <a:spAutoFit/>
          </a:bodyPr>
          <a:lstStyle/>
          <a:p>
            <a:pPr defTabSz="914400"/>
            <a:r>
              <a:rPr kumimoji="1" lang="en-US" altLang="ja-JP" sz="110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100%</a:t>
            </a:r>
            <a:endParaRPr kumimoji="1" lang="en-US" altLang="ja-JP" sz="105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6" name="テキスト ボックス 9"/>
          <p:cNvSpPr txBox="1"/>
          <p:nvPr/>
        </p:nvSpPr>
        <p:spPr>
          <a:xfrm>
            <a:off x="4615101" y="5171616"/>
            <a:ext cx="774581" cy="276999"/>
          </a:xfrm>
          <a:prstGeom prst="rect">
            <a:avLst/>
          </a:prstGeom>
          <a:noFill/>
        </p:spPr>
        <p:txBody>
          <a:bodyPr wrap="square" rtlCol="0">
            <a:spAutoFit/>
          </a:bodyPr>
          <a:lstStyle/>
          <a:p>
            <a:pPr defTabSz="914400"/>
            <a:r>
              <a:rPr kumimoji="1" lang="ja-JP" altLang="en-US" sz="1200" b="1" dirty="0" smtClean="0">
                <a:solidFill>
                  <a:srgbClr val="C00000"/>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1" dirty="0" smtClean="0">
                <a:solidFill>
                  <a:srgbClr val="C00000"/>
                </a:solidFill>
                <a:latin typeface="Meiryo UI" panose="020B0604030504040204" pitchFamily="50" charset="-128"/>
                <a:ea typeface="Meiryo UI" panose="020B0604030504040204" pitchFamily="50" charset="-128"/>
                <a:cs typeface="Meiryo UI" panose="020B0604030504040204" pitchFamily="50" charset="-128"/>
              </a:rPr>
              <a:t>70%</a:t>
            </a:r>
            <a:endParaRPr kumimoji="1" lang="en-US" altLang="ja-JP" sz="1100" b="1" dirty="0">
              <a:solidFill>
                <a:srgbClr val="C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7" name="テキスト ボックス 9"/>
          <p:cNvSpPr txBox="1"/>
          <p:nvPr/>
        </p:nvSpPr>
        <p:spPr>
          <a:xfrm>
            <a:off x="3472101" y="5171616"/>
            <a:ext cx="774581" cy="276999"/>
          </a:xfrm>
          <a:prstGeom prst="rect">
            <a:avLst/>
          </a:prstGeom>
          <a:noFill/>
        </p:spPr>
        <p:txBody>
          <a:bodyPr wrap="square" rtlCol="0">
            <a:spAutoFit/>
          </a:bodyPr>
          <a:lstStyle/>
          <a:p>
            <a:pPr defTabSz="914400"/>
            <a:r>
              <a:rPr kumimoji="1" lang="ja-JP" altLang="en-US" sz="1200" b="1" dirty="0" smtClean="0">
                <a:solidFill>
                  <a:srgbClr val="C00000"/>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1" dirty="0" smtClean="0">
                <a:solidFill>
                  <a:srgbClr val="C00000"/>
                </a:solidFill>
                <a:latin typeface="Meiryo UI" panose="020B0604030504040204" pitchFamily="50" charset="-128"/>
                <a:ea typeface="Meiryo UI" panose="020B0604030504040204" pitchFamily="50" charset="-128"/>
                <a:cs typeface="Meiryo UI" panose="020B0604030504040204" pitchFamily="50" charset="-128"/>
              </a:rPr>
              <a:t>70%</a:t>
            </a:r>
            <a:endParaRPr kumimoji="1" lang="en-US" altLang="ja-JP" sz="1100" b="1" dirty="0">
              <a:solidFill>
                <a:srgbClr val="C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8" name="テキスト ボックス 9"/>
          <p:cNvSpPr txBox="1"/>
          <p:nvPr/>
        </p:nvSpPr>
        <p:spPr>
          <a:xfrm>
            <a:off x="2329101" y="5171616"/>
            <a:ext cx="774581" cy="276999"/>
          </a:xfrm>
          <a:prstGeom prst="rect">
            <a:avLst/>
          </a:prstGeom>
          <a:noFill/>
        </p:spPr>
        <p:txBody>
          <a:bodyPr wrap="square" rtlCol="0">
            <a:spAutoFit/>
          </a:bodyPr>
          <a:lstStyle/>
          <a:p>
            <a:pPr defTabSz="914400"/>
            <a:r>
              <a:rPr kumimoji="1" lang="ja-JP" altLang="en-US" sz="1200" b="1" dirty="0" smtClean="0">
                <a:solidFill>
                  <a:srgbClr val="C00000"/>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1" dirty="0" smtClean="0">
                <a:solidFill>
                  <a:srgbClr val="C00000"/>
                </a:solidFill>
                <a:latin typeface="Meiryo UI" panose="020B0604030504040204" pitchFamily="50" charset="-128"/>
                <a:ea typeface="Meiryo UI" panose="020B0604030504040204" pitchFamily="50" charset="-128"/>
                <a:cs typeface="Meiryo UI" panose="020B0604030504040204" pitchFamily="50" charset="-128"/>
              </a:rPr>
              <a:t>60%</a:t>
            </a:r>
            <a:endParaRPr kumimoji="1" lang="en-US" altLang="ja-JP" sz="1100" b="1" dirty="0">
              <a:solidFill>
                <a:srgbClr val="C00000"/>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21" name="Picture 20"/>
          <p:cNvPicPr>
            <a:picLocks noChangeAspect="1"/>
          </p:cNvPicPr>
          <p:nvPr/>
        </p:nvPicPr>
        <p:blipFill>
          <a:blip r:embed="rId4"/>
          <a:stretch>
            <a:fillRect/>
          </a:stretch>
        </p:blipFill>
        <p:spPr>
          <a:xfrm>
            <a:off x="2528887" y="1466204"/>
            <a:ext cx="3435627" cy="2715873"/>
          </a:xfrm>
          <a:prstGeom prst="rect">
            <a:avLst/>
          </a:prstGeom>
        </p:spPr>
      </p:pic>
      <p:sp>
        <p:nvSpPr>
          <p:cNvPr id="132" name="円弧 223"/>
          <p:cNvSpPr/>
          <p:nvPr/>
        </p:nvSpPr>
        <p:spPr>
          <a:xfrm rot="1123569" flipH="1" flipV="1">
            <a:off x="3784265" y="1553483"/>
            <a:ext cx="2338349" cy="783703"/>
          </a:xfrm>
          <a:prstGeom prst="arc">
            <a:avLst>
              <a:gd name="adj1" fmla="val 16200000"/>
              <a:gd name="adj2" fmla="val 21164377"/>
            </a:avLst>
          </a:prstGeom>
          <a:noFill/>
          <a:ln w="22225">
            <a:solidFill>
              <a:srgbClr val="0000FF"/>
            </a:solidFill>
            <a:prstDash val="solid"/>
            <a:headEnd type="triangle" w="lg" len="lg"/>
            <a:tailEnd type="none" w="lg" len="lg"/>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black"/>
              </a:solidFill>
              <a:effectLst/>
              <a:uLnTx/>
              <a:uFillTx/>
              <a:latin typeface="Century Schoolbook"/>
              <a:ea typeface="ＭＳ Ｐ明朝" panose="02020600040205080304" pitchFamily="18" charset="-128"/>
              <a:cs typeface="+mn-cs"/>
            </a:endParaRPr>
          </a:p>
        </p:txBody>
      </p:sp>
      <p:sp>
        <p:nvSpPr>
          <p:cNvPr id="133" name="テキスト ボックス 9"/>
          <p:cNvSpPr txBox="1"/>
          <p:nvPr/>
        </p:nvSpPr>
        <p:spPr>
          <a:xfrm>
            <a:off x="3954599" y="1476264"/>
            <a:ext cx="570914" cy="284989"/>
          </a:xfrm>
          <a:prstGeom prst="rect">
            <a:avLst/>
          </a:prstGeom>
          <a:noFill/>
        </p:spPr>
        <p:txBody>
          <a:bodyPr wrap="square" rtlCol="0">
            <a:spAutoFit/>
          </a:bodyPr>
          <a:lstStyle/>
          <a:p>
            <a:pPr defTabSz="914400"/>
            <a:r>
              <a:rPr kumimoji="1" lang="en-US" altLang="ja-JP" sz="1400" dirty="0" err="1"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Δη</a:t>
            </a:r>
            <a:r>
              <a:rPr kumimoji="1" lang="ja-JP" altLang="en-US" sz="1400" baseline="300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１</a:t>
            </a:r>
            <a:endParaRPr kumimoji="1" lang="en-US" altLang="ja-JP" sz="1400" baseline="30000" dirty="0">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4" name="Freeform 133"/>
          <p:cNvSpPr/>
          <p:nvPr/>
        </p:nvSpPr>
        <p:spPr bwMode="auto">
          <a:xfrm>
            <a:off x="3920221" y="2425174"/>
            <a:ext cx="895204" cy="595334"/>
          </a:xfrm>
          <a:custGeom>
            <a:avLst/>
            <a:gdLst>
              <a:gd name="connsiteX0" fmla="*/ 752600 w 752600"/>
              <a:gd name="connsiteY0" fmla="*/ 0 h 314325"/>
              <a:gd name="connsiteX1" fmla="*/ 123950 w 752600"/>
              <a:gd name="connsiteY1" fmla="*/ 138113 h 314325"/>
              <a:gd name="connsiteX2" fmla="*/ 125 w 752600"/>
              <a:gd name="connsiteY2" fmla="*/ 314325 h 314325"/>
              <a:gd name="connsiteX0" fmla="*/ 769174 w 769174"/>
              <a:gd name="connsiteY0" fmla="*/ 0 h 309563"/>
              <a:gd name="connsiteX1" fmla="*/ 140524 w 769174"/>
              <a:gd name="connsiteY1" fmla="*/ 138113 h 309563"/>
              <a:gd name="connsiteX2" fmla="*/ 31 w 769174"/>
              <a:gd name="connsiteY2" fmla="*/ 309563 h 309563"/>
              <a:gd name="connsiteX0" fmla="*/ 769143 w 769143"/>
              <a:gd name="connsiteY0" fmla="*/ 0 h 309563"/>
              <a:gd name="connsiteX1" fmla="*/ 140493 w 769143"/>
              <a:gd name="connsiteY1" fmla="*/ 138113 h 309563"/>
              <a:gd name="connsiteX2" fmla="*/ 0 w 769143"/>
              <a:gd name="connsiteY2" fmla="*/ 309563 h 309563"/>
              <a:gd name="connsiteX0" fmla="*/ 966786 w 966786"/>
              <a:gd name="connsiteY0" fmla="*/ 0 h 642938"/>
              <a:gd name="connsiteX1" fmla="*/ 338136 w 966786"/>
              <a:gd name="connsiteY1" fmla="*/ 138113 h 642938"/>
              <a:gd name="connsiteX2" fmla="*/ 0 w 966786"/>
              <a:gd name="connsiteY2" fmla="*/ 642938 h 642938"/>
              <a:gd name="connsiteX0" fmla="*/ 966786 w 966786"/>
              <a:gd name="connsiteY0" fmla="*/ 0 h 642938"/>
              <a:gd name="connsiteX1" fmla="*/ 185736 w 966786"/>
              <a:gd name="connsiteY1" fmla="*/ 295276 h 642938"/>
              <a:gd name="connsiteX2" fmla="*/ 0 w 966786"/>
              <a:gd name="connsiteY2" fmla="*/ 642938 h 642938"/>
            </a:gdLst>
            <a:ahLst/>
            <a:cxnLst>
              <a:cxn ang="0">
                <a:pos x="connsiteX0" y="connsiteY0"/>
              </a:cxn>
              <a:cxn ang="0">
                <a:pos x="connsiteX1" y="connsiteY1"/>
              </a:cxn>
              <a:cxn ang="0">
                <a:pos x="connsiteX2" y="connsiteY2"/>
              </a:cxn>
            </a:cxnLst>
            <a:rect l="l" t="t" r="r" b="b"/>
            <a:pathLst>
              <a:path w="966786" h="642938">
                <a:moveTo>
                  <a:pt x="966786" y="0"/>
                </a:moveTo>
                <a:cubicBezTo>
                  <a:pt x="715167" y="42863"/>
                  <a:pt x="313926" y="243682"/>
                  <a:pt x="185736" y="295276"/>
                </a:cubicBezTo>
                <a:cubicBezTo>
                  <a:pt x="57546" y="346870"/>
                  <a:pt x="20637" y="585788"/>
                  <a:pt x="0" y="642938"/>
                </a:cubicBezTo>
              </a:path>
            </a:pathLst>
          </a:custGeom>
          <a:noFill/>
          <a:ln w="19050" cap="flat" cmpd="sng" algn="ctr">
            <a:solidFill>
              <a:schemeClr val="tx2">
                <a:lumMod val="60000"/>
                <a:lumOff val="40000"/>
              </a:schemeClr>
            </a:solidFill>
            <a:prstDash val="solid"/>
            <a:round/>
            <a:headEnd type="none" w="med" len="med"/>
            <a:tailEnd type="triangle" w="lg" len="lg"/>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135" name="テキスト ボックス 9"/>
          <p:cNvSpPr txBox="1"/>
          <p:nvPr/>
        </p:nvSpPr>
        <p:spPr>
          <a:xfrm>
            <a:off x="3419528" y="2925702"/>
            <a:ext cx="553148" cy="307777"/>
          </a:xfrm>
          <a:prstGeom prst="rect">
            <a:avLst/>
          </a:prstGeom>
          <a:noFill/>
        </p:spPr>
        <p:txBody>
          <a:bodyPr wrap="square" rtlCol="0">
            <a:spAutoFit/>
          </a:bodyPr>
          <a:lstStyle/>
          <a:p>
            <a:pPr defTabSz="914400"/>
            <a:r>
              <a:rPr kumimoji="1" lang="en-US" altLang="ja-JP" sz="1400" dirty="0" smtClean="0">
                <a:solidFill>
                  <a:srgbClr val="FF0000"/>
                </a:solidFill>
                <a:latin typeface="Meiryo UI" panose="020B0604030504040204" pitchFamily="50" charset="-128"/>
                <a:ea typeface="Meiryo UI" panose="020B0604030504040204" pitchFamily="50" charset="-128"/>
                <a:cs typeface="Meiryo UI" panose="020B0604030504040204" pitchFamily="50" charset="-128"/>
              </a:rPr>
              <a:t>Δη</a:t>
            </a:r>
            <a:r>
              <a:rPr kumimoji="1" lang="en-US" altLang="ja-JP" sz="1400" baseline="30000" dirty="0" smtClean="0">
                <a:solidFill>
                  <a:srgbClr val="FF0000"/>
                </a:solidFill>
                <a:latin typeface="Meiryo UI" panose="020B0604030504040204" pitchFamily="50" charset="-128"/>
                <a:ea typeface="Meiryo UI" panose="020B0604030504040204" pitchFamily="50" charset="-128"/>
                <a:cs typeface="Meiryo UI" panose="020B0604030504040204" pitchFamily="50" charset="-128"/>
              </a:rPr>
              <a:t>2</a:t>
            </a:r>
            <a:endParaRPr kumimoji="1" lang="en-US" altLang="ja-JP" sz="1400" baseline="300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Oval 1"/>
          <p:cNvSpPr/>
          <p:nvPr/>
        </p:nvSpPr>
        <p:spPr bwMode="auto">
          <a:xfrm>
            <a:off x="3665241" y="1554064"/>
            <a:ext cx="84134" cy="84134"/>
          </a:xfrm>
          <a:prstGeom prst="ellipse">
            <a:avLst/>
          </a:prstGeom>
          <a:solidFill>
            <a:schemeClr val="accent2">
              <a:lumMod val="75000"/>
            </a:schemeClr>
          </a:solidFill>
          <a:ln w="9525" cap="flat" cmpd="sng" algn="ctr">
            <a:solidFill>
              <a:schemeClr val="tx1">
                <a:lumMod val="65000"/>
                <a:lumOff val="35000"/>
              </a:schemeClr>
            </a:solidFill>
            <a:prstDash val="solid"/>
            <a:round/>
            <a:headEnd type="none" w="med" len="med"/>
            <a:tailEnd type="none"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72" name="Oval 71"/>
          <p:cNvSpPr/>
          <p:nvPr/>
        </p:nvSpPr>
        <p:spPr bwMode="auto">
          <a:xfrm>
            <a:off x="3255469" y="1637353"/>
            <a:ext cx="84134" cy="84134"/>
          </a:xfrm>
          <a:prstGeom prst="ellipse">
            <a:avLst/>
          </a:prstGeom>
          <a:solidFill>
            <a:schemeClr val="accent2">
              <a:lumMod val="60000"/>
              <a:lumOff val="40000"/>
            </a:schemeClr>
          </a:solidFill>
          <a:ln w="9525" cap="flat" cmpd="sng" algn="ctr">
            <a:solidFill>
              <a:schemeClr val="tx1">
                <a:lumMod val="65000"/>
                <a:lumOff val="35000"/>
              </a:schemeClr>
            </a:solidFill>
            <a:prstDash val="solid"/>
            <a:round/>
            <a:headEnd type="none" w="med" len="med"/>
            <a:tailEnd type="none"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73" name="Oval 72"/>
          <p:cNvSpPr/>
          <p:nvPr/>
        </p:nvSpPr>
        <p:spPr bwMode="auto">
          <a:xfrm>
            <a:off x="2889102" y="1711822"/>
            <a:ext cx="84134" cy="84134"/>
          </a:xfrm>
          <a:prstGeom prst="ellipse">
            <a:avLst/>
          </a:prstGeom>
          <a:solidFill>
            <a:schemeClr val="accent2">
              <a:lumMod val="20000"/>
              <a:lumOff val="80000"/>
            </a:schemeClr>
          </a:solidFill>
          <a:ln w="9525" cap="flat" cmpd="sng" algn="ctr">
            <a:solidFill>
              <a:schemeClr val="tx1">
                <a:lumMod val="65000"/>
                <a:lumOff val="35000"/>
              </a:schemeClr>
            </a:solidFill>
            <a:prstDash val="solid"/>
            <a:round/>
            <a:headEnd type="none" w="med" len="med"/>
            <a:tailEnd type="none"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74" name="Oval 73"/>
          <p:cNvSpPr/>
          <p:nvPr/>
        </p:nvSpPr>
        <p:spPr bwMode="auto">
          <a:xfrm>
            <a:off x="4740232" y="2364348"/>
            <a:ext cx="84134" cy="84134"/>
          </a:xfrm>
          <a:prstGeom prst="ellipse">
            <a:avLst/>
          </a:prstGeom>
          <a:solidFill>
            <a:schemeClr val="accent2">
              <a:lumMod val="75000"/>
            </a:schemeClr>
          </a:solidFill>
          <a:ln w="9525" cap="flat" cmpd="sng" algn="ctr">
            <a:solidFill>
              <a:schemeClr val="tx1">
                <a:lumMod val="65000"/>
                <a:lumOff val="35000"/>
              </a:schemeClr>
            </a:solidFill>
            <a:prstDash val="solid"/>
            <a:round/>
            <a:headEnd type="none" w="med" len="med"/>
            <a:tailEnd type="none"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75" name="Oval 74"/>
          <p:cNvSpPr/>
          <p:nvPr/>
        </p:nvSpPr>
        <p:spPr bwMode="auto">
          <a:xfrm>
            <a:off x="4354616" y="2509917"/>
            <a:ext cx="84134" cy="84134"/>
          </a:xfrm>
          <a:prstGeom prst="ellipse">
            <a:avLst/>
          </a:prstGeom>
          <a:solidFill>
            <a:schemeClr val="accent2">
              <a:lumMod val="60000"/>
              <a:lumOff val="40000"/>
            </a:schemeClr>
          </a:solidFill>
          <a:ln w="9525" cap="flat" cmpd="sng" algn="ctr">
            <a:solidFill>
              <a:schemeClr val="tx1">
                <a:lumMod val="65000"/>
                <a:lumOff val="35000"/>
              </a:schemeClr>
            </a:solidFill>
            <a:prstDash val="solid"/>
            <a:round/>
            <a:headEnd type="none" w="med" len="med"/>
            <a:tailEnd type="none"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76" name="Oval 75"/>
          <p:cNvSpPr/>
          <p:nvPr/>
        </p:nvSpPr>
        <p:spPr bwMode="auto">
          <a:xfrm>
            <a:off x="3962376" y="2735534"/>
            <a:ext cx="84134" cy="84134"/>
          </a:xfrm>
          <a:prstGeom prst="ellipse">
            <a:avLst/>
          </a:prstGeom>
          <a:solidFill>
            <a:schemeClr val="accent2">
              <a:lumMod val="20000"/>
              <a:lumOff val="80000"/>
            </a:schemeClr>
          </a:solidFill>
          <a:ln w="9525" cap="flat" cmpd="sng" algn="ctr">
            <a:solidFill>
              <a:schemeClr val="tx1">
                <a:lumMod val="65000"/>
                <a:lumOff val="35000"/>
              </a:schemeClr>
            </a:solidFill>
            <a:prstDash val="solid"/>
            <a:round/>
            <a:headEnd type="none" w="med" len="med"/>
            <a:tailEnd type="none"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114" name="テキスト ボックス 9"/>
          <p:cNvSpPr txBox="1"/>
          <p:nvPr/>
        </p:nvSpPr>
        <p:spPr>
          <a:xfrm>
            <a:off x="4268097" y="4016223"/>
            <a:ext cx="717230" cy="253916"/>
          </a:xfrm>
          <a:prstGeom prst="rect">
            <a:avLst/>
          </a:prstGeom>
          <a:noFill/>
        </p:spPr>
        <p:txBody>
          <a:bodyPr wrap="square" rtlCol="0">
            <a:spAutoFit/>
          </a:bodyPr>
          <a:lstStyle/>
          <a:p>
            <a:pPr defTabSz="914400"/>
            <a:r>
              <a:rPr kumimoji="1" lang="en-US" altLang="ja-JP" sz="105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0</a:t>
            </a:r>
            <a:endParaRPr kumimoji="1" lang="en-US" altLang="ja-JP" sz="1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9" name="Line 130"/>
          <p:cNvSpPr>
            <a:spLocks noChangeShapeType="1"/>
          </p:cNvSpPr>
          <p:nvPr/>
        </p:nvSpPr>
        <p:spPr bwMode="auto">
          <a:xfrm>
            <a:off x="3914826" y="2988650"/>
            <a:ext cx="0" cy="906948"/>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50" name="テキスト ボックス 9"/>
          <p:cNvSpPr txBox="1"/>
          <p:nvPr/>
        </p:nvSpPr>
        <p:spPr>
          <a:xfrm>
            <a:off x="3650593" y="3817144"/>
            <a:ext cx="717230" cy="256490"/>
          </a:xfrm>
          <a:prstGeom prst="rect">
            <a:avLst/>
          </a:prstGeom>
          <a:noFill/>
        </p:spPr>
        <p:txBody>
          <a:bodyPr wrap="square" rtlCol="0">
            <a:spAutoFit/>
          </a:bodyPr>
          <a:lstStyle/>
          <a:p>
            <a:pPr defTabSz="914400"/>
            <a:r>
              <a:rPr kumimoji="1" lang="en-US" altLang="ja-JP" sz="1200" b="1" dirty="0" smtClean="0">
                <a:solidFill>
                  <a:srgbClr val="C00000"/>
                </a:solidFill>
                <a:latin typeface="Meiryo UI" panose="020B0604030504040204" pitchFamily="50" charset="-128"/>
                <a:ea typeface="Meiryo UI" panose="020B0604030504040204" pitchFamily="50" charset="-128"/>
                <a:cs typeface="Meiryo UI" panose="020B0604030504040204" pitchFamily="50" charset="-128"/>
              </a:rPr>
              <a:t>t1</a:t>
            </a:r>
            <a:endParaRPr kumimoji="1" lang="en-US" altLang="ja-JP" sz="1100" b="1" dirty="0">
              <a:solidFill>
                <a:srgbClr val="C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1" name="テキスト ボックス 9"/>
          <p:cNvSpPr txBox="1"/>
          <p:nvPr/>
        </p:nvSpPr>
        <p:spPr>
          <a:xfrm>
            <a:off x="4687276" y="5886470"/>
            <a:ext cx="774581" cy="276999"/>
          </a:xfrm>
          <a:prstGeom prst="rect">
            <a:avLst/>
          </a:prstGeom>
          <a:noFill/>
        </p:spPr>
        <p:txBody>
          <a:bodyPr wrap="square" rtlCol="0">
            <a:spAutoFit/>
          </a:bodyPr>
          <a:lstStyle/>
          <a:p>
            <a:pPr defTabSz="914400"/>
            <a:r>
              <a:rPr kumimoji="1" lang="en-US" altLang="ja-JP" sz="1200" dirty="0" smtClean="0">
                <a:solidFill>
                  <a:srgbClr val="C00000"/>
                </a:solidFill>
                <a:latin typeface="Meiryo UI" panose="020B0604030504040204" pitchFamily="50" charset="-128"/>
                <a:ea typeface="Meiryo UI" panose="020B0604030504040204" pitchFamily="50" charset="-128"/>
                <a:cs typeface="Meiryo UI" panose="020B0604030504040204" pitchFamily="50" charset="-128"/>
              </a:rPr>
              <a:t>(@t1)</a:t>
            </a:r>
            <a:endParaRPr kumimoji="1" lang="en-US" altLang="ja-JP" sz="1100" dirty="0">
              <a:solidFill>
                <a:srgbClr val="C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Arc 9"/>
          <p:cNvSpPr>
            <a:spLocks/>
          </p:cNvSpPr>
          <p:nvPr/>
        </p:nvSpPr>
        <p:spPr bwMode="auto">
          <a:xfrm rot="5400000">
            <a:off x="3670998" y="5187269"/>
            <a:ext cx="457200" cy="731520"/>
          </a:xfrm>
          <a:prstGeom prst="arc">
            <a:avLst>
              <a:gd name="adj1" fmla="val 18352205"/>
              <a:gd name="adj2" fmla="val 3538068"/>
            </a:avLst>
          </a:prstGeom>
          <a:noFill/>
          <a:ln w="19050" cap="flat" cmpd="sng" algn="ctr">
            <a:solidFill>
              <a:schemeClr val="tx2">
                <a:lumMod val="60000"/>
                <a:lumOff val="40000"/>
              </a:schemeClr>
            </a:solidFill>
            <a:prstDash val="solid"/>
            <a:round/>
            <a:headEnd type="none" w="med" len="med"/>
            <a:tailEnd type="stealth" w="lg" len="lg"/>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152" name="Arc 151"/>
          <p:cNvSpPr>
            <a:spLocks/>
          </p:cNvSpPr>
          <p:nvPr/>
        </p:nvSpPr>
        <p:spPr bwMode="auto">
          <a:xfrm rot="5400000">
            <a:off x="2725522" y="4288949"/>
            <a:ext cx="1188720" cy="2194560"/>
          </a:xfrm>
          <a:prstGeom prst="arc">
            <a:avLst>
              <a:gd name="adj1" fmla="val 17795869"/>
              <a:gd name="adj2" fmla="val 3538068"/>
            </a:avLst>
          </a:prstGeom>
          <a:noFill/>
          <a:ln w="19050" cap="flat" cmpd="sng" algn="ctr">
            <a:solidFill>
              <a:schemeClr val="tx2">
                <a:lumMod val="60000"/>
                <a:lumOff val="40000"/>
              </a:schemeClr>
            </a:solidFill>
            <a:prstDash val="solid"/>
            <a:round/>
            <a:headEnd type="none" w="med" len="med"/>
            <a:tailEnd type="stealth" w="lg" len="lg"/>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153" name="テキスト ボックス 9"/>
          <p:cNvSpPr txBox="1"/>
          <p:nvPr/>
        </p:nvSpPr>
        <p:spPr>
          <a:xfrm>
            <a:off x="4438195" y="4878467"/>
            <a:ext cx="616566" cy="276999"/>
          </a:xfrm>
          <a:prstGeom prst="rect">
            <a:avLst/>
          </a:prstGeom>
          <a:noFill/>
        </p:spPr>
        <p:txBody>
          <a:bodyPr wrap="square" rtlCol="0">
            <a:spAutoFit/>
          </a:bodyPr>
          <a:lstStyle/>
          <a:p>
            <a:pPr defTabSz="914400"/>
            <a:r>
              <a:rPr kumimoji="1" lang="en-US" altLang="ja-JP" sz="1200" dirty="0" err="1"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Δη</a:t>
            </a:r>
            <a:r>
              <a:rPr kumimoji="1" lang="ja-JP" altLang="en-US" sz="1200" baseline="300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１</a:t>
            </a:r>
            <a:endParaRPr kumimoji="1" lang="en-US" altLang="ja-JP" sz="1200" baseline="30000" dirty="0">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4" name="テキスト ボックス 9"/>
          <p:cNvSpPr txBox="1"/>
          <p:nvPr/>
        </p:nvSpPr>
        <p:spPr>
          <a:xfrm>
            <a:off x="4767501" y="4866816"/>
            <a:ext cx="774581" cy="276999"/>
          </a:xfrm>
          <a:prstGeom prst="rect">
            <a:avLst/>
          </a:prstGeom>
          <a:noFill/>
        </p:spPr>
        <p:txBody>
          <a:bodyPr wrap="square" rtlCol="0">
            <a:spAutoFit/>
          </a:bodyPr>
          <a:lstStyle/>
          <a:p>
            <a:pPr defTabSz="914400"/>
            <a:r>
              <a:rPr kumimoji="1" lang="en-US" altLang="ja-JP" sz="1200"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x</a:t>
            </a:r>
            <a:r>
              <a:rPr kumimoji="1" lang="en-US" altLang="ja-JP" sz="12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0.7</a:t>
            </a:r>
            <a:endParaRPr kumimoji="1" lang="en-US" altLang="ja-JP" sz="1400" dirty="0">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5" name="テキスト ボックス 9"/>
          <p:cNvSpPr txBox="1"/>
          <p:nvPr/>
        </p:nvSpPr>
        <p:spPr>
          <a:xfrm>
            <a:off x="3700701" y="5886470"/>
            <a:ext cx="513820" cy="276999"/>
          </a:xfrm>
          <a:prstGeom prst="rect">
            <a:avLst/>
          </a:prstGeom>
          <a:noFill/>
        </p:spPr>
        <p:txBody>
          <a:bodyPr wrap="square" rtlCol="0">
            <a:spAutoFit/>
          </a:bodyPr>
          <a:lstStyle/>
          <a:p>
            <a:pPr defTabSz="914400"/>
            <a:r>
              <a:rPr kumimoji="1" lang="en-US" altLang="ja-JP" sz="1200" dirty="0" smtClean="0">
                <a:solidFill>
                  <a:srgbClr val="FF0000"/>
                </a:solidFill>
                <a:latin typeface="Meiryo UI" panose="020B0604030504040204" pitchFamily="50" charset="-128"/>
                <a:ea typeface="Meiryo UI" panose="020B0604030504040204" pitchFamily="50" charset="-128"/>
                <a:cs typeface="Meiryo UI" panose="020B0604030504040204" pitchFamily="50" charset="-128"/>
              </a:rPr>
              <a:t>Δη</a:t>
            </a:r>
            <a:r>
              <a:rPr kumimoji="1" lang="en-US" altLang="ja-JP" sz="1200" baseline="30000" dirty="0" smtClean="0">
                <a:solidFill>
                  <a:srgbClr val="FF0000"/>
                </a:solidFill>
                <a:latin typeface="Meiryo UI" panose="020B0604030504040204" pitchFamily="50" charset="-128"/>
                <a:ea typeface="Meiryo UI" panose="020B0604030504040204" pitchFamily="50" charset="-128"/>
                <a:cs typeface="Meiryo UI" panose="020B0604030504040204" pitchFamily="50" charset="-128"/>
              </a:rPr>
              <a:t>2</a:t>
            </a:r>
            <a:endParaRPr kumimoji="1" lang="en-US" altLang="ja-JP" sz="1200" baseline="300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6" name="テキスト ボックス 9"/>
          <p:cNvSpPr txBox="1"/>
          <p:nvPr/>
        </p:nvSpPr>
        <p:spPr>
          <a:xfrm>
            <a:off x="3766195" y="5482504"/>
            <a:ext cx="774581" cy="276999"/>
          </a:xfrm>
          <a:prstGeom prst="rect">
            <a:avLst/>
          </a:prstGeom>
          <a:noFill/>
        </p:spPr>
        <p:txBody>
          <a:bodyPr wrap="square" rtlCol="0">
            <a:spAutoFit/>
          </a:bodyPr>
          <a:lstStyle/>
          <a:p>
            <a:pPr defTabSz="914400"/>
            <a:r>
              <a:rPr kumimoji="1" lang="en-US" altLang="ja-JP" sz="1200" dirty="0" smtClean="0">
                <a:solidFill>
                  <a:srgbClr val="FF0000"/>
                </a:solidFill>
                <a:latin typeface="Meiryo UI" panose="020B0604030504040204" pitchFamily="50" charset="-128"/>
                <a:ea typeface="Meiryo UI" panose="020B0604030504040204" pitchFamily="50" charset="-128"/>
                <a:cs typeface="Meiryo UI" panose="020B0604030504040204" pitchFamily="50" charset="-128"/>
              </a:rPr>
              <a:t>x1</a:t>
            </a:r>
            <a:endParaRPr kumimoji="1" lang="en-US" altLang="ja-JP" sz="14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7" name="テキスト ボックス 9"/>
          <p:cNvSpPr txBox="1"/>
          <p:nvPr/>
        </p:nvSpPr>
        <p:spPr>
          <a:xfrm>
            <a:off x="2557701" y="5553869"/>
            <a:ext cx="774581" cy="276999"/>
          </a:xfrm>
          <a:prstGeom prst="rect">
            <a:avLst/>
          </a:prstGeom>
          <a:noFill/>
        </p:spPr>
        <p:txBody>
          <a:bodyPr wrap="square" rtlCol="0">
            <a:spAutoFit/>
          </a:bodyPr>
          <a:lstStyle/>
          <a:p>
            <a:pPr defTabSz="914400"/>
            <a:r>
              <a:rPr kumimoji="1" lang="en-US" altLang="ja-JP" sz="1200" dirty="0" smtClean="0">
                <a:solidFill>
                  <a:srgbClr val="FF0000"/>
                </a:solidFill>
                <a:latin typeface="Meiryo UI" panose="020B0604030504040204" pitchFamily="50" charset="-128"/>
                <a:ea typeface="Meiryo UI" panose="020B0604030504040204" pitchFamily="50" charset="-128"/>
                <a:cs typeface="Meiryo UI" panose="020B0604030504040204" pitchFamily="50" charset="-128"/>
              </a:rPr>
              <a:t>X0.9</a:t>
            </a:r>
            <a:endParaRPr kumimoji="1" lang="en-US" altLang="ja-JP" sz="14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8" name="テキスト ボックス 9"/>
          <p:cNvSpPr txBox="1"/>
          <p:nvPr/>
        </p:nvSpPr>
        <p:spPr>
          <a:xfrm>
            <a:off x="3449298" y="1373515"/>
            <a:ext cx="374989" cy="276999"/>
          </a:xfrm>
          <a:prstGeom prst="rect">
            <a:avLst/>
          </a:prstGeom>
          <a:noFill/>
        </p:spPr>
        <p:txBody>
          <a:bodyPr wrap="square" rtlCol="0">
            <a:spAutoFit/>
          </a:bodyPr>
          <a:lstStyle/>
          <a:p>
            <a:pPr defTabSz="914400"/>
            <a:r>
              <a:rPr kumimoji="1" lang="en-US" altLang="ja-JP" sz="1200" b="1" dirty="0" smtClean="0">
                <a:latin typeface="Meiryo UI" panose="020B0604030504040204" pitchFamily="50" charset="-128"/>
                <a:ea typeface="Meiryo UI" panose="020B0604030504040204" pitchFamily="50" charset="-128"/>
                <a:cs typeface="Meiryo UI" panose="020B0604030504040204" pitchFamily="50" charset="-128"/>
              </a:rPr>
              <a:t>A</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59" name="テキスト ボックス 9"/>
          <p:cNvSpPr txBox="1"/>
          <p:nvPr/>
        </p:nvSpPr>
        <p:spPr>
          <a:xfrm>
            <a:off x="3085616" y="1434784"/>
            <a:ext cx="418970" cy="276999"/>
          </a:xfrm>
          <a:prstGeom prst="rect">
            <a:avLst/>
          </a:prstGeom>
          <a:noFill/>
        </p:spPr>
        <p:txBody>
          <a:bodyPr wrap="square" rtlCol="0">
            <a:spAutoFit/>
          </a:bodyPr>
          <a:lstStyle/>
          <a:p>
            <a:pPr defTabSz="914400"/>
            <a:r>
              <a:rPr kumimoji="1" lang="en-US" altLang="ja-JP" sz="1200" b="1" dirty="0" smtClean="0">
                <a:latin typeface="Meiryo UI" panose="020B0604030504040204" pitchFamily="50" charset="-128"/>
                <a:ea typeface="Meiryo UI" panose="020B0604030504040204" pitchFamily="50" charset="-128"/>
                <a:cs typeface="Meiryo UI" panose="020B0604030504040204" pitchFamily="50" charset="-128"/>
              </a:rPr>
              <a:t>B</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60" name="テキスト ボックス 9"/>
          <p:cNvSpPr txBox="1"/>
          <p:nvPr/>
        </p:nvSpPr>
        <p:spPr>
          <a:xfrm>
            <a:off x="2764085" y="1476395"/>
            <a:ext cx="418970" cy="276999"/>
          </a:xfrm>
          <a:prstGeom prst="rect">
            <a:avLst/>
          </a:prstGeom>
          <a:noFill/>
        </p:spPr>
        <p:txBody>
          <a:bodyPr wrap="square" rtlCol="0">
            <a:spAutoFit/>
          </a:bodyPr>
          <a:lstStyle/>
          <a:p>
            <a:pPr defTabSz="914400"/>
            <a:r>
              <a:rPr kumimoji="1" lang="en-US" altLang="ja-JP" sz="1200" b="1" dirty="0" smtClean="0">
                <a:latin typeface="Meiryo UI" panose="020B0604030504040204" pitchFamily="50" charset="-128"/>
                <a:ea typeface="Meiryo UI" panose="020B0604030504040204" pitchFamily="50" charset="-128"/>
                <a:cs typeface="Meiryo UI" panose="020B0604030504040204" pitchFamily="50" charset="-128"/>
              </a:rPr>
              <a:t>C</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61" name="テキスト ボックス 9"/>
          <p:cNvSpPr txBox="1"/>
          <p:nvPr/>
        </p:nvSpPr>
        <p:spPr>
          <a:xfrm>
            <a:off x="4765615" y="2194832"/>
            <a:ext cx="374989" cy="276999"/>
          </a:xfrm>
          <a:prstGeom prst="rect">
            <a:avLst/>
          </a:prstGeom>
          <a:noFill/>
        </p:spPr>
        <p:txBody>
          <a:bodyPr wrap="square" rtlCol="0">
            <a:spAutoFit/>
          </a:bodyPr>
          <a:lstStyle/>
          <a:p>
            <a:pPr defTabSz="914400"/>
            <a:r>
              <a:rPr kumimoji="1" lang="en-US" altLang="ja-JP" sz="1200" b="1" dirty="0" smtClean="0">
                <a:latin typeface="Meiryo UI" panose="020B0604030504040204" pitchFamily="50" charset="-128"/>
                <a:ea typeface="Meiryo UI" panose="020B0604030504040204" pitchFamily="50" charset="-128"/>
                <a:cs typeface="Meiryo UI" panose="020B0604030504040204" pitchFamily="50" charset="-128"/>
              </a:rPr>
              <a:t>A’</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62" name="テキスト ボックス 9"/>
          <p:cNvSpPr txBox="1"/>
          <p:nvPr/>
        </p:nvSpPr>
        <p:spPr>
          <a:xfrm>
            <a:off x="4341705" y="2572947"/>
            <a:ext cx="418970" cy="276999"/>
          </a:xfrm>
          <a:prstGeom prst="rect">
            <a:avLst/>
          </a:prstGeom>
          <a:noFill/>
        </p:spPr>
        <p:txBody>
          <a:bodyPr wrap="square" rtlCol="0">
            <a:spAutoFit/>
          </a:bodyPr>
          <a:lstStyle/>
          <a:p>
            <a:pPr defTabSz="914400"/>
            <a:r>
              <a:rPr kumimoji="1" lang="en-US" altLang="ja-JP" sz="1200" b="1" dirty="0" smtClean="0">
                <a:latin typeface="Meiryo UI" panose="020B0604030504040204" pitchFamily="50" charset="-128"/>
                <a:ea typeface="Meiryo UI" panose="020B0604030504040204" pitchFamily="50" charset="-128"/>
                <a:cs typeface="Meiryo UI" panose="020B0604030504040204" pitchFamily="50" charset="-128"/>
              </a:rPr>
              <a:t>B’</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63" name="テキスト ボックス 9"/>
          <p:cNvSpPr txBox="1"/>
          <p:nvPr/>
        </p:nvSpPr>
        <p:spPr>
          <a:xfrm>
            <a:off x="3967926" y="2764272"/>
            <a:ext cx="418970" cy="276999"/>
          </a:xfrm>
          <a:prstGeom prst="rect">
            <a:avLst/>
          </a:prstGeom>
          <a:noFill/>
        </p:spPr>
        <p:txBody>
          <a:bodyPr wrap="square" rtlCol="0">
            <a:spAutoFit/>
          </a:bodyPr>
          <a:lstStyle/>
          <a:p>
            <a:pPr defTabSz="914400"/>
            <a:r>
              <a:rPr kumimoji="1" lang="en-US" altLang="ja-JP" sz="1200" b="1" dirty="0" smtClean="0">
                <a:latin typeface="Meiryo UI" panose="020B0604030504040204" pitchFamily="50" charset="-128"/>
                <a:ea typeface="Meiryo UI" panose="020B0604030504040204" pitchFamily="50" charset="-128"/>
                <a:cs typeface="Meiryo UI" panose="020B0604030504040204" pitchFamily="50" charset="-128"/>
              </a:rPr>
              <a:t>C’</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64" name="テキスト ボックス 9"/>
          <p:cNvSpPr txBox="1"/>
          <p:nvPr/>
        </p:nvSpPr>
        <p:spPr>
          <a:xfrm>
            <a:off x="4462719" y="1521260"/>
            <a:ext cx="176942" cy="252377"/>
          </a:xfrm>
          <a:prstGeom prst="rect">
            <a:avLst/>
          </a:prstGeom>
          <a:solidFill>
            <a:srgbClr val="0000FF"/>
          </a:solidFill>
          <a:effectLst>
            <a:outerShdw blurRad="50800" dist="38100" dir="2700000" algn="tl" rotWithShape="0">
              <a:prstClr val="black">
                <a:alpha val="40000"/>
              </a:prstClr>
            </a:outerShdw>
          </a:effectLst>
        </p:spPr>
        <p:txBody>
          <a:bodyPr wrap="square" lIns="18288" tIns="18288" rIns="18288" bIns="18288" rtlCol="0">
            <a:spAutoFit/>
          </a:bodyPr>
          <a:lstStyle/>
          <a:p>
            <a:pPr algn="ctr" defTabSz="914400"/>
            <a:r>
              <a:rPr kumimoji="1" lang="en-US" altLang="ja-JP" sz="14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1</a:t>
            </a:r>
            <a:endPar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5" name="テキスト ボックス 9"/>
          <p:cNvSpPr txBox="1"/>
          <p:nvPr/>
        </p:nvSpPr>
        <p:spPr>
          <a:xfrm>
            <a:off x="3571145" y="3253617"/>
            <a:ext cx="176942" cy="252377"/>
          </a:xfrm>
          <a:prstGeom prst="rect">
            <a:avLst/>
          </a:prstGeom>
          <a:solidFill>
            <a:schemeClr val="tx2">
              <a:lumMod val="60000"/>
              <a:lumOff val="40000"/>
            </a:schemeClr>
          </a:solidFill>
          <a:effectLst>
            <a:outerShdw blurRad="50800" dist="38100" dir="2700000" algn="tl" rotWithShape="0">
              <a:prstClr val="black">
                <a:alpha val="40000"/>
              </a:prstClr>
            </a:outerShdw>
          </a:effectLst>
        </p:spPr>
        <p:txBody>
          <a:bodyPr wrap="square" lIns="18288" tIns="18288" rIns="18288" bIns="18288" rtlCol="0">
            <a:spAutoFit/>
          </a:bodyPr>
          <a:lstStyle/>
          <a:p>
            <a:pPr algn="ctr" defTabSz="914400"/>
            <a:r>
              <a:rPr kumimoji="1" lang="en-US" altLang="ja-JP" sz="14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2</a:t>
            </a:r>
            <a:endPar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6" name="テキスト ボックス 9"/>
          <p:cNvSpPr txBox="1"/>
          <p:nvPr/>
        </p:nvSpPr>
        <p:spPr>
          <a:xfrm>
            <a:off x="5224701" y="4868069"/>
            <a:ext cx="176942" cy="252377"/>
          </a:xfrm>
          <a:prstGeom prst="rect">
            <a:avLst/>
          </a:prstGeom>
          <a:solidFill>
            <a:srgbClr val="0000FF"/>
          </a:solidFill>
          <a:effectLst>
            <a:outerShdw blurRad="50800" dist="38100" dir="2700000" algn="tl" rotWithShape="0">
              <a:prstClr val="black">
                <a:alpha val="40000"/>
              </a:prstClr>
            </a:outerShdw>
          </a:effectLst>
        </p:spPr>
        <p:txBody>
          <a:bodyPr wrap="square" lIns="18288" tIns="18288" rIns="18288" bIns="18288" rtlCol="0">
            <a:spAutoFit/>
          </a:bodyPr>
          <a:lstStyle/>
          <a:p>
            <a:pPr algn="ctr" defTabSz="914400"/>
            <a:r>
              <a:rPr kumimoji="1" lang="en-US" altLang="ja-JP" sz="14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1</a:t>
            </a:r>
            <a:endPar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7" name="テキスト ボックス 9"/>
          <p:cNvSpPr txBox="1"/>
          <p:nvPr/>
        </p:nvSpPr>
        <p:spPr>
          <a:xfrm>
            <a:off x="4113779" y="5890700"/>
            <a:ext cx="176942" cy="252377"/>
          </a:xfrm>
          <a:prstGeom prst="rect">
            <a:avLst/>
          </a:prstGeom>
          <a:solidFill>
            <a:schemeClr val="tx2">
              <a:lumMod val="60000"/>
              <a:lumOff val="40000"/>
            </a:schemeClr>
          </a:solidFill>
          <a:effectLst>
            <a:outerShdw blurRad="50800" dist="38100" dir="2700000" algn="tl" rotWithShape="0">
              <a:prstClr val="black">
                <a:alpha val="40000"/>
              </a:prstClr>
            </a:outerShdw>
          </a:effectLst>
        </p:spPr>
        <p:txBody>
          <a:bodyPr wrap="square" lIns="18288" tIns="18288" rIns="18288" bIns="18288" rtlCol="0">
            <a:spAutoFit/>
          </a:bodyPr>
          <a:lstStyle/>
          <a:p>
            <a:pPr algn="ctr" defTabSz="914400"/>
            <a:r>
              <a:rPr kumimoji="1" lang="en-US" altLang="ja-JP" sz="14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2</a:t>
            </a:r>
            <a:endPar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8" name="Line 174"/>
          <p:cNvSpPr>
            <a:spLocks noChangeShapeType="1"/>
          </p:cNvSpPr>
          <p:nvPr/>
        </p:nvSpPr>
        <p:spPr bwMode="auto">
          <a:xfrm flipV="1">
            <a:off x="7314826" y="2526134"/>
            <a:ext cx="0" cy="1099143"/>
          </a:xfrm>
          <a:prstGeom prst="line">
            <a:avLst/>
          </a:prstGeom>
          <a:noFill/>
          <a:ln w="19050">
            <a:solidFill>
              <a:schemeClr val="bg1">
                <a:lumMod val="50000"/>
              </a:schemeClr>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170" name="Line 195"/>
          <p:cNvSpPr>
            <a:spLocks noChangeShapeType="1"/>
          </p:cNvSpPr>
          <p:nvPr/>
        </p:nvSpPr>
        <p:spPr bwMode="auto">
          <a:xfrm rot="16200000" flipH="1">
            <a:off x="7838503" y="2358830"/>
            <a:ext cx="0" cy="1045468"/>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97" name="Line 187"/>
          <p:cNvSpPr>
            <a:spLocks noChangeShapeType="1"/>
          </p:cNvSpPr>
          <p:nvPr/>
        </p:nvSpPr>
        <p:spPr bwMode="auto">
          <a:xfrm flipV="1">
            <a:off x="9484627" y="2528468"/>
            <a:ext cx="0" cy="1099142"/>
          </a:xfrm>
          <a:prstGeom prst="line">
            <a:avLst/>
          </a:prstGeom>
          <a:noFill/>
          <a:ln w="19050">
            <a:solidFill>
              <a:schemeClr val="bg1">
                <a:lumMod val="50000"/>
              </a:schemeClr>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98" name="Line 188"/>
          <p:cNvSpPr>
            <a:spLocks noChangeShapeType="1"/>
          </p:cNvSpPr>
          <p:nvPr/>
        </p:nvSpPr>
        <p:spPr bwMode="auto">
          <a:xfrm rot="5400000" flipV="1">
            <a:off x="10079703" y="2845843"/>
            <a:ext cx="0" cy="1400181"/>
          </a:xfrm>
          <a:prstGeom prst="line">
            <a:avLst/>
          </a:prstGeom>
          <a:noFill/>
          <a:ln w="19050">
            <a:solidFill>
              <a:schemeClr val="bg1">
                <a:lumMod val="50000"/>
              </a:schemeClr>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171" name="Text Box 183"/>
          <p:cNvSpPr txBox="1">
            <a:spLocks noChangeArrowheads="1"/>
          </p:cNvSpPr>
          <p:nvPr/>
        </p:nvSpPr>
        <p:spPr bwMode="auto">
          <a:xfrm>
            <a:off x="10387743" y="3555467"/>
            <a:ext cx="567594" cy="17569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0800" bIns="10800">
            <a:spAutoFit/>
          </a:bodyPr>
          <a:lstStyle/>
          <a:p>
            <a:pPr defTabSz="914400" fontAlgn="base">
              <a:spcBef>
                <a:spcPct val="0"/>
              </a:spcBef>
              <a:spcAft>
                <a:spcPct val="0"/>
              </a:spcAft>
              <a:defRPr/>
            </a:pPr>
            <a:r>
              <a:rPr kumimoji="1" lang="en-US" altLang="ja-JP" sz="1000" kern="0" dirty="0" err="1" smtClean="0">
                <a:solidFill>
                  <a:srgbClr val="000000"/>
                </a:solidFill>
                <a:latin typeface="Meiryo UI" panose="020B0604030504040204" pitchFamily="50" charset="-128"/>
                <a:ea typeface="Meiryo UI" panose="020B0604030504040204" pitchFamily="50" charset="-128"/>
              </a:rPr>
              <a:t>Ipix</a:t>
            </a:r>
            <a:endParaRPr kumimoji="1" lang="ja-JP" altLang="en-US" sz="1000" kern="0" dirty="0">
              <a:solidFill>
                <a:srgbClr val="000000"/>
              </a:solidFill>
              <a:latin typeface="Meiryo UI" panose="020B0604030504040204" pitchFamily="50" charset="-128"/>
              <a:ea typeface="Meiryo UI" panose="020B0604030504040204" pitchFamily="50" charset="-128"/>
            </a:endParaRPr>
          </a:p>
        </p:txBody>
      </p:sp>
      <p:sp>
        <p:nvSpPr>
          <p:cNvPr id="172" name="Text Box 180"/>
          <p:cNvSpPr txBox="1">
            <a:spLocks noChangeArrowheads="1"/>
          </p:cNvSpPr>
          <p:nvPr/>
        </p:nvSpPr>
        <p:spPr bwMode="auto">
          <a:xfrm rot="16200000">
            <a:off x="8767430" y="2876319"/>
            <a:ext cx="1144368" cy="17569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0800" bIns="10800">
            <a:spAutoFit/>
          </a:bodyPr>
          <a:lstStyle/>
          <a:p>
            <a:pPr defTabSz="914400" fontAlgn="base">
              <a:spcBef>
                <a:spcPct val="0"/>
              </a:spcBef>
              <a:spcAft>
                <a:spcPct val="0"/>
              </a:spcAft>
              <a:defRPr/>
            </a:pPr>
            <a:r>
              <a:rPr kumimoji="1" lang="en-US" altLang="ja-JP" sz="1000" kern="0" dirty="0" err="1" smtClean="0">
                <a:solidFill>
                  <a:srgbClr val="000000"/>
                </a:solidFill>
                <a:latin typeface="Meiryo UI" panose="020B0604030504040204" pitchFamily="50" charset="-128"/>
                <a:ea typeface="Meiryo UI" panose="020B0604030504040204" pitchFamily="50" charset="-128"/>
              </a:rPr>
              <a:t>Lum</a:t>
            </a:r>
            <a:r>
              <a:rPr kumimoji="1" lang="en-US" altLang="ja-JP" sz="1000" kern="0" dirty="0" smtClean="0">
                <a:solidFill>
                  <a:srgbClr val="000000"/>
                </a:solidFill>
                <a:latin typeface="Meiryo UI" panose="020B0604030504040204" pitchFamily="50" charset="-128"/>
                <a:ea typeface="Meiryo UI" panose="020B0604030504040204" pitchFamily="50" charset="-128"/>
              </a:rPr>
              <a:t>/</a:t>
            </a:r>
            <a:r>
              <a:rPr kumimoji="1" lang="en-US" altLang="ja-JP" sz="1000" kern="0" dirty="0" err="1" smtClean="0">
                <a:solidFill>
                  <a:srgbClr val="000000"/>
                </a:solidFill>
                <a:latin typeface="Meiryo UI" panose="020B0604030504040204" pitchFamily="50" charset="-128"/>
                <a:ea typeface="Meiryo UI" panose="020B0604030504040204" pitchFamily="50" charset="-128"/>
              </a:rPr>
              <a:t>Lum@Iref</a:t>
            </a:r>
            <a:endParaRPr kumimoji="1" lang="ja-JP" altLang="en-US" sz="1000" kern="0" dirty="0">
              <a:solidFill>
                <a:srgbClr val="000000"/>
              </a:solidFill>
              <a:latin typeface="Meiryo UI" panose="020B0604030504040204" pitchFamily="50" charset="-128"/>
              <a:ea typeface="Meiryo UI" panose="020B0604030504040204" pitchFamily="50" charset="-128"/>
            </a:endParaRPr>
          </a:p>
        </p:txBody>
      </p:sp>
      <p:sp>
        <p:nvSpPr>
          <p:cNvPr id="173" name="Text Box 181"/>
          <p:cNvSpPr txBox="1">
            <a:spLocks noChangeArrowheads="1"/>
          </p:cNvSpPr>
          <p:nvPr/>
        </p:nvSpPr>
        <p:spPr bwMode="auto">
          <a:xfrm>
            <a:off x="9425955" y="2708194"/>
            <a:ext cx="462060" cy="17569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0800" bIns="10800">
            <a:spAutoFit/>
          </a:bodyPr>
          <a:lstStyle/>
          <a:p>
            <a:pPr defTabSz="914400" fontAlgn="base">
              <a:spcBef>
                <a:spcPct val="0"/>
              </a:spcBef>
              <a:spcAft>
                <a:spcPct val="0"/>
              </a:spcAft>
              <a:defRPr/>
            </a:pPr>
            <a:r>
              <a:rPr kumimoji="1" lang="en-US" altLang="ja-JP" sz="1000" kern="0" dirty="0">
                <a:solidFill>
                  <a:srgbClr val="000000"/>
                </a:solidFill>
                <a:latin typeface="Meiryo UI" panose="020B0604030504040204" pitchFamily="50" charset="-128"/>
                <a:ea typeface="Meiryo UI" panose="020B0604030504040204" pitchFamily="50" charset="-128"/>
              </a:rPr>
              <a:t>1</a:t>
            </a:r>
          </a:p>
        </p:txBody>
      </p:sp>
      <p:sp>
        <p:nvSpPr>
          <p:cNvPr id="168" name="テキスト ボックス 9"/>
          <p:cNvSpPr txBox="1"/>
          <p:nvPr/>
        </p:nvSpPr>
        <p:spPr>
          <a:xfrm>
            <a:off x="6112615" y="4189394"/>
            <a:ext cx="1002994" cy="276999"/>
          </a:xfrm>
          <a:prstGeom prst="rect">
            <a:avLst/>
          </a:prstGeom>
          <a:noFill/>
        </p:spPr>
        <p:txBody>
          <a:bodyPr wrap="square" lIns="0" rIns="0" rtlCol="0">
            <a:spAutoFit/>
          </a:bodyPr>
          <a:lstStyle/>
          <a:p>
            <a:pPr algn="ctr" defTabSz="914400"/>
            <a:r>
              <a:rPr kumimoji="1" lang="en-US" altLang="ja-JP" sz="1200" dirty="0" smtClean="0">
                <a:latin typeface="Meiryo UI" panose="020B0604030504040204" pitchFamily="50" charset="-128"/>
                <a:ea typeface="Meiryo UI" panose="020B0604030504040204" pitchFamily="50" charset="-128"/>
                <a:cs typeface="Meiryo UI" panose="020B0604030504040204" pitchFamily="50" charset="-128"/>
              </a:rPr>
              <a:t>( Initial )</a:t>
            </a:r>
            <a:endParaRPr kumimoji="1" lang="en-US" altLang="ja-JP" sz="1100"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9" name="Group 8"/>
          <p:cNvGrpSpPr/>
          <p:nvPr/>
        </p:nvGrpSpPr>
        <p:grpSpPr>
          <a:xfrm>
            <a:off x="5765781" y="4229133"/>
            <a:ext cx="1840610" cy="1617249"/>
            <a:chOff x="5765781" y="4229133"/>
            <a:chExt cx="1690792" cy="1617249"/>
          </a:xfrm>
        </p:grpSpPr>
        <p:sp>
          <p:nvSpPr>
            <p:cNvPr id="86" name="Line 196"/>
            <p:cNvSpPr>
              <a:spLocks noChangeShapeType="1"/>
            </p:cNvSpPr>
            <p:nvPr/>
          </p:nvSpPr>
          <p:spPr bwMode="auto">
            <a:xfrm flipV="1">
              <a:off x="5994112" y="4416865"/>
              <a:ext cx="0" cy="1429517"/>
            </a:xfrm>
            <a:prstGeom prst="line">
              <a:avLst/>
            </a:prstGeom>
            <a:noFill/>
            <a:ln w="19050">
              <a:solidFill>
                <a:schemeClr val="bg1">
                  <a:lumMod val="50000"/>
                </a:schemeClr>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87" name="Line 197"/>
            <p:cNvSpPr>
              <a:spLocks noChangeShapeType="1"/>
            </p:cNvSpPr>
            <p:nvPr/>
          </p:nvSpPr>
          <p:spPr bwMode="auto">
            <a:xfrm rot="5400000" flipV="1">
              <a:off x="6591591" y="5037662"/>
              <a:ext cx="0" cy="1404983"/>
            </a:xfrm>
            <a:prstGeom prst="line">
              <a:avLst/>
            </a:prstGeom>
            <a:noFill/>
            <a:ln w="19050">
              <a:solidFill>
                <a:schemeClr val="bg1">
                  <a:lumMod val="50000"/>
                </a:schemeClr>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175" name="Arc 177"/>
            <p:cNvSpPr>
              <a:spLocks/>
            </p:cNvSpPr>
            <p:nvPr/>
          </p:nvSpPr>
          <p:spPr bwMode="auto">
            <a:xfrm rot="16200000" flipH="1" flipV="1">
              <a:off x="5786899" y="4606363"/>
              <a:ext cx="1347569" cy="906337"/>
            </a:xfrm>
            <a:custGeom>
              <a:avLst/>
              <a:gdLst>
                <a:gd name="G0" fmla="+- 0 0 0"/>
                <a:gd name="G1" fmla="+- 21290 0 0"/>
                <a:gd name="G2" fmla="+- 21600 0 0"/>
                <a:gd name="T0" fmla="*/ 3648 w 21600"/>
                <a:gd name="T1" fmla="*/ 0 h 21290"/>
                <a:gd name="T2" fmla="*/ 21600 w 21600"/>
                <a:gd name="T3" fmla="*/ 21290 h 21290"/>
                <a:gd name="T4" fmla="*/ 0 w 21600"/>
                <a:gd name="T5" fmla="*/ 21290 h 21290"/>
              </a:gdLst>
              <a:ahLst/>
              <a:cxnLst>
                <a:cxn ang="0">
                  <a:pos x="T0" y="T1"/>
                </a:cxn>
                <a:cxn ang="0">
                  <a:pos x="T2" y="T3"/>
                </a:cxn>
                <a:cxn ang="0">
                  <a:pos x="T4" y="T5"/>
                </a:cxn>
              </a:cxnLst>
              <a:rect l="0" t="0" r="r" b="b"/>
              <a:pathLst>
                <a:path w="21600" h="21290" fill="none" extrusionOk="0">
                  <a:moveTo>
                    <a:pt x="3647" y="0"/>
                  </a:moveTo>
                  <a:cubicBezTo>
                    <a:pt x="14018" y="1777"/>
                    <a:pt x="21600" y="10768"/>
                    <a:pt x="21600" y="21290"/>
                  </a:cubicBezTo>
                </a:path>
                <a:path w="21600" h="21290" stroke="0" extrusionOk="0">
                  <a:moveTo>
                    <a:pt x="3647" y="0"/>
                  </a:moveTo>
                  <a:cubicBezTo>
                    <a:pt x="14018" y="1777"/>
                    <a:pt x="21600" y="10768"/>
                    <a:pt x="21600" y="21290"/>
                  </a:cubicBezTo>
                  <a:lnTo>
                    <a:pt x="0" y="21290"/>
                  </a:lnTo>
                  <a:close/>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176" name="Text Box 183"/>
            <p:cNvSpPr txBox="1">
              <a:spLocks noChangeArrowheads="1"/>
            </p:cNvSpPr>
            <p:nvPr/>
          </p:nvSpPr>
          <p:spPr bwMode="auto">
            <a:xfrm>
              <a:off x="6888979" y="5511644"/>
              <a:ext cx="567594" cy="183394"/>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0800" bIns="10800">
              <a:spAutoFit/>
            </a:bodyPr>
            <a:lstStyle/>
            <a:p>
              <a:pPr defTabSz="914400" fontAlgn="base">
                <a:spcBef>
                  <a:spcPct val="0"/>
                </a:spcBef>
                <a:spcAft>
                  <a:spcPct val="0"/>
                </a:spcAft>
                <a:defRPr/>
              </a:pPr>
              <a:r>
                <a:rPr kumimoji="1" lang="en-US" altLang="ja-JP" sz="1050" kern="0" dirty="0" err="1" smtClean="0">
                  <a:solidFill>
                    <a:srgbClr val="000000"/>
                  </a:solidFill>
                  <a:latin typeface="Meiryo UI" panose="020B0604030504040204" pitchFamily="50" charset="-128"/>
                  <a:ea typeface="Meiryo UI" panose="020B0604030504040204" pitchFamily="50" charset="-128"/>
                </a:rPr>
                <a:t>Ipix</a:t>
              </a:r>
              <a:endParaRPr kumimoji="1" lang="ja-JP" altLang="en-US" sz="1050" kern="0" dirty="0">
                <a:solidFill>
                  <a:srgbClr val="000000"/>
                </a:solidFill>
                <a:latin typeface="Meiryo UI" panose="020B0604030504040204" pitchFamily="50" charset="-128"/>
                <a:ea typeface="Meiryo UI" panose="020B0604030504040204" pitchFamily="50" charset="-128"/>
              </a:endParaRPr>
            </a:p>
          </p:txBody>
        </p:sp>
        <p:sp>
          <p:nvSpPr>
            <p:cNvPr id="177" name="Text Box 180"/>
            <p:cNvSpPr txBox="1">
              <a:spLocks noChangeArrowheads="1"/>
            </p:cNvSpPr>
            <p:nvPr/>
          </p:nvSpPr>
          <p:spPr bwMode="auto">
            <a:xfrm rot="16200000">
              <a:off x="5545898" y="4449016"/>
              <a:ext cx="623160" cy="183394"/>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0800" bIns="10800">
              <a:spAutoFit/>
            </a:bodyPr>
            <a:lstStyle/>
            <a:p>
              <a:pPr defTabSz="914400" fontAlgn="base">
                <a:spcBef>
                  <a:spcPct val="0"/>
                </a:spcBef>
                <a:spcAft>
                  <a:spcPct val="0"/>
                </a:spcAft>
                <a:defRPr/>
              </a:pPr>
              <a:r>
                <a:rPr kumimoji="1" lang="en-US" altLang="ja-JP" sz="1050" kern="0" dirty="0" err="1" smtClean="0">
                  <a:solidFill>
                    <a:srgbClr val="000000"/>
                  </a:solidFill>
                  <a:latin typeface="Meiryo UI" panose="020B0604030504040204" pitchFamily="50" charset="-128"/>
                  <a:ea typeface="Meiryo UI" panose="020B0604030504040204" pitchFamily="50" charset="-128"/>
                </a:rPr>
                <a:t>Lum</a:t>
              </a:r>
              <a:endParaRPr kumimoji="1" lang="ja-JP" altLang="en-US" sz="1050" kern="0" dirty="0">
                <a:solidFill>
                  <a:srgbClr val="000000"/>
                </a:solidFill>
                <a:latin typeface="Meiryo UI" panose="020B0604030504040204" pitchFamily="50" charset="-128"/>
                <a:ea typeface="Meiryo UI" panose="020B0604030504040204" pitchFamily="50" charset="-128"/>
              </a:endParaRPr>
            </a:p>
          </p:txBody>
        </p:sp>
      </p:grpSp>
      <p:sp>
        <p:nvSpPr>
          <p:cNvPr id="127" name="Text Box 214"/>
          <p:cNvSpPr txBox="1">
            <a:spLocks noChangeArrowheads="1"/>
          </p:cNvSpPr>
          <p:nvPr/>
        </p:nvSpPr>
        <p:spPr bwMode="auto">
          <a:xfrm>
            <a:off x="9664448" y="5115242"/>
            <a:ext cx="1654974" cy="26853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0800" bIns="10800">
            <a:spAutoFit/>
          </a:bodyPr>
          <a:lstStyle/>
          <a:p>
            <a:pPr defTabSz="914400" fontAlgn="base">
              <a:spcBef>
                <a:spcPct val="0"/>
              </a:spcBef>
              <a:spcAft>
                <a:spcPct val="0"/>
              </a:spcAft>
            </a:pPr>
            <a:r>
              <a:rPr kumimoji="1" lang="en-US" altLang="ja-JP" sz="1200" dirty="0" smtClean="0">
                <a:solidFill>
                  <a:srgbClr val="FF0000"/>
                </a:solidFill>
                <a:latin typeface="Meiryo UI" panose="020B0604030504040204" pitchFamily="50" charset="-128"/>
                <a:ea typeface="Meiryo UI" panose="020B0604030504040204" pitchFamily="50" charset="-128"/>
              </a:rPr>
              <a:t>Degraded (calc.)</a:t>
            </a:r>
            <a:endParaRPr kumimoji="1" lang="ja-JP" altLang="en-US" sz="1200" dirty="0">
              <a:solidFill>
                <a:srgbClr val="FF0000"/>
              </a:solidFill>
              <a:latin typeface="Meiryo UI" panose="020B0604030504040204" pitchFamily="50" charset="-128"/>
              <a:ea typeface="Meiryo UI" panose="020B0604030504040204" pitchFamily="50" charset="-128"/>
            </a:endParaRPr>
          </a:p>
        </p:txBody>
      </p:sp>
      <mc:AlternateContent xmlns:mc="http://schemas.openxmlformats.org/markup-compatibility/2006" xmlns:a14="http://schemas.microsoft.com/office/drawing/2010/main">
        <mc:Choice Requires="a14">
          <p:sp>
            <p:nvSpPr>
              <p:cNvPr id="130" name="TextBox 129"/>
              <p:cNvSpPr txBox="1"/>
              <p:nvPr/>
            </p:nvSpPr>
            <p:spPr>
              <a:xfrm>
                <a:off x="9123334" y="5967310"/>
                <a:ext cx="2679581" cy="210507"/>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ja-JP" sz="1400" b="0" i="1" smtClean="0">
                          <a:latin typeface="Cambria Math" panose="02040503050406030204" pitchFamily="18" charset="0"/>
                          <a:ea typeface="Cambria Math" panose="02040503050406030204" pitchFamily="18" charset="0"/>
                        </a:rPr>
                        <m:t>𝐿𝑢𝑚</m:t>
                      </m:r>
                      <m:r>
                        <a:rPr lang="en-US" altLang="ja-JP" sz="1400" b="0" i="1" baseline="-25000" smtClean="0">
                          <a:latin typeface="Cambria Math" panose="02040503050406030204" pitchFamily="18" charset="0"/>
                          <a:ea typeface="Cambria Math" panose="02040503050406030204" pitchFamily="18" charset="0"/>
                        </a:rPr>
                        <m:t>𝑐𝑜𝑚𝑝𝑒𝑛𝑠𝑎𝑡𝑒𝑑</m:t>
                      </m:r>
                      <m:r>
                        <a:rPr lang="en-US" altLang="ja-JP" sz="1400" i="1" smtClean="0">
                          <a:latin typeface="Cambria Math" panose="02040503050406030204" pitchFamily="18" charset="0"/>
                          <a:ea typeface="Cambria Math" panose="02040503050406030204" pitchFamily="18" charset="0"/>
                        </a:rPr>
                        <m:t>=</m:t>
                      </m:r>
                      <m:r>
                        <a:rPr lang="en-US" altLang="ja-JP" sz="1400" b="0" i="1" smtClean="0">
                          <a:latin typeface="Cambria Math" panose="02040503050406030204" pitchFamily="18" charset="0"/>
                          <a:ea typeface="Cambria Math" panose="02040503050406030204" pitchFamily="18" charset="0"/>
                        </a:rPr>
                        <m:t>𝐿𝑢𝑚</m:t>
                      </m:r>
                      <m:r>
                        <a:rPr lang="en-US" altLang="ja-JP" sz="1400" b="0" i="1" baseline="-25000" smtClean="0">
                          <a:latin typeface="Cambria Math" panose="02040503050406030204" pitchFamily="18" charset="0"/>
                          <a:ea typeface="Cambria Math" panose="02040503050406030204" pitchFamily="18" charset="0"/>
                        </a:rPr>
                        <m:t>𝑟𝑒𝑞𝑢𝑖𝑟𝑒𝑑</m:t>
                      </m:r>
                      <m:r>
                        <a:rPr lang="en-US" sz="1400" dirty="0">
                          <a:latin typeface="Cambria Math" panose="02040503050406030204" pitchFamily="18" charset="0"/>
                        </a:rPr>
                        <m:t>∙</m:t>
                      </m:r>
                      <m:r>
                        <m:rPr>
                          <m:sty m:val="p"/>
                        </m:rPr>
                        <a:rPr lang="en-US" sz="1400" b="0" i="0" dirty="0" smtClean="0">
                          <a:solidFill>
                            <a:schemeClr val="tx2">
                              <a:lumMod val="60000"/>
                              <a:lumOff val="40000"/>
                            </a:schemeClr>
                          </a:solidFill>
                          <a:latin typeface="Cambria Math" panose="02040503050406030204" pitchFamily="18" charset="0"/>
                        </a:rPr>
                        <m:t>gain</m:t>
                      </m:r>
                    </m:oMath>
                  </m:oMathPara>
                </a14:m>
                <a:endParaRPr lang="en-US" sz="1400" baseline="-25000" dirty="0">
                  <a:solidFill>
                    <a:schemeClr val="tx2">
                      <a:lumMod val="60000"/>
                      <a:lumOff val="40000"/>
                    </a:schemeClr>
                  </a:solidFill>
                </a:endParaRPr>
              </a:p>
            </p:txBody>
          </p:sp>
        </mc:Choice>
        <mc:Fallback xmlns="">
          <p:sp>
            <p:nvSpPr>
              <p:cNvPr id="130" name="TextBox 129"/>
              <p:cNvSpPr txBox="1">
                <a:spLocks noRot="1" noChangeAspect="1" noMove="1" noResize="1" noEditPoints="1" noAdjustHandles="1" noChangeArrowheads="1" noChangeShapeType="1" noTextEdit="1"/>
              </p:cNvSpPr>
              <p:nvPr/>
            </p:nvSpPr>
            <p:spPr>
              <a:xfrm>
                <a:off x="9123334" y="5967310"/>
                <a:ext cx="2679581" cy="210507"/>
              </a:xfrm>
              <a:prstGeom prst="rect">
                <a:avLst/>
              </a:prstGeom>
              <a:blipFill rotWithShape="0">
                <a:blip r:embed="rId5"/>
                <a:stretch>
                  <a:fillRect l="-2278" b="-38235"/>
                </a:stretch>
              </a:blipFill>
            </p:spPr>
            <p:txBody>
              <a:bodyPr/>
              <a:lstStyle/>
              <a:p>
                <a:r>
                  <a:rPr lang="en-US">
                    <a:noFill/>
                  </a:rPr>
                  <a:t> </a:t>
                </a:r>
              </a:p>
            </p:txBody>
          </p:sp>
        </mc:Fallback>
      </mc:AlternateContent>
      <p:sp>
        <p:nvSpPr>
          <p:cNvPr id="169" name="テキスト ボックス 9"/>
          <p:cNvSpPr txBox="1"/>
          <p:nvPr/>
        </p:nvSpPr>
        <p:spPr>
          <a:xfrm>
            <a:off x="8976319" y="4189394"/>
            <a:ext cx="1832673" cy="360258"/>
          </a:xfrm>
          <a:prstGeom prst="rect">
            <a:avLst/>
          </a:prstGeom>
          <a:noFill/>
        </p:spPr>
        <p:txBody>
          <a:bodyPr wrap="square" rtlCol="0">
            <a:spAutoFit/>
          </a:bodyPr>
          <a:lstStyle/>
          <a:p>
            <a:pPr algn="ctr" defTabSz="914400"/>
            <a:r>
              <a:rPr kumimoji="1" lang="en-US" altLang="ja-JP" sz="1200" dirty="0" smtClean="0">
                <a:latin typeface="Meiryo UI" panose="020B0604030504040204" pitchFamily="50" charset="-128"/>
                <a:ea typeface="Meiryo UI" panose="020B0604030504040204" pitchFamily="50" charset="-128"/>
                <a:cs typeface="Meiryo UI" panose="020B0604030504040204" pitchFamily="50" charset="-128"/>
              </a:rPr>
              <a:t>( after Aging (@t1) )</a:t>
            </a:r>
            <a:endParaRPr kumimoji="1" lang="en-US" altLang="ja-JP" sz="11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78" name="Line 196"/>
          <p:cNvSpPr>
            <a:spLocks noChangeShapeType="1"/>
          </p:cNvSpPr>
          <p:nvPr/>
        </p:nvSpPr>
        <p:spPr bwMode="auto">
          <a:xfrm flipV="1">
            <a:off x="8762638" y="4414480"/>
            <a:ext cx="0" cy="1429517"/>
          </a:xfrm>
          <a:prstGeom prst="line">
            <a:avLst/>
          </a:prstGeom>
          <a:noFill/>
          <a:ln w="19050">
            <a:solidFill>
              <a:schemeClr val="bg1">
                <a:lumMod val="50000"/>
              </a:schemeClr>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179" name="Line 197"/>
          <p:cNvSpPr>
            <a:spLocks noChangeShapeType="1"/>
          </p:cNvSpPr>
          <p:nvPr/>
        </p:nvSpPr>
        <p:spPr bwMode="auto">
          <a:xfrm rot="5400000" flipV="1">
            <a:off x="9400232" y="4995162"/>
            <a:ext cx="0" cy="1485212"/>
          </a:xfrm>
          <a:prstGeom prst="line">
            <a:avLst/>
          </a:prstGeom>
          <a:noFill/>
          <a:ln w="19050">
            <a:solidFill>
              <a:schemeClr val="bg1">
                <a:lumMod val="50000"/>
              </a:schemeClr>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180" name="Arc 177"/>
          <p:cNvSpPr>
            <a:spLocks/>
          </p:cNvSpPr>
          <p:nvPr/>
        </p:nvSpPr>
        <p:spPr bwMode="auto">
          <a:xfrm rot="16200000" flipH="1" flipV="1">
            <a:off x="8555425" y="4603978"/>
            <a:ext cx="1347569" cy="906337"/>
          </a:xfrm>
          <a:custGeom>
            <a:avLst/>
            <a:gdLst>
              <a:gd name="G0" fmla="+- 0 0 0"/>
              <a:gd name="G1" fmla="+- 21290 0 0"/>
              <a:gd name="G2" fmla="+- 21600 0 0"/>
              <a:gd name="T0" fmla="*/ 3648 w 21600"/>
              <a:gd name="T1" fmla="*/ 0 h 21290"/>
              <a:gd name="T2" fmla="*/ 21600 w 21600"/>
              <a:gd name="T3" fmla="*/ 21290 h 21290"/>
              <a:gd name="T4" fmla="*/ 0 w 21600"/>
              <a:gd name="T5" fmla="*/ 21290 h 21290"/>
            </a:gdLst>
            <a:ahLst/>
            <a:cxnLst>
              <a:cxn ang="0">
                <a:pos x="T0" y="T1"/>
              </a:cxn>
              <a:cxn ang="0">
                <a:pos x="T2" y="T3"/>
              </a:cxn>
              <a:cxn ang="0">
                <a:pos x="T4" y="T5"/>
              </a:cxn>
            </a:cxnLst>
            <a:rect l="0" t="0" r="r" b="b"/>
            <a:pathLst>
              <a:path w="21600" h="21290" fill="none" extrusionOk="0">
                <a:moveTo>
                  <a:pt x="3647" y="0"/>
                </a:moveTo>
                <a:cubicBezTo>
                  <a:pt x="14018" y="1777"/>
                  <a:pt x="21600" y="10768"/>
                  <a:pt x="21600" y="21290"/>
                </a:cubicBezTo>
              </a:path>
              <a:path w="21600" h="21290" stroke="0" extrusionOk="0">
                <a:moveTo>
                  <a:pt x="3647" y="0"/>
                </a:moveTo>
                <a:cubicBezTo>
                  <a:pt x="14018" y="1777"/>
                  <a:pt x="21600" y="10768"/>
                  <a:pt x="21600" y="21290"/>
                </a:cubicBezTo>
                <a:lnTo>
                  <a:pt x="0" y="21290"/>
                </a:lnTo>
                <a:close/>
              </a:path>
            </a:pathLst>
          </a:custGeom>
          <a:noFill/>
          <a:ln w="1587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181" name="Text Box 183"/>
          <p:cNvSpPr txBox="1">
            <a:spLocks noChangeArrowheads="1"/>
          </p:cNvSpPr>
          <p:nvPr/>
        </p:nvSpPr>
        <p:spPr bwMode="auto">
          <a:xfrm>
            <a:off x="9884795" y="5513666"/>
            <a:ext cx="567594" cy="22851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0800" bIns="10800">
            <a:spAutoFit/>
          </a:bodyPr>
          <a:lstStyle/>
          <a:p>
            <a:pPr defTabSz="914400" fontAlgn="base">
              <a:spcBef>
                <a:spcPct val="0"/>
              </a:spcBef>
              <a:spcAft>
                <a:spcPct val="0"/>
              </a:spcAft>
              <a:defRPr/>
            </a:pPr>
            <a:r>
              <a:rPr kumimoji="1" lang="en-US" altLang="ja-JP" sz="1000" kern="0" dirty="0" err="1" smtClean="0">
                <a:solidFill>
                  <a:srgbClr val="000000"/>
                </a:solidFill>
                <a:latin typeface="Meiryo UI" panose="020B0604030504040204" pitchFamily="50" charset="-128"/>
                <a:ea typeface="Meiryo UI" panose="020B0604030504040204" pitchFamily="50" charset="-128"/>
              </a:rPr>
              <a:t>Ipix</a:t>
            </a:r>
            <a:endParaRPr kumimoji="1" lang="ja-JP" altLang="en-US" sz="1000" kern="0" dirty="0">
              <a:solidFill>
                <a:srgbClr val="000000"/>
              </a:solidFill>
              <a:latin typeface="Meiryo UI" panose="020B0604030504040204" pitchFamily="50" charset="-128"/>
              <a:ea typeface="Meiryo UI" panose="020B0604030504040204" pitchFamily="50" charset="-128"/>
            </a:endParaRPr>
          </a:p>
        </p:txBody>
      </p:sp>
      <p:sp>
        <p:nvSpPr>
          <p:cNvPr id="182" name="Text Box 180"/>
          <p:cNvSpPr txBox="1">
            <a:spLocks noChangeArrowheads="1"/>
          </p:cNvSpPr>
          <p:nvPr/>
        </p:nvSpPr>
        <p:spPr bwMode="auto">
          <a:xfrm rot="16200000">
            <a:off x="8334396" y="4318799"/>
            <a:ext cx="623160" cy="17569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0800" bIns="10800">
            <a:spAutoFit/>
          </a:bodyPr>
          <a:lstStyle/>
          <a:p>
            <a:pPr defTabSz="914400" fontAlgn="base">
              <a:spcBef>
                <a:spcPct val="0"/>
              </a:spcBef>
              <a:spcAft>
                <a:spcPct val="0"/>
              </a:spcAft>
              <a:defRPr/>
            </a:pPr>
            <a:r>
              <a:rPr kumimoji="1" lang="en-US" altLang="ja-JP" sz="1000" kern="0" dirty="0" err="1" smtClean="0">
                <a:solidFill>
                  <a:srgbClr val="000000"/>
                </a:solidFill>
                <a:latin typeface="Meiryo UI" panose="020B0604030504040204" pitchFamily="50" charset="-128"/>
                <a:ea typeface="Meiryo UI" panose="020B0604030504040204" pitchFamily="50" charset="-128"/>
              </a:rPr>
              <a:t>Lum</a:t>
            </a:r>
            <a:endParaRPr kumimoji="1" lang="ja-JP" altLang="en-US" sz="1000" kern="0" dirty="0">
              <a:solidFill>
                <a:srgbClr val="000000"/>
              </a:solidFill>
              <a:latin typeface="Meiryo UI" panose="020B0604030504040204" pitchFamily="50" charset="-128"/>
              <a:ea typeface="Meiryo UI" panose="020B0604030504040204" pitchFamily="50" charset="-128"/>
            </a:endParaRPr>
          </a:p>
        </p:txBody>
      </p:sp>
      <p:sp>
        <p:nvSpPr>
          <p:cNvPr id="183" name="Arc 177"/>
          <p:cNvSpPr>
            <a:spLocks/>
          </p:cNvSpPr>
          <p:nvPr/>
        </p:nvSpPr>
        <p:spPr bwMode="auto">
          <a:xfrm rot="16200000" flipH="1" flipV="1">
            <a:off x="8819839" y="4868392"/>
            <a:ext cx="818741" cy="906337"/>
          </a:xfrm>
          <a:custGeom>
            <a:avLst/>
            <a:gdLst>
              <a:gd name="G0" fmla="+- 0 0 0"/>
              <a:gd name="G1" fmla="+- 21290 0 0"/>
              <a:gd name="G2" fmla="+- 21600 0 0"/>
              <a:gd name="T0" fmla="*/ 3648 w 21600"/>
              <a:gd name="T1" fmla="*/ 0 h 21290"/>
              <a:gd name="T2" fmla="*/ 21600 w 21600"/>
              <a:gd name="T3" fmla="*/ 21290 h 21290"/>
              <a:gd name="T4" fmla="*/ 0 w 21600"/>
              <a:gd name="T5" fmla="*/ 21290 h 21290"/>
            </a:gdLst>
            <a:ahLst/>
            <a:cxnLst>
              <a:cxn ang="0">
                <a:pos x="T0" y="T1"/>
              </a:cxn>
              <a:cxn ang="0">
                <a:pos x="T2" y="T3"/>
              </a:cxn>
              <a:cxn ang="0">
                <a:pos x="T4" y="T5"/>
              </a:cxn>
            </a:cxnLst>
            <a:rect l="0" t="0" r="r" b="b"/>
            <a:pathLst>
              <a:path w="21600" h="21290" fill="none" extrusionOk="0">
                <a:moveTo>
                  <a:pt x="3647" y="0"/>
                </a:moveTo>
                <a:cubicBezTo>
                  <a:pt x="14018" y="1777"/>
                  <a:pt x="21600" y="10768"/>
                  <a:pt x="21600" y="21290"/>
                </a:cubicBezTo>
              </a:path>
              <a:path w="21600" h="21290" stroke="0" extrusionOk="0">
                <a:moveTo>
                  <a:pt x="3647" y="0"/>
                </a:moveTo>
                <a:cubicBezTo>
                  <a:pt x="14018" y="1777"/>
                  <a:pt x="21600" y="10768"/>
                  <a:pt x="21600" y="21290"/>
                </a:cubicBezTo>
                <a:lnTo>
                  <a:pt x="0" y="21290"/>
                </a:lnTo>
                <a:close/>
              </a:path>
            </a:pathLst>
          </a:custGeom>
          <a:noFill/>
          <a:ln w="15875">
            <a:solidFill>
              <a:schemeClr val="tx2">
                <a:lumMod val="60000"/>
                <a:lumOff val="4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184" name="Line 195"/>
          <p:cNvSpPr>
            <a:spLocks noChangeShapeType="1"/>
          </p:cNvSpPr>
          <p:nvPr/>
        </p:nvSpPr>
        <p:spPr bwMode="auto">
          <a:xfrm rot="16200000" flipH="1">
            <a:off x="9255136" y="4724635"/>
            <a:ext cx="0" cy="984997"/>
          </a:xfrm>
          <a:prstGeom prst="line">
            <a:avLst/>
          </a:prstGeom>
          <a:noFill/>
          <a:ln w="19050">
            <a:solidFill>
              <a:schemeClr val="bg1">
                <a:lumMod val="65000"/>
              </a:schemeClr>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13" name="Right Arrow 12"/>
          <p:cNvSpPr/>
          <p:nvPr/>
        </p:nvSpPr>
        <p:spPr bwMode="auto">
          <a:xfrm>
            <a:off x="8741924" y="5128923"/>
            <a:ext cx="98141" cy="177439"/>
          </a:xfrm>
          <a:prstGeom prst="rightArrow">
            <a:avLst/>
          </a:prstGeom>
          <a:solidFill>
            <a:schemeClr val="bg1"/>
          </a:solidFill>
          <a:ln w="9525" cap="flat" cmpd="sng" algn="ctr">
            <a:solidFill>
              <a:schemeClr val="tx1">
                <a:lumMod val="75000"/>
                <a:lumOff val="25000"/>
              </a:schemeClr>
            </a:solidFill>
            <a:prstDash val="solid"/>
            <a:round/>
            <a:headEnd type="none" w="med" len="med"/>
            <a:tailEnd type="none"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185" name="Text Box 214"/>
          <p:cNvSpPr txBox="1">
            <a:spLocks noChangeArrowheads="1"/>
          </p:cNvSpPr>
          <p:nvPr/>
        </p:nvSpPr>
        <p:spPr bwMode="auto">
          <a:xfrm>
            <a:off x="7744351" y="5108245"/>
            <a:ext cx="1047493" cy="3295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0800" bIns="10800">
            <a:spAutoFit/>
          </a:bodyPr>
          <a:lstStyle/>
          <a:p>
            <a:pPr algn="r" defTabSz="914400" fontAlgn="base">
              <a:spcBef>
                <a:spcPct val="0"/>
              </a:spcBef>
              <a:spcAft>
                <a:spcPct val="0"/>
              </a:spcAft>
            </a:pPr>
            <a:r>
              <a:rPr kumimoji="1" lang="en-US" altLang="ja-JP" sz="1000" dirty="0" smtClean="0">
                <a:solidFill>
                  <a:schemeClr val="tx1">
                    <a:lumMod val="65000"/>
                    <a:lumOff val="35000"/>
                  </a:schemeClr>
                </a:solidFill>
                <a:latin typeface="Meiryo UI" panose="020B0604030504040204" pitchFamily="50" charset="-128"/>
                <a:ea typeface="Meiryo UI" panose="020B0604030504040204" pitchFamily="50" charset="-128"/>
              </a:rPr>
              <a:t>Required</a:t>
            </a:r>
          </a:p>
          <a:p>
            <a:pPr algn="r" defTabSz="914400" fontAlgn="base">
              <a:spcBef>
                <a:spcPct val="0"/>
              </a:spcBef>
              <a:spcAft>
                <a:spcPct val="0"/>
              </a:spcAft>
            </a:pPr>
            <a:r>
              <a:rPr kumimoji="1" lang="en-US" altLang="ja-JP" sz="1000" dirty="0" smtClean="0">
                <a:solidFill>
                  <a:schemeClr val="tx1">
                    <a:lumMod val="65000"/>
                    <a:lumOff val="35000"/>
                  </a:schemeClr>
                </a:solidFill>
                <a:latin typeface="Meiryo UI" panose="020B0604030504040204" pitchFamily="50" charset="-128"/>
                <a:ea typeface="Meiryo UI" panose="020B0604030504040204" pitchFamily="50" charset="-128"/>
              </a:rPr>
              <a:t>(Input signal)</a:t>
            </a:r>
            <a:endParaRPr kumimoji="1" lang="ja-JP" altLang="en-US" sz="1200" dirty="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87" name="Line 195"/>
          <p:cNvSpPr>
            <a:spLocks noChangeShapeType="1"/>
          </p:cNvSpPr>
          <p:nvPr/>
        </p:nvSpPr>
        <p:spPr bwMode="auto">
          <a:xfrm flipH="1">
            <a:off x="9630750" y="4576687"/>
            <a:ext cx="0" cy="807093"/>
          </a:xfrm>
          <a:prstGeom prst="line">
            <a:avLst/>
          </a:prstGeom>
          <a:noFill/>
          <a:ln w="19050">
            <a:solidFill>
              <a:schemeClr val="tx2">
                <a:lumMod val="60000"/>
                <a:lumOff val="40000"/>
              </a:schemeClr>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188" name="Arc 187"/>
          <p:cNvSpPr>
            <a:spLocks/>
          </p:cNvSpPr>
          <p:nvPr/>
        </p:nvSpPr>
        <p:spPr bwMode="auto">
          <a:xfrm rot="10800000" flipH="1">
            <a:off x="9492790" y="4875535"/>
            <a:ext cx="264367" cy="325177"/>
          </a:xfrm>
          <a:prstGeom prst="arc">
            <a:avLst>
              <a:gd name="adj1" fmla="val 18352205"/>
              <a:gd name="adj2" fmla="val 3538068"/>
            </a:avLst>
          </a:prstGeom>
          <a:noFill/>
          <a:ln w="19050" cap="flat" cmpd="sng" algn="ctr">
            <a:solidFill>
              <a:srgbClr val="00B0F0"/>
            </a:solidFill>
            <a:prstDash val="solid"/>
            <a:round/>
            <a:headEnd type="none" w="med" len="med"/>
            <a:tailEnd type="stealth"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189" name="Text Box 214"/>
          <p:cNvSpPr txBox="1">
            <a:spLocks noChangeArrowheads="1"/>
          </p:cNvSpPr>
          <p:nvPr/>
        </p:nvSpPr>
        <p:spPr bwMode="auto">
          <a:xfrm>
            <a:off x="10259020" y="4610791"/>
            <a:ext cx="1730462" cy="344976"/>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0800" bIns="10800">
            <a:spAutoFit/>
          </a:bodyPr>
          <a:lstStyle/>
          <a:p>
            <a:pPr defTabSz="914400" fontAlgn="base">
              <a:spcBef>
                <a:spcPct val="0"/>
              </a:spcBef>
              <a:spcAft>
                <a:spcPct val="0"/>
              </a:spcAft>
            </a:pPr>
            <a:r>
              <a:rPr kumimoji="1" lang="en-US" altLang="ja-JP" sz="1050" dirty="0" smtClean="0">
                <a:latin typeface="Meiryo UI" panose="020B0604030504040204" pitchFamily="50" charset="-128"/>
                <a:ea typeface="Meiryo UI" panose="020B0604030504040204" pitchFamily="50" charset="-128"/>
              </a:rPr>
              <a:t>Calculate suitable gain</a:t>
            </a:r>
          </a:p>
          <a:p>
            <a:pPr defTabSz="914400" fontAlgn="base">
              <a:spcBef>
                <a:spcPct val="0"/>
              </a:spcBef>
              <a:spcAft>
                <a:spcPct val="0"/>
              </a:spcAft>
            </a:pPr>
            <a:r>
              <a:rPr kumimoji="1" lang="en-US" altLang="ja-JP" sz="1050" dirty="0" smtClean="0">
                <a:latin typeface="Meiryo UI" panose="020B0604030504040204" pitchFamily="50" charset="-128"/>
                <a:ea typeface="Meiryo UI" panose="020B0604030504040204" pitchFamily="50" charset="-128"/>
              </a:rPr>
              <a:t>from degraded data</a:t>
            </a:r>
            <a:endParaRPr kumimoji="1" lang="ja-JP" altLang="en-US" sz="1050" dirty="0">
              <a:latin typeface="Meiryo UI" panose="020B0604030504040204" pitchFamily="50" charset="-128"/>
              <a:ea typeface="Meiryo UI" panose="020B0604030504040204" pitchFamily="50" charset="-128"/>
            </a:endParaRPr>
          </a:p>
        </p:txBody>
      </p:sp>
      <p:sp>
        <p:nvSpPr>
          <p:cNvPr id="190" name="Text Box 214"/>
          <p:cNvSpPr txBox="1">
            <a:spLocks noChangeArrowheads="1"/>
          </p:cNvSpPr>
          <p:nvPr/>
        </p:nvSpPr>
        <p:spPr bwMode="auto">
          <a:xfrm>
            <a:off x="9682379" y="4680521"/>
            <a:ext cx="652132" cy="26853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0800" bIns="10800">
            <a:spAutoFit/>
          </a:bodyPr>
          <a:lstStyle/>
          <a:p>
            <a:pPr defTabSz="914400" fontAlgn="base">
              <a:spcBef>
                <a:spcPct val="0"/>
              </a:spcBef>
              <a:spcAft>
                <a:spcPct val="0"/>
              </a:spcAft>
            </a:pPr>
            <a:r>
              <a:rPr kumimoji="1" lang="en-US" altLang="ja-JP" sz="1200" dirty="0" smtClean="0">
                <a:solidFill>
                  <a:srgbClr val="FF0000"/>
                </a:solidFill>
                <a:latin typeface="Meiryo UI" panose="020B0604030504040204" pitchFamily="50" charset="-128"/>
                <a:ea typeface="Meiryo UI" panose="020B0604030504040204" pitchFamily="50" charset="-128"/>
              </a:rPr>
              <a:t>x gain</a:t>
            </a:r>
            <a:endParaRPr kumimoji="1" lang="ja-JP" altLang="en-US" sz="1200" dirty="0">
              <a:solidFill>
                <a:srgbClr val="FF0000"/>
              </a:solidFill>
              <a:latin typeface="Meiryo UI" panose="020B0604030504040204" pitchFamily="50" charset="-128"/>
              <a:ea typeface="Meiryo UI" panose="020B0604030504040204" pitchFamily="50" charset="-128"/>
            </a:endParaRPr>
          </a:p>
        </p:txBody>
      </p:sp>
      <p:sp>
        <p:nvSpPr>
          <p:cNvPr id="191" name="Text Box 183"/>
          <p:cNvSpPr txBox="1">
            <a:spLocks noChangeArrowheads="1"/>
          </p:cNvSpPr>
          <p:nvPr/>
        </p:nvSpPr>
        <p:spPr bwMode="auto">
          <a:xfrm>
            <a:off x="7613092" y="4650819"/>
            <a:ext cx="1173633" cy="428654"/>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0800" bIns="10800">
            <a:spAutoFit/>
          </a:bodyPr>
          <a:lstStyle/>
          <a:p>
            <a:pPr algn="r" defTabSz="914400" fontAlgn="base">
              <a:spcBef>
                <a:spcPct val="0"/>
              </a:spcBef>
              <a:spcAft>
                <a:spcPct val="0"/>
              </a:spcAft>
              <a:defRPr/>
            </a:pPr>
            <a:r>
              <a:rPr kumimoji="1" lang="en-US" altLang="ja-JP" sz="1000" b="1" kern="0" dirty="0" smtClean="0">
                <a:solidFill>
                  <a:srgbClr val="0000FF"/>
                </a:solidFill>
                <a:latin typeface="Meiryo UI" panose="020B0604030504040204" pitchFamily="50" charset="-128"/>
                <a:ea typeface="Meiryo UI" panose="020B0604030504040204" pitchFamily="50" charset="-128"/>
              </a:rPr>
              <a:t>Compensated</a:t>
            </a:r>
          </a:p>
          <a:p>
            <a:pPr algn="r" defTabSz="914400" fontAlgn="base">
              <a:spcBef>
                <a:spcPct val="0"/>
              </a:spcBef>
              <a:spcAft>
                <a:spcPct val="0"/>
              </a:spcAft>
              <a:defRPr/>
            </a:pPr>
            <a:r>
              <a:rPr kumimoji="1" lang="en-US" altLang="ja-JP" sz="1000" b="1" kern="0" dirty="0" err="1" smtClean="0">
                <a:solidFill>
                  <a:srgbClr val="0000FF"/>
                </a:solidFill>
                <a:latin typeface="Meiryo UI" panose="020B0604030504040204" pitchFamily="50" charset="-128"/>
                <a:ea typeface="Meiryo UI" panose="020B0604030504040204" pitchFamily="50" charset="-128"/>
              </a:rPr>
              <a:t>Lum</a:t>
            </a:r>
            <a:r>
              <a:rPr kumimoji="1" lang="en-US" altLang="ja-JP" sz="1000" b="1" kern="0" dirty="0" smtClean="0">
                <a:solidFill>
                  <a:srgbClr val="0000FF"/>
                </a:solidFill>
                <a:latin typeface="Meiryo UI" panose="020B0604030504040204" pitchFamily="50" charset="-128"/>
                <a:ea typeface="Meiryo UI" panose="020B0604030504040204" pitchFamily="50" charset="-128"/>
              </a:rPr>
              <a:t> </a:t>
            </a:r>
            <a:endParaRPr kumimoji="1" lang="ja-JP" altLang="en-US" sz="1000" b="1" kern="0" dirty="0">
              <a:solidFill>
                <a:srgbClr val="0000FF"/>
              </a:solidFill>
              <a:latin typeface="Meiryo UI" panose="020B0604030504040204" pitchFamily="50" charset="-128"/>
              <a:ea typeface="Meiryo UI" panose="020B0604030504040204" pitchFamily="50" charset="-128"/>
            </a:endParaRPr>
          </a:p>
        </p:txBody>
      </p:sp>
      <p:sp>
        <p:nvSpPr>
          <p:cNvPr id="14" name="Oval 13"/>
          <p:cNvSpPr/>
          <p:nvPr/>
        </p:nvSpPr>
        <p:spPr bwMode="auto">
          <a:xfrm>
            <a:off x="9595403" y="5174550"/>
            <a:ext cx="62865" cy="81761"/>
          </a:xfrm>
          <a:prstGeom prst="ellipse">
            <a:avLst/>
          </a:prstGeom>
          <a:solidFill>
            <a:schemeClr val="tx1">
              <a:lumMod val="65000"/>
              <a:lumOff val="35000"/>
            </a:schemeClr>
          </a:solidFill>
          <a:ln w="9525" cap="flat" cmpd="sng" algn="ctr">
            <a:solidFill>
              <a:schemeClr val="tx1"/>
            </a:solidFill>
            <a:prstDash val="solid"/>
            <a:round/>
            <a:headEnd type="none" w="med" len="med"/>
            <a:tailEnd type="none"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192" name="Oval 191"/>
          <p:cNvSpPr/>
          <p:nvPr/>
        </p:nvSpPr>
        <p:spPr bwMode="auto">
          <a:xfrm>
            <a:off x="9595403" y="4852293"/>
            <a:ext cx="62865" cy="81761"/>
          </a:xfrm>
          <a:prstGeom prst="ellipse">
            <a:avLst/>
          </a:prstGeom>
          <a:solidFill>
            <a:schemeClr val="tx2">
              <a:lumMod val="60000"/>
              <a:lumOff val="40000"/>
            </a:schemeClr>
          </a:solidFill>
          <a:ln w="9525" cap="flat" cmpd="sng" algn="ctr">
            <a:solidFill>
              <a:schemeClr val="tx1"/>
            </a:solidFill>
            <a:prstDash val="solid"/>
            <a:round/>
            <a:headEnd type="none" w="med" len="med"/>
            <a:tailEnd type="none"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193" name="Line 195"/>
          <p:cNvSpPr>
            <a:spLocks noChangeShapeType="1"/>
          </p:cNvSpPr>
          <p:nvPr/>
        </p:nvSpPr>
        <p:spPr bwMode="auto">
          <a:xfrm rot="16200000" flipH="1">
            <a:off x="9190273" y="4488105"/>
            <a:ext cx="0" cy="796858"/>
          </a:xfrm>
          <a:prstGeom prst="line">
            <a:avLst/>
          </a:prstGeom>
          <a:noFill/>
          <a:ln w="19050">
            <a:solidFill>
              <a:schemeClr val="bg1">
                <a:lumMod val="65000"/>
              </a:schemeClr>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194" name="Right Arrow 193"/>
          <p:cNvSpPr/>
          <p:nvPr/>
        </p:nvSpPr>
        <p:spPr bwMode="auto">
          <a:xfrm flipH="1">
            <a:off x="8725100" y="4801301"/>
            <a:ext cx="98141" cy="177439"/>
          </a:xfrm>
          <a:prstGeom prst="rightArrow">
            <a:avLst/>
          </a:prstGeom>
          <a:solidFill>
            <a:schemeClr val="bg1"/>
          </a:solidFill>
          <a:ln w="9525" cap="flat" cmpd="sng" algn="ctr">
            <a:solidFill>
              <a:srgbClr val="0000FF"/>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cxnSp>
        <p:nvCxnSpPr>
          <p:cNvPr id="16" name="Straight Connector 15"/>
          <p:cNvCxnSpPr/>
          <p:nvPr/>
        </p:nvCxnSpPr>
        <p:spPr bwMode="auto">
          <a:xfrm flipV="1">
            <a:off x="6559037" y="3082216"/>
            <a:ext cx="0" cy="1058778"/>
          </a:xfrm>
          <a:prstGeom prst="line">
            <a:avLst/>
          </a:prstGeom>
          <a:noFill/>
          <a:ln w="66675" cap="flat" cmpd="sng" algn="ctr">
            <a:solidFill>
              <a:srgbClr val="0000FF">
                <a:alpha val="50000"/>
              </a:srgbClr>
            </a:solidFill>
            <a:prstDash val="solid"/>
            <a:round/>
            <a:headEnd type="none" w="med" len="med"/>
            <a:tailEnd type="none" w="med" len="med"/>
          </a:ln>
          <a:effectLst/>
        </p:spPr>
      </p:cxnSp>
      <p:cxnSp>
        <p:nvCxnSpPr>
          <p:cNvPr id="197" name="Straight Connector 196"/>
          <p:cNvCxnSpPr/>
          <p:nvPr/>
        </p:nvCxnSpPr>
        <p:spPr bwMode="auto">
          <a:xfrm flipV="1">
            <a:off x="11260137" y="3082216"/>
            <a:ext cx="0" cy="1058778"/>
          </a:xfrm>
          <a:prstGeom prst="line">
            <a:avLst/>
          </a:prstGeom>
          <a:noFill/>
          <a:ln w="66675" cap="flat" cmpd="sng" algn="ctr">
            <a:solidFill>
              <a:srgbClr val="0000FF">
                <a:alpha val="50000"/>
              </a:srgbClr>
            </a:solidFill>
            <a:prstDash val="solid"/>
            <a:round/>
            <a:headEnd type="triangle" w="sm" len="med"/>
            <a:tailEnd type="none" w="sm" len="lg"/>
          </a:ln>
          <a:effectLst/>
        </p:spPr>
      </p:cxnSp>
      <p:sp>
        <p:nvSpPr>
          <p:cNvPr id="198" name="テキスト ボックス 9"/>
          <p:cNvSpPr txBox="1"/>
          <p:nvPr/>
        </p:nvSpPr>
        <p:spPr>
          <a:xfrm>
            <a:off x="5244662" y="1023354"/>
            <a:ext cx="6861613" cy="461665"/>
          </a:xfrm>
          <a:prstGeom prst="rect">
            <a:avLst/>
          </a:prstGeom>
          <a:solidFill>
            <a:srgbClr val="0070C0"/>
          </a:solidFill>
        </p:spPr>
        <p:txBody>
          <a:bodyPr wrap="square" lIns="27432" rIns="18288" rtlCol="0">
            <a:spAutoFit/>
          </a:bodyPr>
          <a:lstStyle/>
          <a:p>
            <a:pPr defTabSz="914400"/>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 Reproduce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the degradation of each point by a combination of two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component (</a:t>
            </a:r>
            <a:r>
              <a:rPr kumimoji="1" lang="el-GR"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Δη</a:t>
            </a:r>
            <a:r>
              <a:rPr kumimoji="1" lang="ja-JP" altLang="el-GR" sz="1200" baseline="300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１</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l-GR"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l-GR"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Δη</a:t>
            </a:r>
            <a:r>
              <a:rPr kumimoji="1" lang="el-GR" altLang="ja-JP" sz="1200" baseline="30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p>
          <a:p>
            <a:pPr defTabSz="914400"/>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 →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estimate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the gain for compensation of image sticking</a:t>
            </a:r>
            <a:endParaRPr kumimoji="1" lang="en-US" altLang="ja-JP" sz="11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99" name="テキスト ボックス 9"/>
          <p:cNvSpPr txBox="1"/>
          <p:nvPr/>
        </p:nvSpPr>
        <p:spPr>
          <a:xfrm>
            <a:off x="4332042" y="4210070"/>
            <a:ext cx="374989" cy="276999"/>
          </a:xfrm>
          <a:prstGeom prst="rect">
            <a:avLst/>
          </a:prstGeom>
          <a:noFill/>
        </p:spPr>
        <p:txBody>
          <a:bodyPr wrap="square" rtlCol="0">
            <a:spAutoFit/>
          </a:bodyPr>
          <a:lstStyle/>
          <a:p>
            <a:pPr defTabSz="914400"/>
            <a:r>
              <a:rPr kumimoji="1" lang="en-US" altLang="ja-JP" sz="1200" b="1" dirty="0" smtClean="0">
                <a:latin typeface="Meiryo UI" panose="020B0604030504040204" pitchFamily="50" charset="-128"/>
                <a:ea typeface="Meiryo UI" panose="020B0604030504040204" pitchFamily="50" charset="-128"/>
                <a:cs typeface="Meiryo UI" panose="020B0604030504040204" pitchFamily="50" charset="-128"/>
              </a:rPr>
              <a:t>A</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00" name="テキスト ボックス 9"/>
          <p:cNvSpPr txBox="1"/>
          <p:nvPr/>
        </p:nvSpPr>
        <p:spPr>
          <a:xfrm>
            <a:off x="3227048" y="4210070"/>
            <a:ext cx="374989" cy="253916"/>
          </a:xfrm>
          <a:prstGeom prst="rect">
            <a:avLst/>
          </a:prstGeom>
          <a:noFill/>
        </p:spPr>
        <p:txBody>
          <a:bodyPr wrap="square" rtlCol="0">
            <a:spAutoFit/>
          </a:bodyPr>
          <a:lstStyle/>
          <a:p>
            <a:pPr defTabSz="914400"/>
            <a:r>
              <a:rPr kumimoji="1" lang="en-US" altLang="ja-JP" sz="1050" b="1" dirty="0" smtClean="0">
                <a:latin typeface="Meiryo UI" panose="020B0604030504040204" pitchFamily="50" charset="-128"/>
                <a:ea typeface="Meiryo UI" panose="020B0604030504040204" pitchFamily="50" charset="-128"/>
                <a:cs typeface="Meiryo UI" panose="020B0604030504040204" pitchFamily="50" charset="-128"/>
              </a:rPr>
              <a:t>B</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01" name="テキスト ボックス 9"/>
          <p:cNvSpPr txBox="1"/>
          <p:nvPr/>
        </p:nvSpPr>
        <p:spPr>
          <a:xfrm>
            <a:off x="2154237" y="4210070"/>
            <a:ext cx="374989" cy="253916"/>
          </a:xfrm>
          <a:prstGeom prst="rect">
            <a:avLst/>
          </a:prstGeom>
          <a:noFill/>
        </p:spPr>
        <p:txBody>
          <a:bodyPr wrap="square" rtlCol="0">
            <a:spAutoFit/>
          </a:bodyPr>
          <a:lstStyle/>
          <a:p>
            <a:pPr defTabSz="914400"/>
            <a:r>
              <a:rPr kumimoji="1" lang="en-US" altLang="ja-JP" sz="1050" b="1" dirty="0" smtClean="0">
                <a:latin typeface="Meiryo UI" panose="020B0604030504040204" pitchFamily="50" charset="-128"/>
                <a:ea typeface="Meiryo UI" panose="020B0604030504040204" pitchFamily="50" charset="-128"/>
                <a:cs typeface="Meiryo UI" panose="020B0604030504040204" pitchFamily="50" charset="-128"/>
              </a:rPr>
              <a:t>C</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02" name="テキスト ボックス 9"/>
          <p:cNvSpPr txBox="1"/>
          <p:nvPr/>
        </p:nvSpPr>
        <p:spPr>
          <a:xfrm>
            <a:off x="4332042" y="5962670"/>
            <a:ext cx="374989" cy="276999"/>
          </a:xfrm>
          <a:prstGeom prst="rect">
            <a:avLst/>
          </a:prstGeom>
          <a:noFill/>
        </p:spPr>
        <p:txBody>
          <a:bodyPr wrap="square" rtlCol="0">
            <a:spAutoFit/>
          </a:bodyPr>
          <a:lstStyle/>
          <a:p>
            <a:pPr defTabSz="914400"/>
            <a:r>
              <a:rPr kumimoji="1" lang="en-US" altLang="ja-JP" sz="1200" b="1" dirty="0" smtClean="0">
                <a:latin typeface="Meiryo UI" panose="020B0604030504040204" pitchFamily="50" charset="-128"/>
                <a:ea typeface="Meiryo UI" panose="020B0604030504040204" pitchFamily="50" charset="-128"/>
                <a:cs typeface="Meiryo UI" panose="020B0604030504040204" pitchFamily="50" charset="-128"/>
              </a:rPr>
              <a:t>A’</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03" name="テキスト ボックス 9"/>
          <p:cNvSpPr txBox="1"/>
          <p:nvPr/>
        </p:nvSpPr>
        <p:spPr>
          <a:xfrm>
            <a:off x="3227048" y="5962670"/>
            <a:ext cx="374989" cy="253916"/>
          </a:xfrm>
          <a:prstGeom prst="rect">
            <a:avLst/>
          </a:prstGeom>
          <a:noFill/>
        </p:spPr>
        <p:txBody>
          <a:bodyPr wrap="square" rtlCol="0">
            <a:spAutoFit/>
          </a:bodyPr>
          <a:lstStyle/>
          <a:p>
            <a:pPr defTabSz="914400"/>
            <a:r>
              <a:rPr kumimoji="1" lang="en-US" altLang="ja-JP" sz="1050" b="1" dirty="0" smtClean="0">
                <a:latin typeface="Meiryo UI" panose="020B0604030504040204" pitchFamily="50" charset="-128"/>
                <a:ea typeface="Meiryo UI" panose="020B0604030504040204" pitchFamily="50" charset="-128"/>
                <a:cs typeface="Meiryo UI" panose="020B0604030504040204" pitchFamily="50" charset="-128"/>
              </a:rPr>
              <a:t>B’</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04" name="テキスト ボックス 9"/>
          <p:cNvSpPr txBox="1"/>
          <p:nvPr/>
        </p:nvSpPr>
        <p:spPr>
          <a:xfrm>
            <a:off x="2154237" y="5962670"/>
            <a:ext cx="374989" cy="253916"/>
          </a:xfrm>
          <a:prstGeom prst="rect">
            <a:avLst/>
          </a:prstGeom>
          <a:noFill/>
        </p:spPr>
        <p:txBody>
          <a:bodyPr wrap="square" rtlCol="0">
            <a:spAutoFit/>
          </a:bodyPr>
          <a:lstStyle/>
          <a:p>
            <a:pPr defTabSz="914400"/>
            <a:r>
              <a:rPr kumimoji="1" lang="en-US" altLang="ja-JP" sz="1050" b="1" dirty="0" smtClean="0">
                <a:latin typeface="Meiryo UI" panose="020B0604030504040204" pitchFamily="50" charset="-128"/>
                <a:ea typeface="Meiryo UI" panose="020B0604030504040204" pitchFamily="50" charset="-128"/>
                <a:cs typeface="Meiryo UI" panose="020B0604030504040204" pitchFamily="50" charset="-128"/>
              </a:rPr>
              <a:t>C’</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23" name="テキスト ボックス 9"/>
          <p:cNvSpPr txBox="1"/>
          <p:nvPr/>
        </p:nvSpPr>
        <p:spPr>
          <a:xfrm>
            <a:off x="4048385" y="3964493"/>
            <a:ext cx="717230" cy="253916"/>
          </a:xfrm>
          <a:prstGeom prst="rect">
            <a:avLst/>
          </a:prstGeom>
          <a:noFill/>
        </p:spPr>
        <p:txBody>
          <a:bodyPr wrap="square" rtlCol="0">
            <a:spAutoFit/>
          </a:bodyPr>
          <a:lstStyle/>
          <a:p>
            <a:pPr defTabSz="914400"/>
            <a:r>
              <a:rPr kumimoji="1" lang="en-US" altLang="ja-JP" sz="105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to</a:t>
            </a:r>
            <a:endParaRPr kumimoji="1" lang="en-US" altLang="ja-JP" sz="1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4" name="テキスト ボックス 9"/>
          <p:cNvSpPr txBox="1"/>
          <p:nvPr/>
        </p:nvSpPr>
        <p:spPr>
          <a:xfrm>
            <a:off x="2721523" y="3301589"/>
            <a:ext cx="717230" cy="253916"/>
          </a:xfrm>
          <a:prstGeom prst="rect">
            <a:avLst/>
          </a:prstGeom>
          <a:noFill/>
        </p:spPr>
        <p:txBody>
          <a:bodyPr wrap="square" rtlCol="0">
            <a:spAutoFit/>
          </a:bodyPr>
          <a:lstStyle/>
          <a:p>
            <a:pPr defTabSz="914400"/>
            <a:r>
              <a:rPr kumimoji="1" lang="en-US" altLang="ja-JP" sz="105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0</a:t>
            </a:r>
            <a:endParaRPr kumimoji="1" lang="en-US" altLang="ja-JP" sz="1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5" name="テキスト ボックス 9"/>
          <p:cNvSpPr txBox="1"/>
          <p:nvPr/>
        </p:nvSpPr>
        <p:spPr>
          <a:xfrm rot="1796634">
            <a:off x="3184015" y="3579839"/>
            <a:ext cx="717230" cy="246221"/>
          </a:xfrm>
          <a:prstGeom prst="rect">
            <a:avLst/>
          </a:prstGeom>
          <a:noFill/>
        </p:spPr>
        <p:txBody>
          <a:bodyPr wrap="square" rtlCol="0">
            <a:spAutoFit/>
          </a:bodyPr>
          <a:lstStyle/>
          <a:p>
            <a:pPr defTabSz="914400"/>
            <a:r>
              <a:rPr kumimoji="1" lang="en-US" altLang="ja-JP" sz="100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time</a:t>
            </a:r>
            <a:endParaRPr kumimoji="1" lang="en-US" altLang="ja-JP" sz="9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6" name="テキスト ボックス 9"/>
          <p:cNvSpPr txBox="1"/>
          <p:nvPr/>
        </p:nvSpPr>
        <p:spPr>
          <a:xfrm rot="20223912">
            <a:off x="4492250" y="3606599"/>
            <a:ext cx="420782" cy="276999"/>
          </a:xfrm>
          <a:prstGeom prst="rect">
            <a:avLst/>
          </a:prstGeom>
          <a:noFill/>
        </p:spPr>
        <p:txBody>
          <a:bodyPr wrap="square" rtlCol="0">
            <a:spAutoFit/>
          </a:bodyPr>
          <a:lstStyle/>
          <a:p>
            <a:pPr defTabSz="914400"/>
            <a:r>
              <a:rPr kumimoji="1" lang="en-US" altLang="ja-JP" sz="1200" dirty="0" err="1"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200" baseline="-25000" dirty="0" err="1"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pix</a:t>
            </a:r>
            <a:endParaRPr kumimoji="1" lang="en-US" altLang="ja-JP" sz="1100" baseline="-25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8" name="テキスト ボックス 9"/>
          <p:cNvSpPr txBox="1"/>
          <p:nvPr/>
        </p:nvSpPr>
        <p:spPr>
          <a:xfrm>
            <a:off x="5004042" y="3681677"/>
            <a:ext cx="717230" cy="276999"/>
          </a:xfrm>
          <a:prstGeom prst="rect">
            <a:avLst/>
          </a:prstGeom>
          <a:noFill/>
        </p:spPr>
        <p:txBody>
          <a:bodyPr wrap="square" rtlCol="0">
            <a:spAutoFit/>
          </a:bodyPr>
          <a:lstStyle/>
          <a:p>
            <a:pPr defTabSz="914400"/>
            <a:r>
              <a:rPr kumimoji="1" lang="en-US" altLang="ja-JP" sz="1200" dirty="0" err="1"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200" baseline="-25000" dirty="0" err="1"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ref</a:t>
            </a:r>
            <a:endParaRPr kumimoji="1" lang="en-US" altLang="ja-JP" sz="1100" baseline="-25000"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9" name="テキスト ボックス 9"/>
          <p:cNvSpPr txBox="1"/>
          <p:nvPr/>
        </p:nvSpPr>
        <p:spPr>
          <a:xfrm rot="16200000">
            <a:off x="1917511" y="2472191"/>
            <a:ext cx="1138174" cy="253916"/>
          </a:xfrm>
          <a:prstGeom prst="rect">
            <a:avLst/>
          </a:prstGeom>
          <a:noFill/>
        </p:spPr>
        <p:txBody>
          <a:bodyPr wrap="square" rtlCol="0">
            <a:spAutoFit/>
          </a:bodyPr>
          <a:lstStyle/>
          <a:p>
            <a:pPr algn="ctr" defTabSz="914400"/>
            <a:r>
              <a:rPr kumimoji="1" lang="en-US" altLang="ja-JP" sz="1050" dirty="0" err="1"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Lum</a:t>
            </a:r>
            <a:r>
              <a:rPr kumimoji="1" lang="en-US" altLang="ja-JP" sz="105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50" dirty="0" err="1"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Lum_init</a:t>
            </a:r>
            <a:endParaRPr kumimoji="1" lang="en-US" altLang="ja-JP" sz="1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8" name="テキスト ボックス 9"/>
          <p:cNvSpPr txBox="1"/>
          <p:nvPr/>
        </p:nvSpPr>
        <p:spPr>
          <a:xfrm>
            <a:off x="515600" y="1457301"/>
            <a:ext cx="2308346" cy="253916"/>
          </a:xfrm>
          <a:prstGeom prst="rect">
            <a:avLst/>
          </a:prstGeom>
          <a:noFill/>
        </p:spPr>
        <p:txBody>
          <a:bodyPr wrap="square" rtlCol="0">
            <a:spAutoFit/>
          </a:bodyPr>
          <a:lstStyle/>
          <a:p>
            <a:pPr algn="r" defTabSz="914400"/>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(Normalized in the initial state)</a:t>
            </a:r>
            <a:endParaRPr kumimoji="1" lang="en-US" altLang="ja-JP" sz="9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1" name="AutoShape 211"/>
          <p:cNvSpPr>
            <a:spLocks noChangeArrowheads="1"/>
          </p:cNvSpPr>
          <p:nvPr/>
        </p:nvSpPr>
        <p:spPr bwMode="auto">
          <a:xfrm>
            <a:off x="2164444" y="2957943"/>
            <a:ext cx="212361" cy="535351"/>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FFFFFF"/>
              </a:gs>
              <a:gs pos="100000">
                <a:srgbClr val="00FF0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defRPr/>
            </a:pPr>
            <a:endParaRPr kumimoji="1" lang="ja-JP" altLang="en-US" sz="1000" kern="0">
              <a:solidFill>
                <a:srgbClr val="000000"/>
              </a:solidFill>
              <a:latin typeface="Meiryo UI" panose="020B0604030504040204" pitchFamily="50" charset="-128"/>
              <a:ea typeface="Meiryo UI" panose="020B0604030504040204" pitchFamily="50" charset="-128"/>
            </a:endParaRPr>
          </a:p>
        </p:txBody>
      </p:sp>
      <p:sp>
        <p:nvSpPr>
          <p:cNvPr id="186" name="テキスト ボックス 9"/>
          <p:cNvSpPr txBox="1"/>
          <p:nvPr/>
        </p:nvSpPr>
        <p:spPr>
          <a:xfrm rot="1796634">
            <a:off x="745773" y="3434382"/>
            <a:ext cx="717230" cy="246221"/>
          </a:xfrm>
          <a:prstGeom prst="rect">
            <a:avLst/>
          </a:prstGeom>
          <a:noFill/>
        </p:spPr>
        <p:txBody>
          <a:bodyPr wrap="square" rtlCol="0">
            <a:spAutoFit/>
          </a:bodyPr>
          <a:lstStyle/>
          <a:p>
            <a:pPr defTabSz="914400"/>
            <a:r>
              <a:rPr kumimoji="1" lang="en-US" altLang="ja-JP" sz="100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time</a:t>
            </a:r>
            <a:endParaRPr kumimoji="1" lang="en-US" altLang="ja-JP" sz="9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05" name="テキスト ボックス 9"/>
          <p:cNvSpPr txBox="1"/>
          <p:nvPr/>
        </p:nvSpPr>
        <p:spPr>
          <a:xfrm rot="20223912">
            <a:off x="1567593" y="3227516"/>
            <a:ext cx="420782" cy="276999"/>
          </a:xfrm>
          <a:prstGeom prst="rect">
            <a:avLst/>
          </a:prstGeom>
          <a:noFill/>
        </p:spPr>
        <p:txBody>
          <a:bodyPr wrap="square" rtlCol="0">
            <a:spAutoFit/>
          </a:bodyPr>
          <a:lstStyle/>
          <a:p>
            <a:pPr defTabSz="914400"/>
            <a:r>
              <a:rPr kumimoji="1" lang="en-US" altLang="ja-JP" sz="1200" dirty="0" err="1"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200" baseline="-25000" dirty="0" err="1"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pix</a:t>
            </a:r>
            <a:endParaRPr kumimoji="1" lang="en-US" altLang="ja-JP" sz="1100" baseline="-25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06" name="テキスト ボックス 9"/>
          <p:cNvSpPr txBox="1"/>
          <p:nvPr/>
        </p:nvSpPr>
        <p:spPr>
          <a:xfrm rot="16200000">
            <a:off x="-397098" y="2607529"/>
            <a:ext cx="1441179" cy="230832"/>
          </a:xfrm>
          <a:prstGeom prst="rect">
            <a:avLst/>
          </a:prstGeom>
          <a:noFill/>
        </p:spPr>
        <p:txBody>
          <a:bodyPr wrap="square" rtlCol="0">
            <a:spAutoFit/>
          </a:bodyPr>
          <a:lstStyle/>
          <a:p>
            <a:pPr algn="ctr" defTabSz="914400"/>
            <a:r>
              <a:rPr kumimoji="1" lang="en-US" altLang="ja-JP" sz="900" dirty="0" err="1"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Lum</a:t>
            </a:r>
            <a:r>
              <a:rPr kumimoji="1" lang="en-US" altLang="ja-JP" sz="90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900" dirty="0" err="1"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Lumpeak_init</a:t>
            </a:r>
            <a:endParaRPr kumimoji="1"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07" name="テキスト ボックス 9"/>
          <p:cNvSpPr txBox="1"/>
          <p:nvPr/>
        </p:nvSpPr>
        <p:spPr>
          <a:xfrm>
            <a:off x="479213" y="1815063"/>
            <a:ext cx="1638511" cy="206210"/>
          </a:xfrm>
          <a:prstGeom prst="rect">
            <a:avLst/>
          </a:prstGeom>
          <a:solidFill>
            <a:schemeClr val="tx1">
              <a:lumMod val="65000"/>
              <a:lumOff val="35000"/>
            </a:schemeClr>
          </a:solidFill>
          <a:effectLst>
            <a:glow rad="63500">
              <a:schemeClr val="accent4">
                <a:satMod val="175000"/>
                <a:alpha val="40000"/>
              </a:schemeClr>
            </a:glow>
            <a:outerShdw blurRad="50800" dist="38100" dir="2700000" algn="tl" rotWithShape="0">
              <a:prstClr val="black">
                <a:alpha val="40000"/>
              </a:prstClr>
            </a:outerShdw>
          </a:effectLst>
        </p:spPr>
        <p:txBody>
          <a:bodyPr wrap="square" lIns="18288" tIns="18288" rIns="18288" bIns="18288" rtlCol="0">
            <a:spAutoFit/>
          </a:bodyPr>
          <a:lstStyle/>
          <a:p>
            <a:pPr algn="ctr" defTabSz="914400"/>
            <a:r>
              <a:rPr kumimoji="1" lang="en-US" altLang="ja-JP" sz="11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Degradation of OLED</a:t>
            </a:r>
            <a:endParaRPr kumimoji="1" lang="en-US" altLang="ja-JP" sz="105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08" name="テキスト ボックス 9"/>
          <p:cNvSpPr txBox="1"/>
          <p:nvPr/>
        </p:nvSpPr>
        <p:spPr>
          <a:xfrm>
            <a:off x="476494" y="3664937"/>
            <a:ext cx="1991363" cy="553998"/>
          </a:xfrm>
          <a:prstGeom prst="rect">
            <a:avLst/>
          </a:prstGeom>
          <a:noFill/>
        </p:spPr>
        <p:txBody>
          <a:bodyPr wrap="square" rtlCol="0">
            <a:spAutoFit/>
          </a:bodyPr>
          <a:lstStyle/>
          <a:p>
            <a:pPr defTabSz="914400"/>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Depends on operation time, aging current, pixel current at display, etc..</a:t>
            </a:r>
            <a:endParaRPr kumimoji="1" lang="en-US" altLang="ja-JP" sz="9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09" name="テキスト ボックス 9"/>
          <p:cNvSpPr txBox="1"/>
          <p:nvPr/>
        </p:nvSpPr>
        <p:spPr>
          <a:xfrm>
            <a:off x="1207526" y="2242259"/>
            <a:ext cx="1037814" cy="253916"/>
          </a:xfrm>
          <a:prstGeom prst="rect">
            <a:avLst/>
          </a:prstGeom>
          <a:noFill/>
        </p:spPr>
        <p:txBody>
          <a:bodyPr wrap="square" rtlCol="0">
            <a:spAutoFit/>
          </a:bodyPr>
          <a:lstStyle/>
          <a:p>
            <a:pPr algn="ctr" defTabSz="914400"/>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Aging:I</a:t>
            </a:r>
            <a:r>
              <a:rPr kumimoji="1" lang="en-US" altLang="ja-JP" sz="1000" baseline="-25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stress1</a:t>
            </a:r>
            <a:endParaRPr kumimoji="1" lang="en-US" altLang="ja-JP" sz="900" baseline="-250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Double Bracket 4"/>
          <p:cNvSpPr/>
          <p:nvPr/>
        </p:nvSpPr>
        <p:spPr bwMode="auto">
          <a:xfrm>
            <a:off x="476494" y="3678166"/>
            <a:ext cx="1900311" cy="530280"/>
          </a:xfrm>
          <a:prstGeom prst="bracketPair">
            <a:avLst>
              <a:gd name="adj" fmla="val 10380"/>
            </a:avLst>
          </a:prstGeom>
          <a:noFill/>
          <a:ln w="9525" cap="flat" cmpd="sng" algn="ctr">
            <a:solidFill>
              <a:schemeClr val="tx1"/>
            </a:solidFill>
            <a:prstDash val="solid"/>
            <a:round/>
            <a:headEnd type="none" w="med" len="med"/>
            <a:tailEnd type="none"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210" name="Text Box 183"/>
          <p:cNvSpPr txBox="1">
            <a:spLocks noChangeArrowheads="1"/>
          </p:cNvSpPr>
          <p:nvPr/>
        </p:nvSpPr>
        <p:spPr bwMode="auto">
          <a:xfrm>
            <a:off x="9633566" y="4462246"/>
            <a:ext cx="567594" cy="16031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0800" bIns="10800">
            <a:spAutoFit/>
          </a:bodyPr>
          <a:lstStyle/>
          <a:p>
            <a:pPr defTabSz="914400" fontAlgn="base">
              <a:spcBef>
                <a:spcPct val="0"/>
              </a:spcBef>
              <a:spcAft>
                <a:spcPct val="0"/>
              </a:spcAft>
              <a:defRPr/>
            </a:pPr>
            <a:r>
              <a:rPr kumimoji="1" lang="en-US" altLang="ja-JP" sz="900" kern="0" dirty="0" smtClean="0">
                <a:solidFill>
                  <a:schemeClr val="tx1">
                    <a:lumMod val="65000"/>
                    <a:lumOff val="35000"/>
                  </a:schemeClr>
                </a:solidFill>
                <a:latin typeface="Meiryo UI" panose="020B0604030504040204" pitchFamily="50" charset="-128"/>
                <a:ea typeface="Meiryo UI" panose="020B0604030504040204" pitchFamily="50" charset="-128"/>
              </a:rPr>
              <a:t>initial</a:t>
            </a:r>
            <a:endParaRPr kumimoji="1" lang="ja-JP" altLang="en-US" sz="900" kern="0" dirty="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11" name="Double Bracket 210"/>
          <p:cNvSpPr/>
          <p:nvPr/>
        </p:nvSpPr>
        <p:spPr bwMode="auto">
          <a:xfrm>
            <a:off x="10307288" y="4618851"/>
            <a:ext cx="1540087" cy="346390"/>
          </a:xfrm>
          <a:prstGeom prst="bracketPair">
            <a:avLst>
              <a:gd name="adj" fmla="val 10380"/>
            </a:avLst>
          </a:prstGeom>
          <a:noFill/>
          <a:ln w="9525" cap="flat" cmpd="sng" algn="ctr">
            <a:solidFill>
              <a:schemeClr val="tx1"/>
            </a:solidFill>
            <a:prstDash val="solid"/>
            <a:round/>
            <a:headEnd type="none" w="med" len="med"/>
            <a:tailEnd type="none" w="med" len="med"/>
          </a:ln>
          <a:effectLst/>
        </p:spPr>
        <p:txBody>
          <a:bodyPr vert="horz" wrap="square" lIns="79200" tIns="39600" rIns="79200" bIns="39600" numCol="1" rtlCol="0" anchor="t" anchorCtr="0" compatLnSpc="1">
            <a:prstTxWarp prst="textNoShape">
              <a:avLst/>
            </a:prstTxWarp>
            <a:no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Tree>
    <p:extLst>
      <p:ext uri="{BB962C8B-B14F-4D97-AF65-F5344CB8AC3E}">
        <p14:creationId xmlns:p14="http://schemas.microsoft.com/office/powerpoint/2010/main" val="35045330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日期占位符 3"/>
          <p:cNvSpPr>
            <a:spLocks noGrp="1"/>
          </p:cNvSpPr>
          <p:nvPr>
            <p:ph type="dt" sz="quarter" idx="4294967295"/>
          </p:nvPr>
        </p:nvSpPr>
        <p:spPr>
          <a:xfrm>
            <a:off x="7887115" y="6491203"/>
            <a:ext cx="2097572" cy="45571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1848">
              <a:lnSpc>
                <a:spcPct val="140000"/>
              </a:lnSpc>
              <a:buClr>
                <a:schemeClr val="bg2"/>
              </a:buClr>
              <a:buSzPct val="60000"/>
              <a:buFont typeface="Wingdings" panose="05000000000000000000" pitchFamily="2" charset="2"/>
              <a:buChar char="l"/>
              <a:defRPr sz="2000" b="1">
                <a:solidFill>
                  <a:schemeClr val="tx1"/>
                </a:solidFill>
                <a:latin typeface="Arial" panose="020B0604020202020204" pitchFamily="34" charset="0"/>
                <a:ea typeface="华文细黑" panose="02010600040101010101" pitchFamily="2" charset="-122"/>
              </a:defRPr>
            </a:lvl1pPr>
            <a:lvl2pPr marL="743099" indent="-285807" defTabSz="801848">
              <a:lnSpc>
                <a:spcPct val="140000"/>
              </a:lnSpc>
              <a:buClr>
                <a:schemeClr val="tx1"/>
              </a:buClr>
              <a:buSzPct val="50000"/>
              <a:buFont typeface="Wingdings" panose="05000000000000000000" pitchFamily="2" charset="2"/>
              <a:buChar char="p"/>
              <a:defRPr>
                <a:solidFill>
                  <a:schemeClr val="tx1"/>
                </a:solidFill>
                <a:latin typeface="Arial" panose="020B0604020202020204" pitchFamily="34" charset="0"/>
                <a:ea typeface="华文细黑" panose="02010600040101010101" pitchFamily="2" charset="-122"/>
              </a:defRPr>
            </a:lvl2pPr>
            <a:lvl3pPr marL="1143229" indent="-228646" defTabSz="801848">
              <a:lnSpc>
                <a:spcPct val="140000"/>
              </a:lnSpc>
              <a:buSzPct val="50000"/>
              <a:buFont typeface="Wingdings" panose="05000000000000000000" pitchFamily="2" charset="2"/>
              <a:buChar char="n"/>
              <a:defRPr sz="1600">
                <a:solidFill>
                  <a:schemeClr val="tx1"/>
                </a:solidFill>
                <a:latin typeface="Arial" panose="020B0604020202020204" pitchFamily="34" charset="0"/>
                <a:ea typeface="华文细黑" panose="02010600040101010101" pitchFamily="2" charset="-122"/>
              </a:defRPr>
            </a:lvl3pPr>
            <a:lvl4pPr marL="1600520" indent="-228646" defTabSz="801848">
              <a:lnSpc>
                <a:spcPct val="140000"/>
              </a:lnSpc>
              <a:buChar char="–"/>
              <a:defRPr sz="1400">
                <a:solidFill>
                  <a:schemeClr val="tx1"/>
                </a:solidFill>
                <a:latin typeface="Arial" panose="020B0604020202020204" pitchFamily="34" charset="0"/>
                <a:ea typeface="华文细黑" panose="02010600040101010101" pitchFamily="2" charset="-122"/>
              </a:defRPr>
            </a:lvl4pPr>
            <a:lvl5pPr marL="2057811" indent="-228646" defTabSz="801848">
              <a:lnSpc>
                <a:spcPct val="140000"/>
              </a:lnSpc>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5pPr>
            <a:lvl6pPr marL="2515103"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6pPr>
            <a:lvl7pPr marL="2972394"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7pPr>
            <a:lvl8pPr marL="3429686"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8pPr>
            <a:lvl9pPr marL="3886977"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9pPr>
          </a:lstStyle>
          <a:p>
            <a:pPr>
              <a:lnSpc>
                <a:spcPct val="85000"/>
              </a:lnSpc>
              <a:buClrTx/>
              <a:buSzTx/>
              <a:buFontTx/>
              <a:buNone/>
            </a:pPr>
            <a:r>
              <a:rPr lang="de-DE" altLang="zh-CN" sz="1200" b="0">
                <a:solidFill>
                  <a:srgbClr val="000000"/>
                </a:solidFill>
                <a:ea typeface="MS PGothic" panose="020B0600070205080204" pitchFamily="34" charset="-128"/>
              </a:rPr>
              <a:t>Page </a:t>
            </a:r>
            <a:fld id="{8D839213-7A7B-4A64-9274-9FA6A4197B37}" type="slidenum">
              <a:rPr lang="de-DE" altLang="zh-CN" sz="1200" b="0">
                <a:solidFill>
                  <a:srgbClr val="000000"/>
                </a:solidFill>
                <a:ea typeface="MS PGothic" panose="020B0600070205080204" pitchFamily="34" charset="-128"/>
              </a:rPr>
              <a:pPr>
                <a:lnSpc>
                  <a:spcPct val="85000"/>
                </a:lnSpc>
                <a:buClrTx/>
                <a:buSzTx/>
                <a:buFontTx/>
                <a:buNone/>
              </a:pPr>
              <a:t>5</a:t>
            </a:fld>
            <a:endParaRPr lang="en-GB" altLang="zh-CN" sz="1200" b="0">
              <a:solidFill>
                <a:srgbClr val="000000"/>
              </a:solidFill>
              <a:ea typeface="MS PGothic" panose="020B0600070205080204" pitchFamily="34" charset="-128"/>
            </a:endParaRPr>
          </a:p>
        </p:txBody>
      </p:sp>
      <p:sp>
        <p:nvSpPr>
          <p:cNvPr id="71" name="Rectangle 5"/>
          <p:cNvSpPr>
            <a:spLocks noChangeArrowheads="1"/>
          </p:cNvSpPr>
          <p:nvPr/>
        </p:nvSpPr>
        <p:spPr bwMode="auto">
          <a:xfrm>
            <a:off x="382587" y="429677"/>
            <a:ext cx="11049000" cy="38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804" tIns="39402" rIns="78804" bIns="39402"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5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1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914583" eaLnBrk="0" fontAlgn="base" hangingPunct="0">
              <a:spcBef>
                <a:spcPct val="0"/>
              </a:spcBef>
              <a:spcAft>
                <a:spcPct val="0"/>
              </a:spcAft>
              <a:buFontTx/>
              <a:buNone/>
            </a:pPr>
            <a:r>
              <a:rPr lang="en-US" sz="2801" b="1" dirty="0">
                <a:solidFill>
                  <a:srgbClr val="990000"/>
                </a:solidFill>
                <a:ea typeface="黑体"/>
                <a:cs typeface="Arial" pitchFamily="34" charset="0"/>
              </a:rPr>
              <a:t>Modeling Approach for OLED </a:t>
            </a:r>
            <a:r>
              <a:rPr lang="en-US" sz="2801" b="1" dirty="0" smtClean="0">
                <a:solidFill>
                  <a:srgbClr val="990000"/>
                </a:solidFill>
                <a:ea typeface="黑体"/>
                <a:cs typeface="Arial" pitchFamily="34" charset="0"/>
              </a:rPr>
              <a:t>Aging</a:t>
            </a:r>
            <a:r>
              <a:rPr lang="ja-JP" altLang="en-US" sz="2801" b="1" dirty="0">
                <a:solidFill>
                  <a:srgbClr val="990000"/>
                </a:solidFill>
                <a:ea typeface="黑体"/>
                <a:cs typeface="Arial" pitchFamily="34" charset="0"/>
              </a:rPr>
              <a:t> </a:t>
            </a:r>
            <a:r>
              <a:rPr lang="ja-JP" altLang="en-US" sz="2801" b="1" dirty="0" smtClean="0">
                <a:solidFill>
                  <a:srgbClr val="990000"/>
                </a:solidFill>
                <a:ea typeface="黑体"/>
                <a:cs typeface="Arial" pitchFamily="34" charset="0"/>
              </a:rPr>
              <a:t>②</a:t>
            </a:r>
            <a:endParaRPr lang="zh-CN" altLang="zh-CN" sz="2801" b="1" dirty="0">
              <a:solidFill>
                <a:srgbClr val="990000"/>
              </a:solidFill>
              <a:ea typeface="黑体"/>
              <a:cs typeface="Arial" pitchFamily="34" charset="0"/>
              <a:sym typeface="Arial" panose="020B0604020202020204" pitchFamily="34" charset="0"/>
            </a:endParaRPr>
          </a:p>
        </p:txBody>
      </p:sp>
      <p:pic>
        <p:nvPicPr>
          <p:cNvPr id="68" name="Picture 67"/>
          <p:cNvPicPr>
            <a:picLocks noChangeAspect="1"/>
          </p:cNvPicPr>
          <p:nvPr/>
        </p:nvPicPr>
        <p:blipFill>
          <a:blip r:embed="rId2"/>
          <a:stretch>
            <a:fillRect/>
          </a:stretch>
        </p:blipFill>
        <p:spPr>
          <a:xfrm>
            <a:off x="1148325" y="1784771"/>
            <a:ext cx="2816452" cy="2226413"/>
          </a:xfrm>
          <a:prstGeom prst="rect">
            <a:avLst/>
          </a:prstGeom>
        </p:spPr>
      </p:pic>
      <p:sp>
        <p:nvSpPr>
          <p:cNvPr id="135" name="テキスト ボックス 9"/>
          <p:cNvSpPr txBox="1"/>
          <p:nvPr/>
        </p:nvSpPr>
        <p:spPr>
          <a:xfrm>
            <a:off x="306387" y="1816965"/>
            <a:ext cx="868585" cy="523220"/>
          </a:xfrm>
          <a:prstGeom prst="rect">
            <a:avLst/>
          </a:prstGeom>
          <a:noFill/>
        </p:spPr>
        <p:txBody>
          <a:bodyPr wrap="square" rtlCol="0">
            <a:spAutoFit/>
          </a:bodyPr>
          <a:lstStyle/>
          <a:p>
            <a:pPr algn="ctr" defTabSz="914400"/>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Aging</a:t>
            </a:r>
          </a:p>
          <a:p>
            <a:pPr algn="ctr" defTabSz="914400"/>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Case1</a:t>
            </a:r>
            <a:endParaRPr kumimoji="1" lang="en-US" altLang="ja-JP" sz="12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6" name="テキスト ボックス 9"/>
          <p:cNvSpPr txBox="1"/>
          <p:nvPr/>
        </p:nvSpPr>
        <p:spPr>
          <a:xfrm>
            <a:off x="306387" y="4099255"/>
            <a:ext cx="868585" cy="523220"/>
          </a:xfrm>
          <a:prstGeom prst="rect">
            <a:avLst/>
          </a:prstGeom>
          <a:noFill/>
        </p:spPr>
        <p:txBody>
          <a:bodyPr wrap="square" rtlCol="0">
            <a:spAutoFit/>
          </a:bodyPr>
          <a:lstStyle/>
          <a:p>
            <a:pPr algn="ctr" defTabSz="914400"/>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Aging</a:t>
            </a:r>
          </a:p>
          <a:p>
            <a:pPr algn="ctr" defTabSz="914400"/>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Case2</a:t>
            </a:r>
            <a:endParaRPr kumimoji="1" lang="en-US" altLang="ja-JP" sz="12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5" name="Picture 4"/>
          <p:cNvPicPr>
            <a:picLocks noChangeAspect="1"/>
          </p:cNvPicPr>
          <p:nvPr/>
        </p:nvPicPr>
        <p:blipFill rotWithShape="1">
          <a:blip r:embed="rId3"/>
          <a:srcRect t="-1" b="4048"/>
          <a:stretch/>
        </p:blipFill>
        <p:spPr>
          <a:xfrm>
            <a:off x="1094941" y="4071628"/>
            <a:ext cx="2816452" cy="2136292"/>
          </a:xfrm>
          <a:prstGeom prst="rect">
            <a:avLst/>
          </a:prstGeom>
        </p:spPr>
      </p:pic>
      <p:sp>
        <p:nvSpPr>
          <p:cNvPr id="142" name="Line 111"/>
          <p:cNvSpPr>
            <a:spLocks noChangeShapeType="1"/>
          </p:cNvSpPr>
          <p:nvPr/>
        </p:nvSpPr>
        <p:spPr bwMode="auto">
          <a:xfrm flipV="1">
            <a:off x="5020920" y="2321468"/>
            <a:ext cx="0" cy="1429705"/>
          </a:xfrm>
          <a:prstGeom prst="line">
            <a:avLst/>
          </a:prstGeom>
          <a:noFill/>
          <a:ln w="19050">
            <a:solidFill>
              <a:schemeClr val="tx1">
                <a:lumMod val="50000"/>
                <a:lumOff val="50000"/>
              </a:schemeClr>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43" name="Line 112"/>
          <p:cNvSpPr>
            <a:spLocks noChangeShapeType="1"/>
          </p:cNvSpPr>
          <p:nvPr/>
        </p:nvSpPr>
        <p:spPr bwMode="auto">
          <a:xfrm rot="5400000" flipV="1">
            <a:off x="6110092" y="2658586"/>
            <a:ext cx="0" cy="2176015"/>
          </a:xfrm>
          <a:prstGeom prst="line">
            <a:avLst/>
          </a:prstGeom>
          <a:noFill/>
          <a:ln w="19050">
            <a:solidFill>
              <a:schemeClr val="tx1">
                <a:lumMod val="50000"/>
                <a:lumOff val="50000"/>
              </a:schemeClr>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44" name="Arc 113"/>
          <p:cNvSpPr>
            <a:spLocks/>
          </p:cNvSpPr>
          <p:nvPr/>
        </p:nvSpPr>
        <p:spPr bwMode="auto">
          <a:xfrm flipH="1" flipV="1">
            <a:off x="5025572" y="2595266"/>
            <a:ext cx="1999235" cy="9473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45" name="Text Box 114"/>
          <p:cNvSpPr txBox="1">
            <a:spLocks noChangeArrowheads="1"/>
          </p:cNvSpPr>
          <p:nvPr/>
        </p:nvSpPr>
        <p:spPr bwMode="auto">
          <a:xfrm>
            <a:off x="7118572" y="3544428"/>
            <a:ext cx="58965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200" dirty="0" smtClean="0">
                <a:latin typeface="Meiryo UI" panose="020B0604030504040204" pitchFamily="34" charset="-128"/>
                <a:ea typeface="Meiryo UI" panose="020B0604030504040204" pitchFamily="34" charset="-128"/>
                <a:cs typeface="Meiryo UI" panose="020B0604030504040204" pitchFamily="34" charset="-128"/>
              </a:rPr>
              <a:t>time</a:t>
            </a:r>
            <a:endParaRPr lang="en-US" altLang="ja-JP" sz="1200"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147" name="Oval 117"/>
          <p:cNvSpPr>
            <a:spLocks noChangeArrowheads="1"/>
          </p:cNvSpPr>
          <p:nvPr/>
        </p:nvSpPr>
        <p:spPr bwMode="auto">
          <a:xfrm>
            <a:off x="5132570" y="2912931"/>
            <a:ext cx="54662" cy="64373"/>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48" name="Arc 118"/>
          <p:cNvSpPr>
            <a:spLocks/>
          </p:cNvSpPr>
          <p:nvPr/>
        </p:nvSpPr>
        <p:spPr bwMode="auto">
          <a:xfrm flipH="1" flipV="1">
            <a:off x="5023246" y="2586869"/>
            <a:ext cx="1999235" cy="6549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00FF"/>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49" name="Line 119"/>
          <p:cNvSpPr>
            <a:spLocks noChangeShapeType="1"/>
          </p:cNvSpPr>
          <p:nvPr/>
        </p:nvSpPr>
        <p:spPr bwMode="auto">
          <a:xfrm>
            <a:off x="5193048" y="2939519"/>
            <a:ext cx="153519" cy="0"/>
          </a:xfrm>
          <a:prstGeom prst="line">
            <a:avLst/>
          </a:prstGeom>
          <a:noFill/>
          <a:ln w="15875">
            <a:solidFill>
              <a:schemeClr val="tx1">
                <a:lumMod val="65000"/>
                <a:lumOff val="35000"/>
              </a:schemeClr>
            </a:solidFill>
            <a:prstDash val="sysDot"/>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51" name="Oval 121"/>
          <p:cNvSpPr>
            <a:spLocks noChangeArrowheads="1"/>
          </p:cNvSpPr>
          <p:nvPr/>
        </p:nvSpPr>
        <p:spPr bwMode="auto">
          <a:xfrm>
            <a:off x="5917610" y="3101850"/>
            <a:ext cx="55825" cy="64373"/>
          </a:xfrm>
          <a:prstGeom prst="ellipse">
            <a:avLst/>
          </a:prstGeom>
          <a:solidFill>
            <a:srgbClr val="96969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55" name="Line 129"/>
          <p:cNvSpPr>
            <a:spLocks noChangeShapeType="1"/>
          </p:cNvSpPr>
          <p:nvPr/>
        </p:nvSpPr>
        <p:spPr bwMode="auto">
          <a:xfrm>
            <a:off x="5361686" y="2529494"/>
            <a:ext cx="0" cy="428218"/>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56" name="Line 130"/>
          <p:cNvSpPr>
            <a:spLocks noChangeShapeType="1"/>
          </p:cNvSpPr>
          <p:nvPr/>
        </p:nvSpPr>
        <p:spPr bwMode="auto">
          <a:xfrm>
            <a:off x="5943197" y="2522497"/>
            <a:ext cx="0" cy="570957"/>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57" name="Line 131"/>
          <p:cNvSpPr>
            <a:spLocks noChangeShapeType="1"/>
          </p:cNvSpPr>
          <p:nvPr/>
        </p:nvSpPr>
        <p:spPr bwMode="auto">
          <a:xfrm>
            <a:off x="5361686" y="2689025"/>
            <a:ext cx="586163" cy="0"/>
          </a:xfrm>
          <a:prstGeom prst="line">
            <a:avLst/>
          </a:prstGeom>
          <a:noFill/>
          <a:ln w="19050">
            <a:solidFill>
              <a:schemeClr val="tx1">
                <a:lumMod val="50000"/>
                <a:lumOff val="50000"/>
              </a:schemeClr>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58" name="Line 134"/>
          <p:cNvSpPr>
            <a:spLocks noChangeShapeType="1"/>
          </p:cNvSpPr>
          <p:nvPr/>
        </p:nvSpPr>
        <p:spPr bwMode="auto">
          <a:xfrm flipH="1">
            <a:off x="5389598" y="3150829"/>
            <a:ext cx="530338" cy="0"/>
          </a:xfrm>
          <a:prstGeom prst="line">
            <a:avLst/>
          </a:prstGeom>
          <a:noFill/>
          <a:ln w="15875">
            <a:solidFill>
              <a:schemeClr val="tx1">
                <a:lumMod val="65000"/>
                <a:lumOff val="35000"/>
              </a:schemeClr>
            </a:solidFill>
            <a:prstDash val="sysDot"/>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59" name="Line 135"/>
          <p:cNvSpPr>
            <a:spLocks noChangeShapeType="1"/>
          </p:cNvSpPr>
          <p:nvPr/>
        </p:nvSpPr>
        <p:spPr bwMode="auto">
          <a:xfrm>
            <a:off x="5153505" y="2975904"/>
            <a:ext cx="0" cy="604544"/>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60" name="Line 136"/>
          <p:cNvSpPr>
            <a:spLocks noChangeShapeType="1"/>
          </p:cNvSpPr>
          <p:nvPr/>
        </p:nvSpPr>
        <p:spPr bwMode="auto">
          <a:xfrm>
            <a:off x="5391924" y="3178817"/>
            <a:ext cx="0" cy="377839"/>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61" name="Oval 137"/>
          <p:cNvSpPr>
            <a:spLocks noChangeArrowheads="1"/>
          </p:cNvSpPr>
          <p:nvPr/>
        </p:nvSpPr>
        <p:spPr bwMode="auto">
          <a:xfrm>
            <a:off x="5364012" y="3115844"/>
            <a:ext cx="54662" cy="64373"/>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62" name="Line 138"/>
          <p:cNvSpPr>
            <a:spLocks noChangeShapeType="1"/>
          </p:cNvSpPr>
          <p:nvPr/>
        </p:nvSpPr>
        <p:spPr bwMode="auto">
          <a:xfrm>
            <a:off x="5153505" y="3479690"/>
            <a:ext cx="245397" cy="0"/>
          </a:xfrm>
          <a:prstGeom prst="line">
            <a:avLst/>
          </a:prstGeom>
          <a:noFill/>
          <a:ln w="19050">
            <a:solidFill>
              <a:schemeClr val="tx1">
                <a:lumMod val="50000"/>
                <a:lumOff val="5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63" name="Text Box 139"/>
          <p:cNvSpPr txBox="1">
            <a:spLocks noChangeArrowheads="1"/>
          </p:cNvSpPr>
          <p:nvPr/>
        </p:nvSpPr>
        <p:spPr bwMode="auto">
          <a:xfrm>
            <a:off x="5414193" y="2431414"/>
            <a:ext cx="4838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200" dirty="0" err="1" smtClean="0">
                <a:solidFill>
                  <a:srgbClr val="FF3300"/>
                </a:solidFill>
                <a:latin typeface="Meiryo UI" panose="020B0604030504040204" pitchFamily="34" charset="-128"/>
                <a:ea typeface="Meiryo UI" panose="020B0604030504040204" pitchFamily="34" charset="-128"/>
                <a:cs typeface="Meiryo UI" panose="020B0604030504040204" pitchFamily="34" charset="-128"/>
              </a:rPr>
              <a:t>Δt</a:t>
            </a:r>
            <a:endParaRPr lang="en-US" altLang="ja-JP" sz="1200" baseline="-25000" dirty="0">
              <a:solidFill>
                <a:srgbClr val="FF3300"/>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165" name="Text Box 161"/>
          <p:cNvSpPr txBox="1">
            <a:spLocks noChangeArrowheads="1"/>
          </p:cNvSpPr>
          <p:nvPr/>
        </p:nvSpPr>
        <p:spPr bwMode="auto">
          <a:xfrm>
            <a:off x="4704834" y="2463722"/>
            <a:ext cx="365189" cy="333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200" dirty="0">
                <a:latin typeface="Meiryo UI" panose="020B0604030504040204" pitchFamily="34" charset="-128"/>
                <a:ea typeface="Meiryo UI" panose="020B0604030504040204" pitchFamily="34" charset="-128"/>
                <a:cs typeface="Meiryo UI" panose="020B0604030504040204" pitchFamily="34" charset="-128"/>
              </a:rPr>
              <a:t>1</a:t>
            </a:r>
            <a:endParaRPr lang="en-US" altLang="ja-JP" sz="1200" baseline="-25000"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166" name="Line 162"/>
          <p:cNvSpPr>
            <a:spLocks noChangeShapeType="1"/>
          </p:cNvSpPr>
          <p:nvPr/>
        </p:nvSpPr>
        <p:spPr bwMode="auto">
          <a:xfrm flipH="1">
            <a:off x="4967421" y="2592467"/>
            <a:ext cx="209344"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69" name="Arc 222"/>
          <p:cNvSpPr>
            <a:spLocks/>
          </p:cNvSpPr>
          <p:nvPr/>
        </p:nvSpPr>
        <p:spPr bwMode="auto">
          <a:xfrm flipH="1" flipV="1">
            <a:off x="5459379" y="2855555"/>
            <a:ext cx="695487" cy="188920"/>
          </a:xfrm>
          <a:custGeom>
            <a:avLst/>
            <a:gdLst>
              <a:gd name="G0" fmla="+- 0 0 0"/>
              <a:gd name="G1" fmla="+- 19897 0 0"/>
              <a:gd name="G2" fmla="+- 21600 0 0"/>
              <a:gd name="T0" fmla="*/ 8408 w 19942"/>
              <a:gd name="T1" fmla="*/ 0 h 19897"/>
              <a:gd name="T2" fmla="*/ 19942 w 19942"/>
              <a:gd name="T3" fmla="*/ 11598 h 19897"/>
              <a:gd name="T4" fmla="*/ 0 w 19942"/>
              <a:gd name="T5" fmla="*/ 19897 h 19897"/>
            </a:gdLst>
            <a:ahLst/>
            <a:cxnLst>
              <a:cxn ang="0">
                <a:pos x="T0" y="T1"/>
              </a:cxn>
              <a:cxn ang="0">
                <a:pos x="T2" y="T3"/>
              </a:cxn>
              <a:cxn ang="0">
                <a:pos x="T4" y="T5"/>
              </a:cxn>
            </a:cxnLst>
            <a:rect l="0" t="0" r="r" b="b"/>
            <a:pathLst>
              <a:path w="19942" h="19897" fill="none" extrusionOk="0">
                <a:moveTo>
                  <a:pt x="8407" y="0"/>
                </a:moveTo>
                <a:cubicBezTo>
                  <a:pt x="13624" y="2204"/>
                  <a:pt x="17766" y="6369"/>
                  <a:pt x="19942" y="11597"/>
                </a:cubicBezTo>
              </a:path>
              <a:path w="19942" h="19897" stroke="0" extrusionOk="0">
                <a:moveTo>
                  <a:pt x="8407" y="0"/>
                </a:moveTo>
                <a:cubicBezTo>
                  <a:pt x="13624" y="2204"/>
                  <a:pt x="17766" y="6369"/>
                  <a:pt x="19942" y="11597"/>
                </a:cubicBezTo>
                <a:lnTo>
                  <a:pt x="0" y="19897"/>
                </a:lnTo>
                <a:close/>
              </a:path>
            </a:pathLst>
          </a:custGeom>
          <a:noFill/>
          <a:ln w="12700">
            <a:solidFill>
              <a:srgbClr val="0000FF"/>
            </a:solidFill>
            <a:round/>
            <a:headEnd type="triangl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mc:AlternateContent xmlns:mc="http://schemas.openxmlformats.org/markup-compatibility/2006" xmlns:a14="http://schemas.microsoft.com/office/drawing/2010/main">
        <mc:Choice Requires="a14">
          <p:sp>
            <p:nvSpPr>
              <p:cNvPr id="185" name="TextBox 184"/>
              <p:cNvSpPr txBox="1"/>
              <p:nvPr/>
            </p:nvSpPr>
            <p:spPr>
              <a:xfrm>
                <a:off x="6570487" y="1223865"/>
                <a:ext cx="4784900" cy="4533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ja-JP" sz="1300" i="1" smtClean="0">
                              <a:latin typeface="Cambria Math" panose="02040503050406030204" pitchFamily="18" charset="0"/>
                            </a:rPr>
                          </m:ctrlPr>
                        </m:fPr>
                        <m:num>
                          <m:r>
                            <a:rPr lang="en-US" altLang="ja-JP" sz="1300" i="1" smtClean="0">
                              <a:latin typeface="Cambria Math" panose="02040503050406030204" pitchFamily="18" charset="0"/>
                            </a:rPr>
                            <m:t>𝐿</m:t>
                          </m:r>
                          <m:r>
                            <a:rPr lang="en-US" altLang="ja-JP" sz="1300" b="0" i="1" baseline="-25000" smtClean="0">
                              <a:latin typeface="Cambria Math" panose="02040503050406030204" pitchFamily="18" charset="0"/>
                            </a:rPr>
                            <m:t>𝑢𝑚</m:t>
                          </m:r>
                        </m:num>
                        <m:den>
                          <m:r>
                            <a:rPr lang="en-US" altLang="ja-JP" sz="1300" b="0" i="1" smtClean="0">
                              <a:latin typeface="Cambria Math" panose="02040503050406030204" pitchFamily="18" charset="0"/>
                            </a:rPr>
                            <m:t>𝐿</m:t>
                          </m:r>
                          <m:r>
                            <a:rPr lang="en-US" altLang="ja-JP" sz="1300" b="0" i="1" baseline="-25000" smtClean="0">
                              <a:latin typeface="Cambria Math" panose="02040503050406030204" pitchFamily="18" charset="0"/>
                            </a:rPr>
                            <m:t>𝑢𝑚</m:t>
                          </m:r>
                          <m:r>
                            <a:rPr lang="en-US" altLang="ja-JP" sz="1300" b="0" i="1" baseline="-25000" smtClean="0">
                              <a:latin typeface="Cambria Math" panose="02040503050406030204" pitchFamily="18" charset="0"/>
                            </a:rPr>
                            <m:t>_</m:t>
                          </m:r>
                          <m:r>
                            <a:rPr lang="en-US" altLang="ja-JP" sz="1300" b="0" i="1" baseline="-25000" smtClean="0">
                              <a:latin typeface="Cambria Math" panose="02040503050406030204" pitchFamily="18" charset="0"/>
                            </a:rPr>
                            <m:t>𝑖𝑛𝑖</m:t>
                          </m:r>
                        </m:den>
                      </m:f>
                      <m:r>
                        <a:rPr lang="en-US" altLang="ja-JP" sz="1300" i="1">
                          <a:latin typeface="Cambria Math" panose="02040503050406030204" pitchFamily="18" charset="0"/>
                          <a:ea typeface="Cambria Math" panose="02040503050406030204" pitchFamily="18" charset="0"/>
                        </a:rPr>
                        <m:t>∝</m:t>
                      </m:r>
                      <m:r>
                        <a:rPr lang="en-US" sz="1300" i="1" smtClean="0">
                          <a:solidFill>
                            <a:srgbClr val="0000FF"/>
                          </a:solidFill>
                          <a:latin typeface="Cambria Math" panose="02040503050406030204" pitchFamily="18" charset="0"/>
                          <a:ea typeface="Cambria Math" panose="02040503050406030204" pitchFamily="18" charset="0"/>
                        </a:rPr>
                        <m:t>∆</m:t>
                      </m:r>
                      <m:r>
                        <a:rPr lang="en-US" sz="1300" i="1" smtClean="0">
                          <a:solidFill>
                            <a:srgbClr val="0000FF"/>
                          </a:solidFill>
                          <a:latin typeface="Cambria Math" panose="02040503050406030204" pitchFamily="18" charset="0"/>
                          <a:ea typeface="Cambria Math" panose="02040503050406030204" pitchFamily="18" charset="0"/>
                        </a:rPr>
                        <m:t>𝜂</m:t>
                      </m:r>
                      <m:r>
                        <a:rPr lang="en-US" sz="1300" b="0" i="1" baseline="30000" smtClean="0">
                          <a:solidFill>
                            <a:srgbClr val="0000FF"/>
                          </a:solidFill>
                          <a:latin typeface="Cambria Math" panose="02040503050406030204" pitchFamily="18" charset="0"/>
                          <a:ea typeface="Cambria Math" panose="02040503050406030204" pitchFamily="18" charset="0"/>
                        </a:rPr>
                        <m:t>1</m:t>
                      </m:r>
                      <m:d>
                        <m:dPr>
                          <m:ctrlPr>
                            <a:rPr lang="en-US" sz="1300" b="0" i="1" smtClean="0">
                              <a:solidFill>
                                <a:srgbClr val="0000FF"/>
                              </a:solidFill>
                              <a:latin typeface="Cambria Math" panose="02040503050406030204" pitchFamily="18" charset="0"/>
                              <a:ea typeface="Cambria Math" panose="02040503050406030204" pitchFamily="18" charset="0"/>
                            </a:rPr>
                          </m:ctrlPr>
                        </m:dPr>
                        <m:e>
                          <m:nary>
                            <m:naryPr>
                              <m:ctrlPr>
                                <a:rPr lang="en-US" sz="1300" b="0" i="1" smtClean="0">
                                  <a:solidFill>
                                    <a:srgbClr val="0000FF"/>
                                  </a:solidFill>
                                  <a:latin typeface="Cambria Math" panose="02040503050406030204" pitchFamily="18" charset="0"/>
                                  <a:ea typeface="Cambria Math" panose="02040503050406030204" pitchFamily="18" charset="0"/>
                                </a:rPr>
                              </m:ctrlPr>
                            </m:naryPr>
                            <m:sub>
                              <m:r>
                                <m:rPr>
                                  <m:brk m:alnAt="23"/>
                                </m:rPr>
                                <a:rPr lang="en-US" sz="1300" b="0" i="1" smtClean="0">
                                  <a:solidFill>
                                    <a:srgbClr val="0000FF"/>
                                  </a:solidFill>
                                  <a:latin typeface="Cambria Math" panose="02040503050406030204" pitchFamily="18" charset="0"/>
                                  <a:ea typeface="Cambria Math" panose="02040503050406030204" pitchFamily="18" charset="0"/>
                                </a:rPr>
                                <m:t>0</m:t>
                              </m:r>
                            </m:sub>
                            <m:sup>
                              <m:r>
                                <a:rPr lang="en-US" sz="1300" b="0" i="1" smtClean="0">
                                  <a:solidFill>
                                    <a:srgbClr val="0000FF"/>
                                  </a:solidFill>
                                  <a:latin typeface="Cambria Math" panose="02040503050406030204" pitchFamily="18" charset="0"/>
                                  <a:ea typeface="Cambria Math" panose="02040503050406030204" pitchFamily="18" charset="0"/>
                                </a:rPr>
                                <m:t>𝑡</m:t>
                              </m:r>
                            </m:sup>
                            <m:e>
                              <m:r>
                                <a:rPr lang="en-US" sz="1300" b="0" i="1" smtClean="0">
                                  <a:solidFill>
                                    <a:srgbClr val="0000FF"/>
                                  </a:solidFill>
                                  <a:latin typeface="Cambria Math" panose="02040503050406030204" pitchFamily="18" charset="0"/>
                                  <a:ea typeface="Cambria Math" panose="02040503050406030204" pitchFamily="18" charset="0"/>
                                </a:rPr>
                                <m:t>𝑆</m:t>
                              </m:r>
                              <m:r>
                                <a:rPr lang="en-US" sz="1300" b="0" i="1" baseline="-25000" smtClean="0">
                                  <a:solidFill>
                                    <a:srgbClr val="0000FF"/>
                                  </a:solidFill>
                                  <a:latin typeface="Cambria Math" panose="02040503050406030204" pitchFamily="18" charset="0"/>
                                  <a:ea typeface="Cambria Math" panose="02040503050406030204" pitchFamily="18" charset="0"/>
                                </a:rPr>
                                <m:t>1</m:t>
                              </m:r>
                              <m:d>
                                <m:dPr>
                                  <m:ctrlPr>
                                    <a:rPr lang="en-US" sz="1300" b="0" i="1" smtClean="0">
                                      <a:solidFill>
                                        <a:srgbClr val="0000FF"/>
                                      </a:solidFill>
                                      <a:latin typeface="Cambria Math" panose="02040503050406030204" pitchFamily="18" charset="0"/>
                                      <a:ea typeface="Cambria Math" panose="02040503050406030204" pitchFamily="18" charset="0"/>
                                    </a:rPr>
                                  </m:ctrlPr>
                                </m:dPr>
                                <m:e>
                                  <m:r>
                                    <a:rPr lang="en-US" sz="1300" b="0" i="1" smtClean="0">
                                      <a:solidFill>
                                        <a:srgbClr val="0000FF"/>
                                      </a:solidFill>
                                      <a:latin typeface="Cambria Math" panose="02040503050406030204" pitchFamily="18" charset="0"/>
                                      <a:ea typeface="Cambria Math" panose="02040503050406030204" pitchFamily="18" charset="0"/>
                                    </a:rPr>
                                    <m:t>𝐼</m:t>
                                  </m:r>
                                  <m:r>
                                    <a:rPr lang="en-US" sz="1300" b="0" i="1" baseline="-25000" smtClean="0">
                                      <a:solidFill>
                                        <a:srgbClr val="0000FF"/>
                                      </a:solidFill>
                                      <a:latin typeface="Cambria Math" panose="02040503050406030204" pitchFamily="18" charset="0"/>
                                      <a:ea typeface="Cambria Math" panose="02040503050406030204" pitchFamily="18" charset="0"/>
                                    </a:rPr>
                                    <m:t>𝑠𝑡𝑟𝑒𝑠𝑠</m:t>
                                  </m:r>
                                  <m:d>
                                    <m:dPr>
                                      <m:ctrlPr>
                                        <a:rPr lang="en-US" sz="1300" b="0" i="1" smtClean="0">
                                          <a:solidFill>
                                            <a:srgbClr val="0000FF"/>
                                          </a:solidFill>
                                          <a:latin typeface="Cambria Math" panose="02040503050406030204" pitchFamily="18" charset="0"/>
                                          <a:ea typeface="Cambria Math" panose="02040503050406030204" pitchFamily="18" charset="0"/>
                                        </a:rPr>
                                      </m:ctrlPr>
                                    </m:dPr>
                                    <m:e>
                                      <m:r>
                                        <a:rPr lang="en-US" sz="1300" b="0" i="1" smtClean="0">
                                          <a:solidFill>
                                            <a:srgbClr val="0000FF"/>
                                          </a:solidFill>
                                          <a:latin typeface="Cambria Math" panose="02040503050406030204" pitchFamily="18" charset="0"/>
                                          <a:ea typeface="Cambria Math" panose="02040503050406030204" pitchFamily="18" charset="0"/>
                                        </a:rPr>
                                        <m:t>𝑡</m:t>
                                      </m:r>
                                      <m:r>
                                        <a:rPr lang="en-US" sz="1300" b="0" i="1" baseline="-25000" smtClean="0">
                                          <a:solidFill>
                                            <a:srgbClr val="0000FF"/>
                                          </a:solidFill>
                                          <a:latin typeface="Cambria Math" panose="02040503050406030204" pitchFamily="18" charset="0"/>
                                          <a:ea typeface="Cambria Math" panose="02040503050406030204" pitchFamily="18" charset="0"/>
                                        </a:rPr>
                                        <m:t>𝑝</m:t>
                                      </m:r>
                                    </m:e>
                                  </m:d>
                                </m:e>
                              </m:d>
                              <m:r>
                                <a:rPr lang="en-US" sz="1300" b="0" i="1" smtClean="0">
                                  <a:solidFill>
                                    <a:srgbClr val="0000FF"/>
                                  </a:solidFill>
                                  <a:latin typeface="Cambria Math" panose="02040503050406030204" pitchFamily="18" charset="0"/>
                                  <a:ea typeface="Cambria Math" panose="02040503050406030204" pitchFamily="18" charset="0"/>
                                </a:rPr>
                                <m:t>𝑑</m:t>
                              </m:r>
                              <m:r>
                                <a:rPr lang="en-US" sz="1300" b="0" i="1" baseline="-25000" smtClean="0">
                                  <a:solidFill>
                                    <a:srgbClr val="0000FF"/>
                                  </a:solidFill>
                                  <a:latin typeface="Cambria Math" panose="02040503050406030204" pitchFamily="18" charset="0"/>
                                  <a:ea typeface="Cambria Math" panose="02040503050406030204" pitchFamily="18" charset="0"/>
                                </a:rPr>
                                <m:t>𝑡𝑝</m:t>
                              </m:r>
                            </m:e>
                          </m:nary>
                        </m:e>
                      </m:d>
                      <m:r>
                        <a:rPr lang="en-US" sz="1300" i="1" smtClean="0">
                          <a:solidFill>
                            <a:schemeClr val="tx2">
                              <a:lumMod val="60000"/>
                              <a:lumOff val="40000"/>
                            </a:schemeClr>
                          </a:solidFill>
                          <a:latin typeface="Cambria Math" panose="02040503050406030204" pitchFamily="18" charset="0"/>
                          <a:ea typeface="Cambria Math" panose="02040503050406030204" pitchFamily="18" charset="0"/>
                        </a:rPr>
                        <m:t>∙∆</m:t>
                      </m:r>
                      <m:r>
                        <a:rPr lang="en-US" sz="1300" i="1" smtClean="0">
                          <a:solidFill>
                            <a:schemeClr val="tx2">
                              <a:lumMod val="60000"/>
                              <a:lumOff val="40000"/>
                            </a:schemeClr>
                          </a:solidFill>
                          <a:latin typeface="Cambria Math" panose="02040503050406030204" pitchFamily="18" charset="0"/>
                          <a:ea typeface="Cambria Math" panose="02040503050406030204" pitchFamily="18" charset="0"/>
                        </a:rPr>
                        <m:t>𝜂</m:t>
                      </m:r>
                      <m:r>
                        <a:rPr lang="en-US" sz="1300" b="0" i="1" baseline="30000" smtClean="0">
                          <a:solidFill>
                            <a:schemeClr val="tx2">
                              <a:lumMod val="60000"/>
                              <a:lumOff val="40000"/>
                            </a:schemeClr>
                          </a:solidFill>
                          <a:latin typeface="Cambria Math" panose="02040503050406030204" pitchFamily="18" charset="0"/>
                          <a:ea typeface="Cambria Math" panose="02040503050406030204" pitchFamily="18" charset="0"/>
                        </a:rPr>
                        <m:t>2</m:t>
                      </m:r>
                      <m:d>
                        <m:dPr>
                          <m:ctrlPr>
                            <a:rPr lang="en-US" sz="1300" i="1">
                              <a:solidFill>
                                <a:schemeClr val="tx2">
                                  <a:lumMod val="60000"/>
                                  <a:lumOff val="40000"/>
                                </a:schemeClr>
                              </a:solidFill>
                              <a:latin typeface="Cambria Math" panose="02040503050406030204" pitchFamily="18" charset="0"/>
                              <a:ea typeface="Cambria Math" panose="02040503050406030204" pitchFamily="18" charset="0"/>
                            </a:rPr>
                          </m:ctrlPr>
                        </m:dPr>
                        <m:e>
                          <m:nary>
                            <m:naryPr>
                              <m:ctrlPr>
                                <a:rPr lang="en-US" sz="1300" i="1">
                                  <a:solidFill>
                                    <a:schemeClr val="tx2">
                                      <a:lumMod val="60000"/>
                                      <a:lumOff val="40000"/>
                                    </a:schemeClr>
                                  </a:solidFill>
                                  <a:latin typeface="Cambria Math" panose="02040503050406030204" pitchFamily="18" charset="0"/>
                                  <a:ea typeface="Cambria Math" panose="02040503050406030204" pitchFamily="18" charset="0"/>
                                </a:rPr>
                              </m:ctrlPr>
                            </m:naryPr>
                            <m:sub>
                              <m:r>
                                <m:rPr>
                                  <m:brk m:alnAt="23"/>
                                </m:rPr>
                                <a:rPr lang="en-US" sz="1300" i="1">
                                  <a:solidFill>
                                    <a:schemeClr val="tx2">
                                      <a:lumMod val="60000"/>
                                      <a:lumOff val="40000"/>
                                    </a:schemeClr>
                                  </a:solidFill>
                                  <a:latin typeface="Cambria Math" panose="02040503050406030204" pitchFamily="18" charset="0"/>
                                  <a:ea typeface="Cambria Math" panose="02040503050406030204" pitchFamily="18" charset="0"/>
                                </a:rPr>
                                <m:t>0</m:t>
                              </m:r>
                            </m:sub>
                            <m:sup>
                              <m:r>
                                <a:rPr lang="en-US" sz="1300" i="1">
                                  <a:solidFill>
                                    <a:schemeClr val="tx2">
                                      <a:lumMod val="60000"/>
                                      <a:lumOff val="40000"/>
                                    </a:schemeClr>
                                  </a:solidFill>
                                  <a:latin typeface="Cambria Math" panose="02040503050406030204" pitchFamily="18" charset="0"/>
                                  <a:ea typeface="Cambria Math" panose="02040503050406030204" pitchFamily="18" charset="0"/>
                                </a:rPr>
                                <m:t>𝑡</m:t>
                              </m:r>
                            </m:sup>
                            <m:e>
                              <m:r>
                                <a:rPr lang="en-US" sz="1300" i="1">
                                  <a:solidFill>
                                    <a:schemeClr val="tx2">
                                      <a:lumMod val="60000"/>
                                      <a:lumOff val="40000"/>
                                    </a:schemeClr>
                                  </a:solidFill>
                                  <a:latin typeface="Cambria Math" panose="02040503050406030204" pitchFamily="18" charset="0"/>
                                  <a:ea typeface="Cambria Math" panose="02040503050406030204" pitchFamily="18" charset="0"/>
                                </a:rPr>
                                <m:t>𝑆</m:t>
                              </m:r>
                              <m:r>
                                <a:rPr lang="en-US" sz="1300" b="0" i="1" baseline="-25000" smtClean="0">
                                  <a:solidFill>
                                    <a:schemeClr val="tx2">
                                      <a:lumMod val="60000"/>
                                      <a:lumOff val="40000"/>
                                    </a:schemeClr>
                                  </a:solidFill>
                                  <a:latin typeface="Cambria Math" panose="02040503050406030204" pitchFamily="18" charset="0"/>
                                  <a:ea typeface="Cambria Math" panose="02040503050406030204" pitchFamily="18" charset="0"/>
                                </a:rPr>
                                <m:t>2</m:t>
                              </m:r>
                              <m:d>
                                <m:dPr>
                                  <m:ctrlPr>
                                    <a:rPr lang="en-US" sz="1300" i="1">
                                      <a:solidFill>
                                        <a:schemeClr val="tx2">
                                          <a:lumMod val="60000"/>
                                          <a:lumOff val="40000"/>
                                        </a:schemeClr>
                                      </a:solidFill>
                                      <a:latin typeface="Cambria Math" panose="02040503050406030204" pitchFamily="18" charset="0"/>
                                      <a:ea typeface="Cambria Math" panose="02040503050406030204" pitchFamily="18" charset="0"/>
                                    </a:rPr>
                                  </m:ctrlPr>
                                </m:dPr>
                                <m:e>
                                  <m:r>
                                    <a:rPr lang="en-US" sz="1300" i="1">
                                      <a:solidFill>
                                        <a:schemeClr val="tx2">
                                          <a:lumMod val="60000"/>
                                          <a:lumOff val="40000"/>
                                        </a:schemeClr>
                                      </a:solidFill>
                                      <a:latin typeface="Cambria Math" panose="02040503050406030204" pitchFamily="18" charset="0"/>
                                      <a:ea typeface="Cambria Math" panose="02040503050406030204" pitchFamily="18" charset="0"/>
                                    </a:rPr>
                                    <m:t>𝐼</m:t>
                                  </m:r>
                                  <m:r>
                                    <a:rPr lang="en-US" sz="1300" i="1" baseline="-25000">
                                      <a:solidFill>
                                        <a:schemeClr val="tx2">
                                          <a:lumMod val="60000"/>
                                          <a:lumOff val="40000"/>
                                        </a:schemeClr>
                                      </a:solidFill>
                                      <a:latin typeface="Cambria Math" panose="02040503050406030204" pitchFamily="18" charset="0"/>
                                      <a:ea typeface="Cambria Math" panose="02040503050406030204" pitchFamily="18" charset="0"/>
                                    </a:rPr>
                                    <m:t>𝑠𝑡𝑟𝑒𝑠𝑠</m:t>
                                  </m:r>
                                  <m:d>
                                    <m:dPr>
                                      <m:ctrlPr>
                                        <a:rPr lang="en-US" sz="1300" i="1">
                                          <a:solidFill>
                                            <a:schemeClr val="tx2">
                                              <a:lumMod val="60000"/>
                                              <a:lumOff val="40000"/>
                                            </a:schemeClr>
                                          </a:solidFill>
                                          <a:latin typeface="Cambria Math" panose="02040503050406030204" pitchFamily="18" charset="0"/>
                                          <a:ea typeface="Cambria Math" panose="02040503050406030204" pitchFamily="18" charset="0"/>
                                        </a:rPr>
                                      </m:ctrlPr>
                                    </m:dPr>
                                    <m:e>
                                      <m:r>
                                        <a:rPr lang="en-US" sz="1300" i="1">
                                          <a:solidFill>
                                            <a:schemeClr val="tx2">
                                              <a:lumMod val="60000"/>
                                              <a:lumOff val="40000"/>
                                            </a:schemeClr>
                                          </a:solidFill>
                                          <a:latin typeface="Cambria Math" panose="02040503050406030204" pitchFamily="18" charset="0"/>
                                          <a:ea typeface="Cambria Math" panose="02040503050406030204" pitchFamily="18" charset="0"/>
                                        </a:rPr>
                                        <m:t>𝑡</m:t>
                                      </m:r>
                                      <m:r>
                                        <a:rPr lang="en-US" sz="1300" i="1" baseline="-25000">
                                          <a:solidFill>
                                            <a:schemeClr val="tx2">
                                              <a:lumMod val="60000"/>
                                              <a:lumOff val="40000"/>
                                            </a:schemeClr>
                                          </a:solidFill>
                                          <a:latin typeface="Cambria Math" panose="02040503050406030204" pitchFamily="18" charset="0"/>
                                          <a:ea typeface="Cambria Math" panose="02040503050406030204" pitchFamily="18" charset="0"/>
                                        </a:rPr>
                                        <m:t>𝑝</m:t>
                                      </m:r>
                                    </m:e>
                                  </m:d>
                                </m:e>
                              </m:d>
                              <m:r>
                                <a:rPr lang="en-US" sz="1300" i="1">
                                  <a:solidFill>
                                    <a:schemeClr val="tx2">
                                      <a:lumMod val="60000"/>
                                      <a:lumOff val="40000"/>
                                    </a:schemeClr>
                                  </a:solidFill>
                                  <a:latin typeface="Cambria Math" panose="02040503050406030204" pitchFamily="18" charset="0"/>
                                  <a:ea typeface="Cambria Math" panose="02040503050406030204" pitchFamily="18" charset="0"/>
                                </a:rPr>
                                <m:t>𝑑</m:t>
                              </m:r>
                              <m:r>
                                <a:rPr lang="en-US" sz="1300" i="1" baseline="-25000">
                                  <a:solidFill>
                                    <a:schemeClr val="tx2">
                                      <a:lumMod val="60000"/>
                                      <a:lumOff val="40000"/>
                                    </a:schemeClr>
                                  </a:solidFill>
                                  <a:latin typeface="Cambria Math" panose="02040503050406030204" pitchFamily="18" charset="0"/>
                                  <a:ea typeface="Cambria Math" panose="02040503050406030204" pitchFamily="18" charset="0"/>
                                </a:rPr>
                                <m:t>𝑡𝑝</m:t>
                              </m:r>
                            </m:e>
                          </m:nary>
                          <m:r>
                            <a:rPr lang="en-US" sz="1300" b="0" i="1" smtClean="0">
                              <a:solidFill>
                                <a:schemeClr val="tx2">
                                  <a:lumMod val="60000"/>
                                  <a:lumOff val="40000"/>
                                </a:schemeClr>
                              </a:solidFill>
                              <a:latin typeface="Cambria Math" panose="02040503050406030204" pitchFamily="18" charset="0"/>
                              <a:ea typeface="Cambria Math" panose="02040503050406030204" pitchFamily="18" charset="0"/>
                            </a:rPr>
                            <m:t>,</m:t>
                          </m:r>
                          <m:r>
                            <a:rPr lang="en-US" sz="1300" b="0" i="1" smtClean="0">
                              <a:solidFill>
                                <a:schemeClr val="tx2">
                                  <a:lumMod val="60000"/>
                                  <a:lumOff val="40000"/>
                                </a:schemeClr>
                              </a:solidFill>
                              <a:latin typeface="Cambria Math" panose="02040503050406030204" pitchFamily="18" charset="0"/>
                              <a:ea typeface="Cambria Math" panose="02040503050406030204" pitchFamily="18" charset="0"/>
                            </a:rPr>
                            <m:t>𝐼𝑝𝑖𝑥</m:t>
                          </m:r>
                        </m:e>
                      </m:d>
                    </m:oMath>
                  </m:oMathPara>
                </a14:m>
                <a:endParaRPr lang="en-US" sz="1300" baseline="30000" dirty="0"/>
              </a:p>
            </p:txBody>
          </p:sp>
        </mc:Choice>
        <mc:Fallback xmlns="">
          <p:sp>
            <p:nvSpPr>
              <p:cNvPr id="185" name="TextBox 184"/>
              <p:cNvSpPr txBox="1">
                <a:spLocks noRot="1" noChangeAspect="1" noMove="1" noResize="1" noEditPoints="1" noAdjustHandles="1" noChangeArrowheads="1" noChangeShapeType="1" noTextEdit="1"/>
              </p:cNvSpPr>
              <p:nvPr/>
            </p:nvSpPr>
            <p:spPr>
              <a:xfrm>
                <a:off x="6570487" y="1223865"/>
                <a:ext cx="4784900" cy="453329"/>
              </a:xfrm>
              <a:prstGeom prst="rect">
                <a:avLst/>
              </a:prstGeom>
              <a:blipFill rotWithShape="0">
                <a:blip r:embed="rId4"/>
                <a:stretch>
                  <a:fillRect l="-382" t="-183784" b="-266216"/>
                </a:stretch>
              </a:blipFill>
            </p:spPr>
            <p:txBody>
              <a:bodyPr/>
              <a:lstStyle/>
              <a:p>
                <a:r>
                  <a:rPr lang="en-US">
                    <a:noFill/>
                  </a:rPr>
                  <a:t> </a:t>
                </a:r>
              </a:p>
            </p:txBody>
          </p:sp>
        </mc:Fallback>
      </mc:AlternateContent>
      <p:pic>
        <p:nvPicPr>
          <p:cNvPr id="9" name="Picture 8"/>
          <p:cNvPicPr>
            <a:picLocks noChangeAspect="1"/>
          </p:cNvPicPr>
          <p:nvPr/>
        </p:nvPicPr>
        <p:blipFill rotWithShape="1">
          <a:blip r:embed="rId5"/>
          <a:srcRect b="6819"/>
          <a:stretch/>
        </p:blipFill>
        <p:spPr>
          <a:xfrm>
            <a:off x="4689119" y="4530754"/>
            <a:ext cx="1922937" cy="1600200"/>
          </a:xfrm>
          <a:prstGeom prst="rect">
            <a:avLst/>
          </a:prstGeom>
        </p:spPr>
      </p:pic>
      <p:cxnSp>
        <p:nvCxnSpPr>
          <p:cNvPr id="188" name="Straight Connector 187"/>
          <p:cNvCxnSpPr>
            <a:endCxn id="189" idx="0"/>
          </p:cNvCxnSpPr>
          <p:nvPr/>
        </p:nvCxnSpPr>
        <p:spPr bwMode="auto">
          <a:xfrm flipH="1" flipV="1">
            <a:off x="2955705" y="4698797"/>
            <a:ext cx="371453" cy="117743"/>
          </a:xfrm>
          <a:prstGeom prst="line">
            <a:avLst/>
          </a:prstGeom>
          <a:noFill/>
          <a:ln w="15875" cap="flat" cmpd="sng" algn="ctr">
            <a:solidFill>
              <a:schemeClr val="tx2">
                <a:lumMod val="60000"/>
                <a:lumOff val="40000"/>
              </a:schemeClr>
            </a:solidFill>
            <a:prstDash val="sysDot"/>
            <a:round/>
            <a:headEnd type="none" w="med" len="med"/>
            <a:tailEnd type="none" w="med" len="med"/>
          </a:ln>
          <a:effectLst/>
        </p:spPr>
      </p:cxnSp>
      <p:sp>
        <p:nvSpPr>
          <p:cNvPr id="14" name="Freeform 13"/>
          <p:cNvSpPr/>
          <p:nvPr/>
        </p:nvSpPr>
        <p:spPr bwMode="auto">
          <a:xfrm>
            <a:off x="1627740" y="2228850"/>
            <a:ext cx="769143" cy="309563"/>
          </a:xfrm>
          <a:custGeom>
            <a:avLst/>
            <a:gdLst>
              <a:gd name="connsiteX0" fmla="*/ 752600 w 752600"/>
              <a:gd name="connsiteY0" fmla="*/ 0 h 314325"/>
              <a:gd name="connsiteX1" fmla="*/ 123950 w 752600"/>
              <a:gd name="connsiteY1" fmla="*/ 138113 h 314325"/>
              <a:gd name="connsiteX2" fmla="*/ 125 w 752600"/>
              <a:gd name="connsiteY2" fmla="*/ 314325 h 314325"/>
              <a:gd name="connsiteX0" fmla="*/ 769174 w 769174"/>
              <a:gd name="connsiteY0" fmla="*/ 0 h 309563"/>
              <a:gd name="connsiteX1" fmla="*/ 140524 w 769174"/>
              <a:gd name="connsiteY1" fmla="*/ 138113 h 309563"/>
              <a:gd name="connsiteX2" fmla="*/ 31 w 769174"/>
              <a:gd name="connsiteY2" fmla="*/ 309563 h 309563"/>
              <a:gd name="connsiteX0" fmla="*/ 769143 w 769143"/>
              <a:gd name="connsiteY0" fmla="*/ 0 h 309563"/>
              <a:gd name="connsiteX1" fmla="*/ 140493 w 769143"/>
              <a:gd name="connsiteY1" fmla="*/ 138113 h 309563"/>
              <a:gd name="connsiteX2" fmla="*/ 0 w 769143"/>
              <a:gd name="connsiteY2" fmla="*/ 309563 h 309563"/>
            </a:gdLst>
            <a:ahLst/>
            <a:cxnLst>
              <a:cxn ang="0">
                <a:pos x="connsiteX0" y="connsiteY0"/>
              </a:cxn>
              <a:cxn ang="0">
                <a:pos x="connsiteX1" y="connsiteY1"/>
              </a:cxn>
              <a:cxn ang="0">
                <a:pos x="connsiteX2" y="connsiteY2"/>
              </a:cxn>
            </a:cxnLst>
            <a:rect l="l" t="t" r="r" b="b"/>
            <a:pathLst>
              <a:path w="769143" h="309563">
                <a:moveTo>
                  <a:pt x="769143" y="0"/>
                </a:moveTo>
                <a:cubicBezTo>
                  <a:pt x="517524" y="42863"/>
                  <a:pt x="268683" y="86519"/>
                  <a:pt x="140493" y="138113"/>
                </a:cubicBezTo>
                <a:cubicBezTo>
                  <a:pt x="12303" y="189707"/>
                  <a:pt x="20637" y="252413"/>
                  <a:pt x="0" y="309563"/>
                </a:cubicBezTo>
              </a:path>
            </a:pathLst>
          </a:custGeom>
          <a:noFill/>
          <a:ln w="15875" cap="flat" cmpd="sng" algn="ctr">
            <a:solidFill>
              <a:schemeClr val="tx2">
                <a:lumMod val="60000"/>
                <a:lumOff val="40000"/>
              </a:schemeClr>
            </a:solidFill>
            <a:prstDash val="solid"/>
            <a:round/>
            <a:headEnd type="none" w="med" len="med"/>
            <a:tailEnd type="none"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189" name="Freeform 188"/>
          <p:cNvSpPr/>
          <p:nvPr/>
        </p:nvSpPr>
        <p:spPr bwMode="auto">
          <a:xfrm>
            <a:off x="2165116" y="4698797"/>
            <a:ext cx="790589" cy="364332"/>
          </a:xfrm>
          <a:custGeom>
            <a:avLst/>
            <a:gdLst>
              <a:gd name="connsiteX0" fmla="*/ 752600 w 752600"/>
              <a:gd name="connsiteY0" fmla="*/ 0 h 314325"/>
              <a:gd name="connsiteX1" fmla="*/ 123950 w 752600"/>
              <a:gd name="connsiteY1" fmla="*/ 138113 h 314325"/>
              <a:gd name="connsiteX2" fmla="*/ 125 w 752600"/>
              <a:gd name="connsiteY2" fmla="*/ 314325 h 314325"/>
              <a:gd name="connsiteX0" fmla="*/ 790589 w 790589"/>
              <a:gd name="connsiteY0" fmla="*/ 0 h 364332"/>
              <a:gd name="connsiteX1" fmla="*/ 161939 w 790589"/>
              <a:gd name="connsiteY1" fmla="*/ 138113 h 364332"/>
              <a:gd name="connsiteX2" fmla="*/ 14 w 790589"/>
              <a:gd name="connsiteY2" fmla="*/ 364332 h 364332"/>
            </a:gdLst>
            <a:ahLst/>
            <a:cxnLst>
              <a:cxn ang="0">
                <a:pos x="connsiteX0" y="connsiteY0"/>
              </a:cxn>
              <a:cxn ang="0">
                <a:pos x="connsiteX1" y="connsiteY1"/>
              </a:cxn>
              <a:cxn ang="0">
                <a:pos x="connsiteX2" y="connsiteY2"/>
              </a:cxn>
            </a:cxnLst>
            <a:rect l="l" t="t" r="r" b="b"/>
            <a:pathLst>
              <a:path w="790589" h="364332">
                <a:moveTo>
                  <a:pt x="790589" y="0"/>
                </a:moveTo>
                <a:cubicBezTo>
                  <a:pt x="538970" y="42863"/>
                  <a:pt x="293701" y="77391"/>
                  <a:pt x="161939" y="138113"/>
                </a:cubicBezTo>
                <a:cubicBezTo>
                  <a:pt x="30177" y="198835"/>
                  <a:pt x="-780" y="302420"/>
                  <a:pt x="14" y="364332"/>
                </a:cubicBezTo>
              </a:path>
            </a:pathLst>
          </a:custGeom>
          <a:noFill/>
          <a:ln w="15875" cap="flat" cmpd="sng" algn="ctr">
            <a:solidFill>
              <a:schemeClr val="tx2">
                <a:lumMod val="60000"/>
                <a:lumOff val="40000"/>
              </a:schemeClr>
            </a:solidFill>
            <a:prstDash val="solid"/>
            <a:round/>
            <a:headEnd type="none" w="med" len="med"/>
            <a:tailEnd type="none"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cxnSp>
        <p:nvCxnSpPr>
          <p:cNvPr id="12" name="Straight Connector 11"/>
          <p:cNvCxnSpPr/>
          <p:nvPr/>
        </p:nvCxnSpPr>
        <p:spPr bwMode="auto">
          <a:xfrm flipH="1" flipV="1">
            <a:off x="2401045" y="2228850"/>
            <a:ext cx="980932" cy="305152"/>
          </a:xfrm>
          <a:prstGeom prst="line">
            <a:avLst/>
          </a:prstGeom>
          <a:noFill/>
          <a:ln w="15875" cap="flat" cmpd="sng" algn="ctr">
            <a:solidFill>
              <a:schemeClr val="tx2">
                <a:lumMod val="60000"/>
                <a:lumOff val="40000"/>
              </a:schemeClr>
            </a:solidFill>
            <a:prstDash val="sysDot"/>
            <a:round/>
            <a:headEnd type="none" w="med" len="med"/>
            <a:tailEnd type="none" w="med" len="med"/>
          </a:ln>
          <a:effectLst/>
        </p:spPr>
      </p:cxnSp>
      <p:sp>
        <p:nvSpPr>
          <p:cNvPr id="199" name="円弧 223"/>
          <p:cNvSpPr/>
          <p:nvPr/>
        </p:nvSpPr>
        <p:spPr>
          <a:xfrm rot="1123569" flipH="1" flipV="1">
            <a:off x="1970030" y="4157020"/>
            <a:ext cx="2525328" cy="518306"/>
          </a:xfrm>
          <a:prstGeom prst="arc">
            <a:avLst>
              <a:gd name="adj1" fmla="val 16200000"/>
              <a:gd name="adj2" fmla="val 21164377"/>
            </a:avLst>
          </a:prstGeom>
          <a:noFill/>
          <a:ln w="22225">
            <a:solidFill>
              <a:srgbClr val="0000FF"/>
            </a:solidFill>
            <a:prstDash val="solid"/>
            <a:headEnd type="triangle"/>
            <a:tailEnd type="none"/>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black"/>
              </a:solidFill>
              <a:effectLst/>
              <a:uLnTx/>
              <a:uFillTx/>
              <a:latin typeface="Century Schoolbook"/>
              <a:ea typeface="ＭＳ Ｐ明朝" panose="02020600040205080304" pitchFamily="18" charset="-128"/>
              <a:cs typeface="+mn-cs"/>
            </a:endParaRPr>
          </a:p>
        </p:txBody>
      </p:sp>
      <p:sp>
        <p:nvSpPr>
          <p:cNvPr id="200" name="テキスト ボックス 9"/>
          <p:cNvSpPr txBox="1"/>
          <p:nvPr/>
        </p:nvSpPr>
        <p:spPr>
          <a:xfrm>
            <a:off x="4536720" y="1758605"/>
            <a:ext cx="7541204" cy="461665"/>
          </a:xfrm>
          <a:prstGeom prst="rect">
            <a:avLst/>
          </a:prstGeom>
          <a:solidFill>
            <a:srgbClr val="0070C0"/>
          </a:solidFill>
        </p:spPr>
        <p:txBody>
          <a:bodyPr wrap="square" rtlCol="0">
            <a:spAutoFit/>
          </a:bodyPr>
          <a:lstStyle/>
          <a:p>
            <a:pPr defTabSz="914400"/>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Convert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the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run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time to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the equivalent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reference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stress (</a:t>
            </a:r>
            <a:r>
              <a:rPr kumimoji="1" lang="en-US" altLang="ja-JP" sz="1200" dirty="0" err="1"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200" baseline="-25000" dirty="0" err="1"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ref</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 run time</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by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acceleration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factor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a:t>
            </a:r>
            <a:endPar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algn="r" defTabSz="914400"/>
            <a:r>
              <a:rPr kumimoji="1" lang="ja-JP" altLang="en-US" sz="1200" dirty="0"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Consider </a:t>
            </a:r>
            <a:r>
              <a:rPr kumimoji="1" lang="en-US" altLang="ja-JP" sz="1200" dirty="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signal history as the </a:t>
            </a:r>
            <a:r>
              <a:rPr kumimoji="1" lang="en-US" altLang="ja-JP" sz="1200" dirty="0"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accumulation </a:t>
            </a:r>
            <a:r>
              <a:rPr kumimoji="1" lang="en-US" altLang="ja-JP" sz="1200" dirty="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of equivalent </a:t>
            </a:r>
            <a:r>
              <a:rPr kumimoji="1" lang="en-US" altLang="ja-JP" sz="1200" dirty="0" err="1"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200" baseline="-25000" dirty="0" err="1"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ref</a:t>
            </a:r>
            <a:r>
              <a:rPr kumimoji="1" lang="en-US" altLang="ja-JP" sz="1200" dirty="0"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stress operation time </a:t>
            </a:r>
          </a:p>
        </p:txBody>
      </p:sp>
      <p:sp>
        <p:nvSpPr>
          <p:cNvPr id="201" name="Arc 118"/>
          <p:cNvSpPr>
            <a:spLocks/>
          </p:cNvSpPr>
          <p:nvPr/>
        </p:nvSpPr>
        <p:spPr bwMode="auto">
          <a:xfrm flipH="1" flipV="1">
            <a:off x="5023246" y="2586869"/>
            <a:ext cx="1999235" cy="4511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00FF"/>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202" name="テキスト ボックス 9"/>
          <p:cNvSpPr txBox="1"/>
          <p:nvPr/>
        </p:nvSpPr>
        <p:spPr>
          <a:xfrm>
            <a:off x="6603498" y="2752786"/>
            <a:ext cx="1189203" cy="246221"/>
          </a:xfrm>
          <a:prstGeom prst="rect">
            <a:avLst/>
          </a:prstGeom>
          <a:noFill/>
        </p:spPr>
        <p:txBody>
          <a:bodyPr wrap="square" rtlCol="0">
            <a:spAutoFit/>
          </a:bodyPr>
          <a:lstStyle/>
          <a:p>
            <a:pPr defTabSz="914400"/>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000" baseline="-25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stress1</a:t>
            </a:r>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(case1)</a:t>
            </a:r>
            <a:endParaRPr kumimoji="1" lang="en-US" altLang="ja-JP"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03" name="テキスト ボックス 9"/>
          <p:cNvSpPr txBox="1"/>
          <p:nvPr/>
        </p:nvSpPr>
        <p:spPr>
          <a:xfrm>
            <a:off x="6613807" y="3013213"/>
            <a:ext cx="1189203" cy="246221"/>
          </a:xfrm>
          <a:prstGeom prst="rect">
            <a:avLst/>
          </a:prstGeom>
          <a:noFill/>
        </p:spPr>
        <p:txBody>
          <a:bodyPr wrap="square" rtlCol="0">
            <a:spAutoFit/>
          </a:bodyPr>
          <a:lstStyle/>
          <a:p>
            <a:pPr defTabSz="914400"/>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000" baseline="-25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stress2</a:t>
            </a:r>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(case2)</a:t>
            </a:r>
            <a:endParaRPr kumimoji="1" lang="en-US" altLang="ja-JP"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04" name="テキスト ボックス 9"/>
          <p:cNvSpPr txBox="1"/>
          <p:nvPr/>
        </p:nvSpPr>
        <p:spPr>
          <a:xfrm>
            <a:off x="6624116" y="3300392"/>
            <a:ext cx="1189203" cy="276999"/>
          </a:xfrm>
          <a:prstGeom prst="rect">
            <a:avLst/>
          </a:prstGeom>
          <a:noFill/>
        </p:spPr>
        <p:txBody>
          <a:bodyPr wrap="square" rtlCol="0">
            <a:spAutoFit/>
          </a:bodyPr>
          <a:lstStyle/>
          <a:p>
            <a:pPr defTabSz="914400"/>
            <a:r>
              <a:rPr kumimoji="1" lang="en-US" altLang="ja-JP" sz="1200" b="1" dirty="0"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200" b="1" baseline="-25000" dirty="0"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ref</a:t>
            </a:r>
            <a:endParaRPr kumimoji="1" lang="en-US" altLang="ja-JP" sz="1200" b="1"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5" name="Rounded Rectangular Callout 24"/>
          <p:cNvSpPr/>
          <p:nvPr/>
        </p:nvSpPr>
        <p:spPr bwMode="auto">
          <a:xfrm>
            <a:off x="5029111" y="3791918"/>
            <a:ext cx="1344107" cy="245174"/>
          </a:xfrm>
          <a:prstGeom prst="wedgeRoundRectCallout">
            <a:avLst>
              <a:gd name="adj1" fmla="val -39046"/>
              <a:gd name="adj2" fmla="val -167735"/>
              <a:gd name="adj3" fmla="val 16667"/>
            </a:avLst>
          </a:prstGeom>
          <a:solidFill>
            <a:schemeClr val="accent2">
              <a:lumMod val="40000"/>
              <a:lumOff val="60000"/>
            </a:schemeClr>
          </a:solidFill>
          <a:ln w="9525" cap="flat" cmpd="sng" algn="ctr">
            <a:solidFill>
              <a:schemeClr val="accent2">
                <a:lumMod val="7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27432" tIns="18288" rIns="27432" bIns="18288" numCol="1" rtlCol="0" anchor="t" anchorCtr="0" compatLnSpc="1">
            <a:prstTxWarp prst="textNoShape">
              <a:avLst/>
            </a:prstTxWarp>
            <a:spAutoFit/>
          </a:bodyPr>
          <a:lstStyle/>
          <a:p>
            <a:pPr defTabSz="801688" fontAlgn="base">
              <a:spcBef>
                <a:spcPct val="0"/>
              </a:spcBef>
              <a:spcAft>
                <a:spcPct val="0"/>
              </a:spcAft>
            </a:pPr>
            <a:r>
              <a:rPr lang="en-US" altLang="ja-JP" sz="1200" dirty="0" err="1" smtClean="0">
                <a:latin typeface="Meiryo UI" panose="020B0604030504040204" pitchFamily="34" charset="-128"/>
                <a:ea typeface="Meiryo UI" panose="020B0604030504040204" pitchFamily="34" charset="-128"/>
                <a:cs typeface="Meiryo UI" panose="020B0604030504040204" pitchFamily="34" charset="-128"/>
              </a:rPr>
              <a:t>Δt</a:t>
            </a:r>
            <a:r>
              <a:rPr kumimoji="0" lang="en-US" sz="1200" i="0" u="none" strike="noStrike" cap="none" normalizeH="0" baseline="0" dirty="0" smtClean="0">
                <a:ln>
                  <a:noFill/>
                </a:ln>
                <a:effectLst/>
                <a:latin typeface="Meiryo UI" panose="020B0604030504040204" pitchFamily="34" charset="-128"/>
                <a:ea typeface="Meiryo UI" panose="020B0604030504040204" pitchFamily="34" charset="-128"/>
                <a:cs typeface="Meiryo UI" panose="020B0604030504040204" pitchFamily="34" charset="-128"/>
              </a:rPr>
              <a:t>*</a:t>
            </a:r>
            <a:r>
              <a:rPr lang="en-US" altLang="ja-JP" sz="1200" dirty="0">
                <a:latin typeface="Meiryo UI" panose="020B0604030504040204" pitchFamily="34" charset="-128"/>
                <a:ea typeface="Meiryo UI" panose="020B0604030504040204" pitchFamily="34" charset="-128"/>
                <a:cs typeface="Meiryo UI" panose="020B0604030504040204" pitchFamily="34" charset="-128"/>
              </a:rPr>
              <a:t>(</a:t>
            </a:r>
            <a:r>
              <a:rPr lang="en-US" altLang="ja-JP" sz="1200" dirty="0" smtClean="0">
                <a:latin typeface="Meiryo UI" panose="020B0604030504040204" pitchFamily="34" charset="-128"/>
                <a:ea typeface="Meiryo UI" panose="020B0604030504040204" pitchFamily="34" charset="-128"/>
                <a:cs typeface="Meiryo UI" panose="020B0604030504040204" pitchFamily="34" charset="-128"/>
              </a:rPr>
              <a:t>I</a:t>
            </a:r>
            <a:r>
              <a:rPr lang="en-US" altLang="ja-JP" sz="1200" baseline="-25000" dirty="0" smtClean="0">
                <a:latin typeface="Meiryo UI" panose="020B0604030504040204" pitchFamily="34" charset="-128"/>
                <a:ea typeface="Meiryo UI" panose="020B0604030504040204" pitchFamily="34" charset="-128"/>
                <a:cs typeface="Meiryo UI" panose="020B0604030504040204" pitchFamily="34" charset="-128"/>
              </a:rPr>
              <a:t>stress2</a:t>
            </a:r>
            <a:r>
              <a:rPr lang="en-US" altLang="ja-JP" sz="1200" dirty="0" smtClean="0">
                <a:latin typeface="Meiryo UI" panose="020B0604030504040204" pitchFamily="34" charset="-128"/>
                <a:ea typeface="Meiryo UI" panose="020B0604030504040204" pitchFamily="34" charset="-128"/>
                <a:cs typeface="Meiryo UI" panose="020B0604030504040204" pitchFamily="34" charset="-128"/>
              </a:rPr>
              <a:t>/</a:t>
            </a:r>
            <a:r>
              <a:rPr lang="en-US" sz="1200" dirty="0" err="1" smtClean="0">
                <a:latin typeface="Meiryo UI" panose="020B0604030504040204" pitchFamily="34" charset="-128"/>
                <a:ea typeface="Meiryo UI" panose="020B0604030504040204" pitchFamily="34" charset="-128"/>
                <a:cs typeface="Meiryo UI" panose="020B0604030504040204" pitchFamily="34" charset="-128"/>
              </a:rPr>
              <a:t>I</a:t>
            </a:r>
            <a:r>
              <a:rPr lang="en-US" sz="1200" baseline="-25000" dirty="0" err="1" smtClean="0">
                <a:latin typeface="Meiryo UI" panose="020B0604030504040204" pitchFamily="34" charset="-128"/>
                <a:ea typeface="Meiryo UI" panose="020B0604030504040204" pitchFamily="34" charset="-128"/>
                <a:cs typeface="Meiryo UI" panose="020B0604030504040204" pitchFamily="34" charset="-128"/>
              </a:rPr>
              <a:t>ref</a:t>
            </a:r>
            <a:r>
              <a:rPr lang="en-US" altLang="ja-JP" sz="1200" dirty="0" smtClean="0">
                <a:latin typeface="Meiryo UI" panose="020B0604030504040204" pitchFamily="34" charset="-128"/>
                <a:ea typeface="Meiryo UI" panose="020B0604030504040204" pitchFamily="34" charset="-128"/>
                <a:cs typeface="Meiryo UI" panose="020B0604030504040204" pitchFamily="34" charset="-128"/>
              </a:rPr>
              <a:t>)</a:t>
            </a:r>
            <a:r>
              <a:rPr lang="en-US" altLang="ja-JP" sz="1200" baseline="30000" dirty="0" smtClean="0">
                <a:latin typeface="Meiryo UI" panose="020B0604030504040204" pitchFamily="34" charset="-128"/>
                <a:ea typeface="Meiryo UI" panose="020B0604030504040204" pitchFamily="34" charset="-128"/>
                <a:cs typeface="Meiryo UI" panose="020B0604030504040204" pitchFamily="34" charset="-128"/>
              </a:rPr>
              <a:t>k </a:t>
            </a:r>
            <a:r>
              <a:rPr lang="ja-JP" altLang="en-US" sz="1200" baseline="30000" dirty="0" smtClean="0">
                <a:latin typeface="Meiryo UI" panose="020B0604030504040204" pitchFamily="34" charset="-128"/>
                <a:ea typeface="Meiryo UI" panose="020B0604030504040204" pitchFamily="34" charset="-128"/>
                <a:cs typeface="Meiryo UI" panose="020B0604030504040204" pitchFamily="34" charset="-128"/>
              </a:rPr>
              <a:t>　　</a:t>
            </a:r>
            <a:endParaRPr kumimoji="0" lang="en-US" sz="1200" i="0" u="none" strike="noStrike" cap="none" normalizeH="0" baseline="30000" dirty="0" smtClean="0">
              <a:ln>
                <a:noFill/>
              </a:ln>
              <a:effectLst/>
              <a:latin typeface="Meiryo UI" panose="020B0604030504040204" pitchFamily="34" charset="-128"/>
              <a:ea typeface="Meiryo UI" panose="020B0604030504040204" pitchFamily="34" charset="-128"/>
              <a:cs typeface="Meiryo UI" panose="020B0604030504040204" pitchFamily="34" charset="-128"/>
            </a:endParaRPr>
          </a:p>
        </p:txBody>
      </p:sp>
      <p:sp>
        <p:nvSpPr>
          <p:cNvPr id="208" name="テキスト ボックス 9"/>
          <p:cNvSpPr txBox="1"/>
          <p:nvPr/>
        </p:nvSpPr>
        <p:spPr>
          <a:xfrm>
            <a:off x="5070677" y="5548890"/>
            <a:ext cx="1474321" cy="438582"/>
          </a:xfrm>
          <a:prstGeom prst="rect">
            <a:avLst/>
          </a:prstGeom>
          <a:noFill/>
        </p:spPr>
        <p:txBody>
          <a:bodyPr wrap="square" rtlCol="0">
            <a:spAutoFit/>
          </a:bodyPr>
          <a:lstStyle/>
          <a:p>
            <a:pPr algn="r" defTabSz="914400"/>
            <a:r>
              <a:rPr kumimoji="1" lang="en-US" altLang="ja-JP" sz="12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degradation</a:t>
            </a:r>
          </a:p>
          <a:p>
            <a:pPr algn="r" defTabSz="914400"/>
            <a:r>
              <a:rPr kumimoji="1" lang="ja-JP" altLang="en-US"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dirty="0" err="1"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Δη</a:t>
            </a:r>
            <a:r>
              <a:rPr kumimoji="1" lang="ja-JP" altLang="en-US" sz="1000" baseline="30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１</a:t>
            </a:r>
            <a:r>
              <a:rPr kumimoji="1" lang="ja-JP" altLang="en-US"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0.8</a:t>
            </a:r>
            <a:r>
              <a:rPr kumimoji="1" lang="en-US" altLang="ja-JP" sz="1000" baseline="-25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(at </a:t>
            </a:r>
            <a:r>
              <a:rPr kumimoji="1" lang="en-US" altLang="ja-JP" sz="1000" baseline="-25000" dirty="0" err="1"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Iref</a:t>
            </a:r>
            <a:r>
              <a:rPr kumimoji="1" lang="en-US" altLang="ja-JP" sz="1000" baseline="-25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000" baseline="-250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09" name="テキスト ボックス 9"/>
          <p:cNvSpPr txBox="1"/>
          <p:nvPr/>
        </p:nvSpPr>
        <p:spPr>
          <a:xfrm>
            <a:off x="480272" y="3488367"/>
            <a:ext cx="1443727" cy="307777"/>
          </a:xfrm>
          <a:prstGeom prst="rect">
            <a:avLst/>
          </a:prstGeom>
          <a:noFill/>
        </p:spPr>
        <p:txBody>
          <a:bodyPr wrap="square" rtlCol="0">
            <a:spAutoFit/>
          </a:bodyPr>
          <a:lstStyle/>
          <a:p>
            <a:pPr algn="ctr" defTabSz="914400"/>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Aging: I</a:t>
            </a:r>
            <a:r>
              <a:rPr kumimoji="1" lang="en-US" altLang="ja-JP" sz="1400" baseline="-25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stress1</a:t>
            </a:r>
            <a:endParaRPr kumimoji="1" lang="en-US" altLang="ja-JP" sz="1200" baseline="-250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14" name="テキスト ボックス 9"/>
          <p:cNvSpPr txBox="1"/>
          <p:nvPr/>
        </p:nvSpPr>
        <p:spPr>
          <a:xfrm>
            <a:off x="2332567" y="1933595"/>
            <a:ext cx="513820" cy="276999"/>
          </a:xfrm>
          <a:prstGeom prst="rect">
            <a:avLst/>
          </a:prstGeom>
          <a:noFill/>
        </p:spPr>
        <p:txBody>
          <a:bodyPr wrap="square" rtlCol="0">
            <a:spAutoFit/>
          </a:bodyPr>
          <a:lstStyle/>
          <a:p>
            <a:pPr defTabSz="914400"/>
            <a:r>
              <a:rPr kumimoji="1" lang="en-US" altLang="ja-JP" sz="1200" dirty="0" err="1"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Δη</a:t>
            </a:r>
            <a:r>
              <a:rPr kumimoji="1" lang="ja-JP" altLang="en-US" sz="1200" baseline="300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１</a:t>
            </a:r>
            <a:endParaRPr kumimoji="1" lang="en-US" altLang="ja-JP" sz="1200" baseline="30000" dirty="0">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15" name="テキスト ボックス 9"/>
          <p:cNvSpPr txBox="1"/>
          <p:nvPr/>
        </p:nvSpPr>
        <p:spPr>
          <a:xfrm>
            <a:off x="1486746" y="2129632"/>
            <a:ext cx="513820" cy="276999"/>
          </a:xfrm>
          <a:prstGeom prst="rect">
            <a:avLst/>
          </a:prstGeom>
          <a:noFill/>
        </p:spPr>
        <p:txBody>
          <a:bodyPr wrap="square" rtlCol="0">
            <a:spAutoFit/>
          </a:bodyPr>
          <a:lstStyle/>
          <a:p>
            <a:pPr defTabSz="914400"/>
            <a:r>
              <a:rPr kumimoji="1" lang="en-US" altLang="ja-JP" sz="1200" dirty="0" smtClean="0">
                <a:solidFill>
                  <a:srgbClr val="FF0000"/>
                </a:solidFill>
                <a:latin typeface="Meiryo UI" panose="020B0604030504040204" pitchFamily="50" charset="-128"/>
                <a:ea typeface="Meiryo UI" panose="020B0604030504040204" pitchFamily="50" charset="-128"/>
                <a:cs typeface="Meiryo UI" panose="020B0604030504040204" pitchFamily="50" charset="-128"/>
              </a:rPr>
              <a:t>Δη</a:t>
            </a:r>
            <a:r>
              <a:rPr kumimoji="1" lang="en-US" altLang="ja-JP" sz="1200" baseline="30000" dirty="0" smtClean="0">
                <a:solidFill>
                  <a:srgbClr val="FF0000"/>
                </a:solidFill>
                <a:latin typeface="Meiryo UI" panose="020B0604030504040204" pitchFamily="50" charset="-128"/>
                <a:ea typeface="Meiryo UI" panose="020B0604030504040204" pitchFamily="50" charset="-128"/>
                <a:cs typeface="Meiryo UI" panose="020B0604030504040204" pitchFamily="50" charset="-128"/>
              </a:rPr>
              <a:t>2</a:t>
            </a:r>
            <a:endParaRPr kumimoji="1" lang="en-US" altLang="ja-JP" sz="1200" baseline="300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21" name="テキスト ボックス 9"/>
          <p:cNvSpPr txBox="1"/>
          <p:nvPr/>
        </p:nvSpPr>
        <p:spPr>
          <a:xfrm>
            <a:off x="474055" y="5835160"/>
            <a:ext cx="1443727" cy="307777"/>
          </a:xfrm>
          <a:prstGeom prst="rect">
            <a:avLst/>
          </a:prstGeom>
          <a:noFill/>
        </p:spPr>
        <p:txBody>
          <a:bodyPr wrap="square" rtlCol="0">
            <a:spAutoFit/>
          </a:bodyPr>
          <a:lstStyle/>
          <a:p>
            <a:pPr algn="ctr" defTabSz="914400"/>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Aging: I</a:t>
            </a:r>
            <a:r>
              <a:rPr kumimoji="1" lang="en-US" altLang="ja-JP" sz="1400" baseline="-25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stress2</a:t>
            </a:r>
            <a:endParaRPr kumimoji="1" lang="en-US" altLang="ja-JP" sz="1200" baseline="-250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6" name="Picture 5"/>
          <p:cNvPicPr>
            <a:picLocks noChangeAspect="1"/>
          </p:cNvPicPr>
          <p:nvPr/>
        </p:nvPicPr>
        <p:blipFill>
          <a:blip r:embed="rId6"/>
          <a:stretch>
            <a:fillRect/>
          </a:stretch>
        </p:blipFill>
        <p:spPr>
          <a:xfrm>
            <a:off x="8268559" y="2495063"/>
            <a:ext cx="2106777" cy="1665413"/>
          </a:xfrm>
          <a:prstGeom prst="rect">
            <a:avLst/>
          </a:prstGeom>
        </p:spPr>
      </p:pic>
      <p:cxnSp>
        <p:nvCxnSpPr>
          <p:cNvPr id="211" name="Straight Connector 210"/>
          <p:cNvCxnSpPr/>
          <p:nvPr/>
        </p:nvCxnSpPr>
        <p:spPr bwMode="auto">
          <a:xfrm>
            <a:off x="9545354" y="2647600"/>
            <a:ext cx="1" cy="439862"/>
          </a:xfrm>
          <a:prstGeom prst="line">
            <a:avLst/>
          </a:prstGeom>
          <a:noFill/>
          <a:ln w="12700" cap="flat" cmpd="sng" algn="ctr">
            <a:solidFill>
              <a:schemeClr val="tx1"/>
            </a:solidFill>
            <a:prstDash val="sysDash"/>
            <a:round/>
            <a:headEnd type="none" w="med" len="med"/>
            <a:tailEnd type="none" w="med" len="med"/>
          </a:ln>
          <a:effectLst/>
        </p:spPr>
      </p:cxnSp>
      <p:cxnSp>
        <p:nvCxnSpPr>
          <p:cNvPr id="212" name="Straight Connector 211"/>
          <p:cNvCxnSpPr/>
          <p:nvPr/>
        </p:nvCxnSpPr>
        <p:spPr bwMode="auto">
          <a:xfrm>
            <a:off x="9138855" y="2440835"/>
            <a:ext cx="0" cy="327393"/>
          </a:xfrm>
          <a:prstGeom prst="line">
            <a:avLst/>
          </a:prstGeom>
          <a:noFill/>
          <a:ln w="12700" cap="flat" cmpd="sng" algn="ctr">
            <a:solidFill>
              <a:schemeClr val="tx1"/>
            </a:solidFill>
            <a:prstDash val="sysDash"/>
            <a:round/>
            <a:headEnd type="none" w="med" len="med"/>
            <a:tailEnd type="none" w="med" len="med"/>
          </a:ln>
          <a:effectLst/>
        </p:spPr>
      </p:cxnSp>
      <p:cxnSp>
        <p:nvCxnSpPr>
          <p:cNvPr id="213" name="Straight Connector 212"/>
          <p:cNvCxnSpPr/>
          <p:nvPr/>
        </p:nvCxnSpPr>
        <p:spPr bwMode="auto">
          <a:xfrm>
            <a:off x="9009923" y="2392061"/>
            <a:ext cx="1" cy="173936"/>
          </a:xfrm>
          <a:prstGeom prst="line">
            <a:avLst/>
          </a:prstGeom>
          <a:noFill/>
          <a:ln w="12700" cap="flat" cmpd="sng" algn="ctr">
            <a:solidFill>
              <a:schemeClr val="tx1"/>
            </a:solidFill>
            <a:prstDash val="sysDash"/>
            <a:round/>
            <a:headEnd type="none" w="med" len="med"/>
            <a:tailEnd type="none" w="med" len="med"/>
          </a:ln>
          <a:effectLst/>
        </p:spPr>
      </p:cxnSp>
      <p:sp>
        <p:nvSpPr>
          <p:cNvPr id="219" name="テキスト ボックス 9"/>
          <p:cNvSpPr txBox="1"/>
          <p:nvPr/>
        </p:nvSpPr>
        <p:spPr>
          <a:xfrm>
            <a:off x="9022738" y="2210983"/>
            <a:ext cx="1923898" cy="261610"/>
          </a:xfrm>
          <a:prstGeom prst="rect">
            <a:avLst/>
          </a:prstGeom>
          <a:noFill/>
        </p:spPr>
        <p:txBody>
          <a:bodyPr wrap="square" rtlCol="0">
            <a:spAutoFit/>
          </a:bodyPr>
          <a:lstStyle/>
          <a:p>
            <a:pPr defTabSz="914400"/>
            <a:r>
              <a:rPr kumimoji="1" lang="en-US" altLang="ja-JP" sz="105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Stress time(Case2)</a:t>
            </a:r>
            <a:endParaRPr kumimoji="1" lang="en-US" altLang="ja-JP" sz="1050" baseline="-25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23" name="テキスト ボックス 9"/>
          <p:cNvSpPr txBox="1"/>
          <p:nvPr/>
        </p:nvSpPr>
        <p:spPr>
          <a:xfrm>
            <a:off x="8096846" y="4496594"/>
            <a:ext cx="3733800" cy="276999"/>
          </a:xfrm>
          <a:prstGeom prst="rect">
            <a:avLst/>
          </a:prstGeom>
          <a:solidFill>
            <a:srgbClr val="0070C0"/>
          </a:solidFill>
        </p:spPr>
        <p:txBody>
          <a:bodyPr wrap="square" rIns="9144" rtlCol="0">
            <a:spAutoFit/>
          </a:bodyPr>
          <a:lstStyle/>
          <a:p>
            <a:pPr defTabSz="914400"/>
            <a:r>
              <a:rPr kumimoji="1" lang="ja-JP" altLang="en-US"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 Can</a:t>
            </a:r>
            <a:r>
              <a:rPr kumimoji="1" lang="ja-JP" altLang="en-US"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simplify</a:t>
            </a:r>
            <a:r>
              <a:rPr kumimoji="1" lang="ja-JP" altLang="en-US"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the</a:t>
            </a:r>
            <a:r>
              <a:rPr kumimoji="1" lang="ja-JP" altLang="en-US"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dependence</a:t>
            </a:r>
            <a:r>
              <a:rPr kumimoji="1" lang="ja-JP" altLang="en-US"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of</a:t>
            </a:r>
            <a:r>
              <a:rPr kumimoji="1" lang="ja-JP" altLang="en-US"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signal</a:t>
            </a:r>
            <a:r>
              <a:rPr kumimoji="1" lang="ja-JP" altLang="en-US"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history</a:t>
            </a:r>
          </a:p>
        </p:txBody>
      </p:sp>
      <p:sp>
        <p:nvSpPr>
          <p:cNvPr id="69" name="テキスト ボックス 9"/>
          <p:cNvSpPr txBox="1"/>
          <p:nvPr/>
        </p:nvSpPr>
        <p:spPr>
          <a:xfrm>
            <a:off x="157176" y="1067594"/>
            <a:ext cx="3921111" cy="523220"/>
          </a:xfrm>
          <a:prstGeom prst="rect">
            <a:avLst/>
          </a:prstGeom>
          <a:solidFill>
            <a:srgbClr val="C00000"/>
          </a:solidFill>
        </p:spPr>
        <p:txBody>
          <a:bodyPr wrap="square" rtlCol="0">
            <a:spAutoFit/>
          </a:bodyPr>
          <a:lstStyle/>
          <a:p>
            <a:pPr defTabSz="914400"/>
            <a:r>
              <a:rPr kumimoji="1" lang="en-US" altLang="ja-JP" sz="14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Taking into account the difference of stress due to the signal level</a:t>
            </a:r>
            <a:endParaRPr kumimoji="1"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0" name="テキスト ボックス 9"/>
          <p:cNvSpPr txBox="1"/>
          <p:nvPr/>
        </p:nvSpPr>
        <p:spPr>
          <a:xfrm rot="1796634">
            <a:off x="1833446" y="3427720"/>
            <a:ext cx="717230" cy="246221"/>
          </a:xfrm>
          <a:prstGeom prst="rect">
            <a:avLst/>
          </a:prstGeom>
          <a:noFill/>
        </p:spPr>
        <p:txBody>
          <a:bodyPr wrap="square" rtlCol="0">
            <a:spAutoFit/>
          </a:bodyPr>
          <a:lstStyle/>
          <a:p>
            <a:pPr defTabSz="914400"/>
            <a:r>
              <a:rPr kumimoji="1" lang="en-US" altLang="ja-JP" sz="100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time</a:t>
            </a:r>
            <a:endParaRPr kumimoji="1" lang="en-US" altLang="ja-JP" sz="9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5" name="テキスト ボックス 9"/>
          <p:cNvSpPr txBox="1"/>
          <p:nvPr/>
        </p:nvSpPr>
        <p:spPr>
          <a:xfrm rot="20223912">
            <a:off x="2717342" y="3494354"/>
            <a:ext cx="420782" cy="261610"/>
          </a:xfrm>
          <a:prstGeom prst="rect">
            <a:avLst/>
          </a:prstGeom>
          <a:noFill/>
        </p:spPr>
        <p:txBody>
          <a:bodyPr wrap="square" rtlCol="0">
            <a:spAutoFit/>
          </a:bodyPr>
          <a:lstStyle/>
          <a:p>
            <a:pPr defTabSz="914400"/>
            <a:r>
              <a:rPr kumimoji="1" lang="en-US" altLang="ja-JP" sz="1100" dirty="0" err="1"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100" baseline="-25000" dirty="0" err="1"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pix</a:t>
            </a:r>
            <a:endParaRPr kumimoji="1" lang="en-US" altLang="ja-JP" sz="1050" baseline="-25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0" name="テキスト ボックス 9"/>
          <p:cNvSpPr txBox="1"/>
          <p:nvPr/>
        </p:nvSpPr>
        <p:spPr>
          <a:xfrm>
            <a:off x="7850376" y="936202"/>
            <a:ext cx="2943141" cy="276999"/>
          </a:xfrm>
          <a:prstGeom prst="rect">
            <a:avLst/>
          </a:prstGeom>
          <a:noFill/>
        </p:spPr>
        <p:txBody>
          <a:bodyPr wrap="square" rtlCol="0">
            <a:spAutoFit/>
          </a:bodyPr>
          <a:lstStyle/>
          <a:p>
            <a:pPr defTabSz="914400"/>
            <a:r>
              <a:rPr kumimoji="1" lang="en-US" altLang="ja-JP" sz="12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Stress caused by the signal history</a:t>
            </a:r>
            <a:endParaRPr kumimoji="1" lang="en-US" altLang="ja-JP" sz="12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1" name="テキスト ボックス 9"/>
          <p:cNvSpPr txBox="1"/>
          <p:nvPr/>
        </p:nvSpPr>
        <p:spPr>
          <a:xfrm>
            <a:off x="4281504" y="1754164"/>
            <a:ext cx="176942" cy="252377"/>
          </a:xfrm>
          <a:prstGeom prst="rect">
            <a:avLst/>
          </a:prstGeom>
          <a:solidFill>
            <a:srgbClr val="0000FF"/>
          </a:solidFill>
          <a:effectLst>
            <a:outerShdw blurRad="50800" dist="38100" dir="2700000" algn="tl" rotWithShape="0">
              <a:prstClr val="black">
                <a:alpha val="40000"/>
              </a:prstClr>
            </a:outerShdw>
          </a:effectLst>
        </p:spPr>
        <p:txBody>
          <a:bodyPr wrap="square" lIns="18288" tIns="18288" rIns="18288" bIns="18288" rtlCol="0">
            <a:spAutoFit/>
          </a:bodyPr>
          <a:lstStyle/>
          <a:p>
            <a:pPr algn="ctr" defTabSz="914400"/>
            <a:r>
              <a:rPr kumimoji="1" lang="en-US" altLang="ja-JP" sz="14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1</a:t>
            </a:r>
            <a:endPar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2" name="テキスト ボックス 9"/>
          <p:cNvSpPr txBox="1"/>
          <p:nvPr/>
        </p:nvSpPr>
        <p:spPr>
          <a:xfrm>
            <a:off x="4281504" y="4226690"/>
            <a:ext cx="176942" cy="252377"/>
          </a:xfrm>
          <a:prstGeom prst="rect">
            <a:avLst/>
          </a:prstGeom>
          <a:solidFill>
            <a:schemeClr val="tx2">
              <a:lumMod val="60000"/>
              <a:lumOff val="40000"/>
            </a:schemeClr>
          </a:solidFill>
          <a:effectLst>
            <a:outerShdw blurRad="50800" dist="38100" dir="2700000" algn="tl" rotWithShape="0">
              <a:prstClr val="black">
                <a:alpha val="40000"/>
              </a:prstClr>
            </a:outerShdw>
          </a:effectLst>
        </p:spPr>
        <p:txBody>
          <a:bodyPr wrap="square" lIns="18288" tIns="18288" rIns="18288" bIns="18288" rtlCol="0">
            <a:spAutoFit/>
          </a:bodyPr>
          <a:lstStyle/>
          <a:p>
            <a:pPr algn="ctr" defTabSz="914400"/>
            <a:r>
              <a:rPr kumimoji="1" lang="en-US" altLang="ja-JP" sz="14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2</a:t>
            </a:r>
            <a:endPar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3" name="テキスト ボックス 9"/>
          <p:cNvSpPr txBox="1"/>
          <p:nvPr/>
        </p:nvSpPr>
        <p:spPr>
          <a:xfrm>
            <a:off x="4550853" y="1300065"/>
            <a:ext cx="3399587" cy="307777"/>
          </a:xfrm>
          <a:prstGeom prst="rect">
            <a:avLst/>
          </a:prstGeom>
          <a:noFill/>
        </p:spPr>
        <p:txBody>
          <a:bodyPr wrap="square" rtlCol="0">
            <a:spAutoFit/>
          </a:bodyPr>
          <a:lstStyle/>
          <a:p>
            <a:pPr defTabSz="914400"/>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degradation model:</a:t>
            </a:r>
            <a:endParaRPr kumimoji="1" lang="en-US" altLang="ja-JP" sz="12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7" name="テキスト ボックス 9"/>
          <p:cNvSpPr txBox="1"/>
          <p:nvPr/>
        </p:nvSpPr>
        <p:spPr>
          <a:xfrm>
            <a:off x="3187969" y="2286794"/>
            <a:ext cx="717230" cy="261610"/>
          </a:xfrm>
          <a:prstGeom prst="rect">
            <a:avLst/>
          </a:prstGeom>
          <a:noFill/>
        </p:spPr>
        <p:txBody>
          <a:bodyPr wrap="square" rtlCol="0">
            <a:spAutoFit/>
          </a:bodyPr>
          <a:lstStyle/>
          <a:p>
            <a:pPr defTabSz="914400"/>
            <a:r>
              <a:rPr kumimoji="1" lang="en-US" altLang="ja-JP" sz="1050" dirty="0"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0.8</a:t>
            </a:r>
            <a:endParaRPr kumimoji="1" lang="en-US" altLang="ja-JP" sz="1050"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8" name="テキスト ボックス 9"/>
          <p:cNvSpPr txBox="1"/>
          <p:nvPr/>
        </p:nvSpPr>
        <p:spPr>
          <a:xfrm>
            <a:off x="3264169" y="4618752"/>
            <a:ext cx="717230" cy="261610"/>
          </a:xfrm>
          <a:prstGeom prst="rect">
            <a:avLst/>
          </a:prstGeom>
          <a:noFill/>
        </p:spPr>
        <p:txBody>
          <a:bodyPr wrap="square" rtlCol="0">
            <a:spAutoFit/>
          </a:bodyPr>
          <a:lstStyle/>
          <a:p>
            <a:pPr defTabSz="914400"/>
            <a:r>
              <a:rPr kumimoji="1" lang="en-US" altLang="ja-JP" sz="1050" dirty="0"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0.8</a:t>
            </a:r>
            <a:endParaRPr kumimoji="1" lang="en-US" altLang="ja-JP" sz="1050"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0" name="テキスト ボックス 9"/>
          <p:cNvSpPr txBox="1"/>
          <p:nvPr/>
        </p:nvSpPr>
        <p:spPr>
          <a:xfrm>
            <a:off x="3229134" y="3561738"/>
            <a:ext cx="717230" cy="261610"/>
          </a:xfrm>
          <a:prstGeom prst="rect">
            <a:avLst/>
          </a:prstGeom>
          <a:noFill/>
        </p:spPr>
        <p:txBody>
          <a:bodyPr wrap="square" rtlCol="0">
            <a:spAutoFit/>
          </a:bodyPr>
          <a:lstStyle/>
          <a:p>
            <a:pPr defTabSz="914400"/>
            <a:r>
              <a:rPr kumimoji="1" lang="en-US" altLang="ja-JP" sz="1100" dirty="0" err="1"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100" baseline="-25000" dirty="0" err="1"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ref</a:t>
            </a:r>
            <a:endParaRPr kumimoji="1" lang="en-US" altLang="ja-JP" sz="1050" baseline="-25000"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96" name="円弧 223"/>
          <p:cNvSpPr/>
          <p:nvPr/>
        </p:nvSpPr>
        <p:spPr>
          <a:xfrm rot="1123569" flipH="1" flipV="1">
            <a:off x="2189485" y="1838334"/>
            <a:ext cx="2525328" cy="846369"/>
          </a:xfrm>
          <a:prstGeom prst="arc">
            <a:avLst>
              <a:gd name="adj1" fmla="val 16200000"/>
              <a:gd name="adj2" fmla="val 21164377"/>
            </a:avLst>
          </a:prstGeom>
          <a:noFill/>
          <a:ln w="22225">
            <a:solidFill>
              <a:srgbClr val="0000FF"/>
            </a:solidFill>
            <a:prstDash val="solid"/>
            <a:headEnd type="triangle"/>
            <a:tailEnd type="none"/>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black"/>
              </a:solidFill>
              <a:effectLst/>
              <a:uLnTx/>
              <a:uFillTx/>
              <a:latin typeface="Century Schoolbook"/>
              <a:ea typeface="ＭＳ Ｐ明朝" panose="02020600040205080304" pitchFamily="18" charset="-128"/>
              <a:cs typeface="+mn-cs"/>
            </a:endParaRPr>
          </a:p>
        </p:txBody>
      </p:sp>
      <p:sp>
        <p:nvSpPr>
          <p:cNvPr id="89" name="テキスト ボックス 9"/>
          <p:cNvSpPr txBox="1"/>
          <p:nvPr/>
        </p:nvSpPr>
        <p:spPr>
          <a:xfrm>
            <a:off x="1453862" y="2510246"/>
            <a:ext cx="341649" cy="261610"/>
          </a:xfrm>
          <a:prstGeom prst="rect">
            <a:avLst/>
          </a:prstGeom>
          <a:noFill/>
        </p:spPr>
        <p:txBody>
          <a:bodyPr wrap="square" rtlCol="0">
            <a:spAutoFit/>
          </a:bodyPr>
          <a:lstStyle/>
          <a:p>
            <a:pPr defTabSz="914400"/>
            <a:r>
              <a:rPr kumimoji="1" lang="ja-JP" altLang="en-US" sz="1050"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①</a:t>
            </a:r>
            <a:endParaRPr kumimoji="1" lang="en-US" altLang="ja-JP" sz="1050"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2" name="テキスト ボックス 9"/>
          <p:cNvSpPr txBox="1"/>
          <p:nvPr/>
        </p:nvSpPr>
        <p:spPr>
          <a:xfrm>
            <a:off x="1931920" y="5032762"/>
            <a:ext cx="341649" cy="261610"/>
          </a:xfrm>
          <a:prstGeom prst="rect">
            <a:avLst/>
          </a:prstGeom>
          <a:noFill/>
        </p:spPr>
        <p:txBody>
          <a:bodyPr wrap="square" rtlCol="0">
            <a:spAutoFit/>
          </a:bodyPr>
          <a:lstStyle/>
          <a:p>
            <a:pPr defTabSz="914400"/>
            <a:r>
              <a:rPr kumimoji="1" lang="ja-JP" altLang="en-US" sz="1050" dirty="0"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②</a:t>
            </a:r>
            <a:endParaRPr kumimoji="1" lang="en-US" altLang="ja-JP" sz="1050"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3" name="テキスト ボックス 9"/>
          <p:cNvSpPr txBox="1"/>
          <p:nvPr/>
        </p:nvSpPr>
        <p:spPr>
          <a:xfrm>
            <a:off x="5105774" y="4963800"/>
            <a:ext cx="628791" cy="253916"/>
          </a:xfrm>
          <a:prstGeom prst="rect">
            <a:avLst/>
          </a:prstGeom>
          <a:noFill/>
        </p:spPr>
        <p:txBody>
          <a:bodyPr wrap="square" rtlCol="0">
            <a:spAutoFit/>
          </a:bodyPr>
          <a:lstStyle/>
          <a:p>
            <a:pPr defTabSz="914400"/>
            <a:r>
              <a:rPr kumimoji="1" lang="ja-JP" altLang="en-US" sz="1050" dirty="0"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①＝②</a:t>
            </a:r>
            <a:endParaRPr kumimoji="1" lang="en-US" altLang="ja-JP" sz="1050"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4" name="テキスト ボックス 9"/>
          <p:cNvSpPr txBox="1"/>
          <p:nvPr/>
        </p:nvSpPr>
        <p:spPr>
          <a:xfrm>
            <a:off x="4536720" y="4220369"/>
            <a:ext cx="7293926" cy="276999"/>
          </a:xfrm>
          <a:prstGeom prst="rect">
            <a:avLst/>
          </a:prstGeom>
          <a:solidFill>
            <a:srgbClr val="0070C0"/>
          </a:solidFill>
        </p:spPr>
        <p:txBody>
          <a:bodyPr wrap="square" rIns="9144" rtlCol="0">
            <a:spAutoFit/>
          </a:bodyPr>
          <a:lstStyle/>
          <a:p>
            <a:pPr defTabSz="914400"/>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if degradation at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Iref</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is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equal,</a:t>
            </a:r>
            <a:r>
              <a:rPr kumimoji="1" lang="ja-JP" altLang="en-US"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no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or small difference in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Δη</a:t>
            </a:r>
            <a:r>
              <a:rPr kumimoji="1" lang="en-US" altLang="ja-JP" sz="1200" baseline="300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2</a:t>
            </a:r>
          </a:p>
        </p:txBody>
      </p:sp>
      <p:sp>
        <p:nvSpPr>
          <p:cNvPr id="3" name="Rectangle 2"/>
          <p:cNvSpPr/>
          <p:nvPr/>
        </p:nvSpPr>
        <p:spPr bwMode="auto">
          <a:xfrm>
            <a:off x="4222972" y="4131965"/>
            <a:ext cx="7705147" cy="2010907"/>
          </a:xfrm>
          <a:prstGeom prst="rect">
            <a:avLst/>
          </a:prstGeom>
          <a:solidFill>
            <a:schemeClr val="bg1">
              <a:lumMod val="50000"/>
              <a:alpha val="65000"/>
            </a:schemeClr>
          </a:solidFill>
          <a:ln w="9525" cap="flat" cmpd="sng" algn="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round/>
            <a:headEnd type="none" w="med" len="med"/>
            <a:tailEnd type="none" w="med" len="med"/>
          </a:ln>
          <a:effectLst>
            <a:softEdge rad="31750"/>
          </a:effectLst>
        </p:spPr>
        <p:txBody>
          <a:bodyPr vert="horz" wrap="square" lIns="79200" tIns="39600" rIns="79200" bIns="39600" numCol="1" rtlCol="0" anchor="t" anchorCtr="0" compatLnSpc="1">
            <a:prstTxWarp prst="textNoShape">
              <a:avLst/>
            </a:prstTxWarp>
            <a:no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95" name="テキスト ボックス 9"/>
          <p:cNvSpPr txBox="1"/>
          <p:nvPr/>
        </p:nvSpPr>
        <p:spPr>
          <a:xfrm>
            <a:off x="8096846" y="4496594"/>
            <a:ext cx="3733800" cy="276999"/>
          </a:xfrm>
          <a:prstGeom prst="rect">
            <a:avLst/>
          </a:prstGeom>
          <a:solidFill>
            <a:srgbClr val="0070C0"/>
          </a:solidFill>
        </p:spPr>
        <p:txBody>
          <a:bodyPr wrap="square" rIns="9144" rtlCol="0">
            <a:spAutoFit/>
          </a:bodyPr>
          <a:lstStyle/>
          <a:p>
            <a:pPr defTabSz="914400"/>
            <a:r>
              <a:rPr kumimoji="1" lang="ja-JP" altLang="en-US" sz="1200" dirty="0"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 Can</a:t>
            </a:r>
            <a:r>
              <a:rPr kumimoji="1" lang="ja-JP" altLang="en-US" sz="1200" dirty="0"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simplify</a:t>
            </a:r>
            <a:r>
              <a:rPr kumimoji="1" lang="ja-JP" altLang="en-US" sz="1200" dirty="0"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the</a:t>
            </a:r>
            <a:r>
              <a:rPr kumimoji="1" lang="ja-JP" altLang="en-US" sz="1200" dirty="0"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dependence</a:t>
            </a:r>
            <a:r>
              <a:rPr kumimoji="1" lang="ja-JP" altLang="en-US" sz="1200" dirty="0"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of</a:t>
            </a:r>
            <a:r>
              <a:rPr kumimoji="1" lang="ja-JP" altLang="en-US" sz="1200" dirty="0"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signal</a:t>
            </a:r>
            <a:r>
              <a:rPr kumimoji="1" lang="ja-JP" altLang="en-US" sz="1200" dirty="0"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smtClean="0">
                <a:solidFill>
                  <a:schemeClr val="accent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history</a:t>
            </a:r>
          </a:p>
        </p:txBody>
      </p:sp>
      <p:sp>
        <p:nvSpPr>
          <p:cNvPr id="96" name="テキスト ボックス 9"/>
          <p:cNvSpPr txBox="1"/>
          <p:nvPr/>
        </p:nvSpPr>
        <p:spPr>
          <a:xfrm>
            <a:off x="2268643" y="1871328"/>
            <a:ext cx="124521" cy="180049"/>
          </a:xfrm>
          <a:prstGeom prst="rect">
            <a:avLst/>
          </a:prstGeom>
          <a:solidFill>
            <a:srgbClr val="0000FF"/>
          </a:solidFill>
          <a:effectLst>
            <a:outerShdw blurRad="50800" dist="38100" dir="2700000" algn="tl" rotWithShape="0">
              <a:prstClr val="black">
                <a:alpha val="40000"/>
              </a:prstClr>
            </a:outerShdw>
          </a:effectLst>
        </p:spPr>
        <p:txBody>
          <a:bodyPr wrap="square" lIns="9144" tIns="9144" rIns="9144" bIns="9144" rtlCol="0">
            <a:spAutoFit/>
          </a:bodyPr>
          <a:lstStyle/>
          <a:p>
            <a:pPr algn="ctr" defTabSz="914400"/>
            <a:r>
              <a:rPr kumimoji="1" lang="en-US" altLang="ja-JP" sz="105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1</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7" name="テキスト ボックス 9"/>
          <p:cNvSpPr txBox="1"/>
          <p:nvPr/>
        </p:nvSpPr>
        <p:spPr>
          <a:xfrm>
            <a:off x="1858950" y="2088168"/>
            <a:ext cx="124452" cy="180049"/>
          </a:xfrm>
          <a:prstGeom prst="rect">
            <a:avLst/>
          </a:prstGeom>
          <a:solidFill>
            <a:schemeClr val="tx2">
              <a:lumMod val="60000"/>
              <a:lumOff val="40000"/>
            </a:schemeClr>
          </a:solidFill>
          <a:effectLst>
            <a:outerShdw blurRad="50800" dist="38100" dir="2700000" algn="tl" rotWithShape="0">
              <a:prstClr val="black">
                <a:alpha val="40000"/>
              </a:prstClr>
            </a:outerShdw>
          </a:effectLst>
        </p:spPr>
        <p:txBody>
          <a:bodyPr wrap="square" lIns="9144" tIns="9144" rIns="9144" bIns="9144" rtlCol="0">
            <a:spAutoFit/>
          </a:bodyPr>
          <a:lstStyle/>
          <a:p>
            <a:pPr algn="ctr" defTabSz="914400"/>
            <a:r>
              <a:rPr kumimoji="1" lang="en-US" altLang="ja-JP" sz="105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2</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8" name="Text Box 114"/>
          <p:cNvSpPr txBox="1">
            <a:spLocks noChangeArrowheads="1"/>
          </p:cNvSpPr>
          <p:nvPr/>
        </p:nvSpPr>
        <p:spPr bwMode="auto">
          <a:xfrm>
            <a:off x="6345278" y="3799814"/>
            <a:ext cx="13711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801688" fontAlgn="base">
              <a:spcBef>
                <a:spcPct val="0"/>
              </a:spcBef>
              <a:spcAft>
                <a:spcPct val="0"/>
              </a:spcAft>
            </a:pPr>
            <a:r>
              <a:rPr lang="ja-JP" altLang="en-US" sz="1200" dirty="0" smtClean="0">
                <a:latin typeface="Meiryo UI" panose="020B0604030504040204" pitchFamily="34" charset="-128"/>
                <a:ea typeface="Meiryo UI" panose="020B0604030504040204" pitchFamily="34" charset="-128"/>
                <a:cs typeface="Meiryo UI" panose="020B0604030504040204" pitchFamily="34" charset="-128"/>
              </a:rPr>
              <a:t>≒ </a:t>
            </a:r>
            <a:r>
              <a:rPr lang="en-US" sz="1200" dirty="0" smtClean="0">
                <a:solidFill>
                  <a:srgbClr val="0000FF"/>
                </a:solidFill>
                <a:latin typeface="Meiryo UI" panose="020B0604030504040204" pitchFamily="34" charset="-128"/>
                <a:ea typeface="Meiryo UI" panose="020B0604030504040204" pitchFamily="34" charset="-128"/>
                <a:cs typeface="Meiryo UI" panose="020B0604030504040204" pitchFamily="34" charset="-128"/>
              </a:rPr>
              <a:t>S(I</a:t>
            </a:r>
            <a:r>
              <a:rPr lang="en-US" sz="1200" baseline="-25000" dirty="0" smtClean="0">
                <a:solidFill>
                  <a:srgbClr val="0000FF"/>
                </a:solidFill>
                <a:latin typeface="Meiryo UI" panose="020B0604030504040204" pitchFamily="34" charset="-128"/>
                <a:ea typeface="Meiryo UI" panose="020B0604030504040204" pitchFamily="34" charset="-128"/>
                <a:cs typeface="Meiryo UI" panose="020B0604030504040204" pitchFamily="34" charset="-128"/>
              </a:rPr>
              <a:t>stress2</a:t>
            </a:r>
            <a:r>
              <a:rPr lang="en-US" sz="1200" dirty="0">
                <a:solidFill>
                  <a:srgbClr val="0000FF"/>
                </a:solidFill>
                <a:latin typeface="Meiryo UI" panose="020B0604030504040204" pitchFamily="34" charset="-128"/>
                <a:ea typeface="Meiryo UI" panose="020B0604030504040204" pitchFamily="34" charset="-128"/>
                <a:cs typeface="Meiryo UI" panose="020B0604030504040204" pitchFamily="34" charset="-128"/>
              </a:rPr>
              <a:t>, </a:t>
            </a:r>
            <a:r>
              <a:rPr lang="en-US" sz="1200" dirty="0" err="1">
                <a:solidFill>
                  <a:srgbClr val="0000FF"/>
                </a:solidFill>
                <a:latin typeface="Meiryo UI" panose="020B0604030504040204" pitchFamily="34" charset="-128"/>
                <a:ea typeface="Meiryo UI" panose="020B0604030504040204" pitchFamily="34" charset="-128"/>
                <a:cs typeface="Meiryo UI" panose="020B0604030504040204" pitchFamily="34" charset="-128"/>
              </a:rPr>
              <a:t>I</a:t>
            </a:r>
            <a:r>
              <a:rPr lang="en-US" sz="1200" baseline="-25000" dirty="0" err="1">
                <a:solidFill>
                  <a:srgbClr val="0000FF"/>
                </a:solidFill>
                <a:latin typeface="Meiryo UI" panose="020B0604030504040204" pitchFamily="34" charset="-128"/>
                <a:ea typeface="Meiryo UI" panose="020B0604030504040204" pitchFamily="34" charset="-128"/>
                <a:cs typeface="Meiryo UI" panose="020B0604030504040204" pitchFamily="34" charset="-128"/>
              </a:rPr>
              <a:t>ref</a:t>
            </a:r>
            <a:r>
              <a:rPr lang="en-US" sz="1200" dirty="0">
                <a:solidFill>
                  <a:srgbClr val="0000FF"/>
                </a:solidFill>
                <a:latin typeface="Meiryo UI" panose="020B0604030504040204" pitchFamily="34" charset="-128"/>
                <a:ea typeface="Meiryo UI" panose="020B0604030504040204" pitchFamily="34" charset="-128"/>
                <a:cs typeface="Meiryo UI" panose="020B0604030504040204" pitchFamily="34" charset="-128"/>
              </a:rPr>
              <a:t>)</a:t>
            </a:r>
            <a:endParaRPr lang="en-US" sz="1200" baseline="30000" dirty="0">
              <a:solidFill>
                <a:srgbClr val="0000FF"/>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150" name="Oval 120"/>
          <p:cNvSpPr>
            <a:spLocks noChangeArrowheads="1"/>
          </p:cNvSpPr>
          <p:nvPr/>
        </p:nvSpPr>
        <p:spPr bwMode="auto">
          <a:xfrm>
            <a:off x="5334936" y="2910132"/>
            <a:ext cx="54662" cy="64373"/>
          </a:xfrm>
          <a:prstGeom prst="ellipse">
            <a:avLst/>
          </a:prstGeom>
          <a:solidFill>
            <a:srgbClr val="96969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99" name="Arc 222"/>
          <p:cNvSpPr>
            <a:spLocks/>
          </p:cNvSpPr>
          <p:nvPr/>
        </p:nvSpPr>
        <p:spPr bwMode="auto">
          <a:xfrm rot="835206" flipH="1" flipV="1">
            <a:off x="5157682" y="3001249"/>
            <a:ext cx="394771" cy="188920"/>
          </a:xfrm>
          <a:custGeom>
            <a:avLst/>
            <a:gdLst>
              <a:gd name="G0" fmla="+- 0 0 0"/>
              <a:gd name="G1" fmla="+- 19897 0 0"/>
              <a:gd name="G2" fmla="+- 21600 0 0"/>
              <a:gd name="T0" fmla="*/ 8408 w 19942"/>
              <a:gd name="T1" fmla="*/ 0 h 19897"/>
              <a:gd name="T2" fmla="*/ 19942 w 19942"/>
              <a:gd name="T3" fmla="*/ 11598 h 19897"/>
              <a:gd name="T4" fmla="*/ 0 w 19942"/>
              <a:gd name="T5" fmla="*/ 19897 h 19897"/>
            </a:gdLst>
            <a:ahLst/>
            <a:cxnLst>
              <a:cxn ang="0">
                <a:pos x="T0" y="T1"/>
              </a:cxn>
              <a:cxn ang="0">
                <a:pos x="T2" y="T3"/>
              </a:cxn>
              <a:cxn ang="0">
                <a:pos x="T4" y="T5"/>
              </a:cxn>
            </a:cxnLst>
            <a:rect l="0" t="0" r="r" b="b"/>
            <a:pathLst>
              <a:path w="19942" h="19897" fill="none" extrusionOk="0">
                <a:moveTo>
                  <a:pt x="8407" y="0"/>
                </a:moveTo>
                <a:cubicBezTo>
                  <a:pt x="13624" y="2204"/>
                  <a:pt x="17766" y="6369"/>
                  <a:pt x="19942" y="11597"/>
                </a:cubicBezTo>
              </a:path>
              <a:path w="19942" h="19897" stroke="0" extrusionOk="0">
                <a:moveTo>
                  <a:pt x="8407" y="0"/>
                </a:moveTo>
                <a:cubicBezTo>
                  <a:pt x="13624" y="2204"/>
                  <a:pt x="17766" y="6369"/>
                  <a:pt x="19942" y="11597"/>
                </a:cubicBezTo>
                <a:lnTo>
                  <a:pt x="0" y="19897"/>
                </a:lnTo>
                <a:close/>
              </a:path>
            </a:pathLst>
          </a:custGeom>
          <a:noFill/>
          <a:ln w="12700">
            <a:solidFill>
              <a:schemeClr val="tx2">
                <a:lumMod val="60000"/>
                <a:lumOff val="40000"/>
              </a:schemeClr>
            </a:solidFill>
            <a:round/>
            <a:headEnd type="triangl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00" name="テキスト ボックス 9"/>
          <p:cNvSpPr txBox="1"/>
          <p:nvPr/>
        </p:nvSpPr>
        <p:spPr>
          <a:xfrm>
            <a:off x="5806568" y="2451011"/>
            <a:ext cx="203549" cy="156966"/>
          </a:xfrm>
          <a:prstGeom prst="rect">
            <a:avLst/>
          </a:prstGeom>
          <a:solidFill>
            <a:schemeClr val="bg1"/>
          </a:solidFill>
          <a:ln>
            <a:noFill/>
          </a:ln>
        </p:spPr>
        <p:txBody>
          <a:bodyPr wrap="square" lIns="9144" tIns="9144" rIns="9144" bIns="9144" rtlCol="0" anchor="ctr" anchorCtr="0">
            <a:spAutoFit/>
          </a:bodyPr>
          <a:lstStyle/>
          <a:p>
            <a:pPr algn="ctr" defTabSz="914400"/>
            <a:r>
              <a:rPr kumimoji="1" lang="en-US" altLang="ja-JP" sz="900" dirty="0"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(a)</a:t>
            </a:r>
            <a:endParaRPr kumimoji="1" lang="en-US" altLang="ja-JP" sz="900"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1" name="テキスト ボックス 9"/>
          <p:cNvSpPr txBox="1"/>
          <p:nvPr/>
        </p:nvSpPr>
        <p:spPr>
          <a:xfrm>
            <a:off x="5048833" y="3275759"/>
            <a:ext cx="203549" cy="156966"/>
          </a:xfrm>
          <a:prstGeom prst="rect">
            <a:avLst/>
          </a:prstGeom>
          <a:solidFill>
            <a:schemeClr val="bg1"/>
          </a:solidFill>
          <a:ln>
            <a:noFill/>
          </a:ln>
        </p:spPr>
        <p:txBody>
          <a:bodyPr wrap="square" lIns="9144" tIns="9144" rIns="9144" bIns="9144" rtlCol="0" anchor="ctr" anchorCtr="0">
            <a:spAutoFit/>
          </a:bodyPr>
          <a:lstStyle/>
          <a:p>
            <a:pPr algn="ctr" defTabSz="914400"/>
            <a:r>
              <a:rPr kumimoji="1" lang="en-US" altLang="ja-JP" sz="900" dirty="0"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(b)</a:t>
            </a:r>
            <a:endParaRPr kumimoji="1" lang="en-US" altLang="ja-JP" sz="900"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2" name="Line 130"/>
          <p:cNvSpPr>
            <a:spLocks noChangeShapeType="1"/>
          </p:cNvSpPr>
          <p:nvPr/>
        </p:nvSpPr>
        <p:spPr bwMode="auto">
          <a:xfrm>
            <a:off x="2133547" y="1696931"/>
            <a:ext cx="0" cy="203307"/>
          </a:xfrm>
          <a:prstGeom prst="line">
            <a:avLst/>
          </a:prstGeom>
          <a:noFill/>
          <a:ln w="1270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03" name="Line 130"/>
          <p:cNvSpPr>
            <a:spLocks noChangeShapeType="1"/>
          </p:cNvSpPr>
          <p:nvPr/>
        </p:nvSpPr>
        <p:spPr bwMode="auto">
          <a:xfrm>
            <a:off x="3397220" y="1966350"/>
            <a:ext cx="0" cy="282815"/>
          </a:xfrm>
          <a:prstGeom prst="line">
            <a:avLst/>
          </a:prstGeom>
          <a:noFill/>
          <a:ln w="1270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cxnSp>
        <p:nvCxnSpPr>
          <p:cNvPr id="104" name="Straight Connector 103"/>
          <p:cNvCxnSpPr/>
          <p:nvPr/>
        </p:nvCxnSpPr>
        <p:spPr bwMode="auto">
          <a:xfrm flipH="1" flipV="1">
            <a:off x="2186932" y="1743696"/>
            <a:ext cx="1157966" cy="268732"/>
          </a:xfrm>
          <a:prstGeom prst="line">
            <a:avLst/>
          </a:prstGeom>
          <a:noFill/>
          <a:ln w="15875" cap="flat" cmpd="sng" algn="ctr">
            <a:solidFill>
              <a:schemeClr val="tx1">
                <a:lumMod val="50000"/>
                <a:lumOff val="50000"/>
              </a:schemeClr>
            </a:solidFill>
            <a:prstDash val="sysDot"/>
            <a:round/>
            <a:headEnd type="stealth" w="sm" len="lg"/>
            <a:tailEnd type="none" w="sm" len="lg"/>
          </a:ln>
          <a:effectLst>
            <a:glow rad="38100">
              <a:schemeClr val="accent1">
                <a:satMod val="175000"/>
                <a:alpha val="40000"/>
              </a:schemeClr>
            </a:glow>
          </a:effectLst>
        </p:spPr>
      </p:cxnSp>
      <p:sp>
        <p:nvSpPr>
          <p:cNvPr id="107" name="テキスト ボックス 9"/>
          <p:cNvSpPr txBox="1"/>
          <p:nvPr/>
        </p:nvSpPr>
        <p:spPr>
          <a:xfrm>
            <a:off x="2675130" y="1674990"/>
            <a:ext cx="1372760" cy="253916"/>
          </a:xfrm>
          <a:prstGeom prst="rect">
            <a:avLst/>
          </a:prstGeom>
          <a:noFill/>
        </p:spPr>
        <p:txBody>
          <a:bodyPr wrap="square" rtlCol="0">
            <a:spAutoFit/>
          </a:bodyPr>
          <a:lstStyle/>
          <a:p>
            <a:pPr defTabSz="914400"/>
            <a:r>
              <a:rPr kumimoji="1" lang="en-US" altLang="ja-JP" sz="100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Operation time</a:t>
            </a:r>
            <a:endParaRPr kumimoji="1" lang="en-US" altLang="ja-JP" sz="1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0" name="テキスト ボックス 9"/>
          <p:cNvSpPr txBox="1"/>
          <p:nvPr/>
        </p:nvSpPr>
        <p:spPr>
          <a:xfrm>
            <a:off x="7808445" y="3787064"/>
            <a:ext cx="1443727" cy="276999"/>
          </a:xfrm>
          <a:prstGeom prst="rect">
            <a:avLst/>
          </a:prstGeom>
          <a:noFill/>
        </p:spPr>
        <p:txBody>
          <a:bodyPr wrap="square" rtlCol="0">
            <a:spAutoFit/>
          </a:bodyPr>
          <a:lstStyle/>
          <a:p>
            <a:pPr algn="ctr" defTabSz="914400"/>
            <a:r>
              <a:rPr kumimoji="1" lang="en-US" altLang="ja-JP" sz="12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Aging: </a:t>
            </a:r>
            <a:r>
              <a:rPr kumimoji="1" lang="en-US" altLang="ja-JP" sz="1200" b="1" dirty="0" err="1"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200" b="1" baseline="-25000" dirty="0" err="1"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ref</a:t>
            </a:r>
            <a:endParaRPr kumimoji="1" lang="en-US" altLang="ja-JP" sz="1100" b="1" baseline="-25000"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2" name="テキスト ボックス 9"/>
          <p:cNvSpPr txBox="1"/>
          <p:nvPr/>
        </p:nvSpPr>
        <p:spPr>
          <a:xfrm>
            <a:off x="9921782" y="3615148"/>
            <a:ext cx="2156142" cy="461665"/>
          </a:xfrm>
          <a:prstGeom prst="rect">
            <a:avLst/>
          </a:prstGeom>
          <a:noFill/>
        </p:spPr>
        <p:txBody>
          <a:bodyPr wrap="square" rtlCol="0">
            <a:spAutoFit/>
          </a:bodyPr>
          <a:lstStyle/>
          <a:p>
            <a:pPr defTabSz="914400"/>
            <a:r>
              <a:rPr kumimoji="1" lang="en-US" altLang="ja-JP" sz="1200" u="sng"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Convert the operation time to the stress time</a:t>
            </a:r>
            <a:endParaRPr kumimoji="1" lang="en-US" altLang="ja-JP" sz="1100" u="sng" dirty="0">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3" name="Line 130"/>
          <p:cNvSpPr>
            <a:spLocks noChangeShapeType="1"/>
          </p:cNvSpPr>
          <p:nvPr/>
        </p:nvSpPr>
        <p:spPr bwMode="auto">
          <a:xfrm>
            <a:off x="2076399" y="3969973"/>
            <a:ext cx="0" cy="203307"/>
          </a:xfrm>
          <a:prstGeom prst="line">
            <a:avLst/>
          </a:prstGeom>
          <a:noFill/>
          <a:ln w="1270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14" name="Line 130"/>
          <p:cNvSpPr>
            <a:spLocks noChangeShapeType="1"/>
          </p:cNvSpPr>
          <p:nvPr/>
        </p:nvSpPr>
        <p:spPr bwMode="auto">
          <a:xfrm>
            <a:off x="3352856" y="4239444"/>
            <a:ext cx="0" cy="282815"/>
          </a:xfrm>
          <a:prstGeom prst="line">
            <a:avLst/>
          </a:prstGeom>
          <a:noFill/>
          <a:ln w="1270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cxnSp>
        <p:nvCxnSpPr>
          <p:cNvPr id="115" name="Straight Connector 114"/>
          <p:cNvCxnSpPr/>
          <p:nvPr/>
        </p:nvCxnSpPr>
        <p:spPr bwMode="auto">
          <a:xfrm flipH="1" flipV="1">
            <a:off x="2104772" y="4038914"/>
            <a:ext cx="1157966" cy="268732"/>
          </a:xfrm>
          <a:prstGeom prst="line">
            <a:avLst/>
          </a:prstGeom>
          <a:noFill/>
          <a:ln w="15875" cap="flat" cmpd="sng" algn="ctr">
            <a:solidFill>
              <a:schemeClr val="tx1">
                <a:lumMod val="50000"/>
                <a:lumOff val="50000"/>
              </a:schemeClr>
            </a:solidFill>
            <a:prstDash val="sysDot"/>
            <a:round/>
            <a:headEnd type="stealth" w="sm" len="lg"/>
            <a:tailEnd type="none" w="sm" len="lg"/>
          </a:ln>
          <a:effectLst>
            <a:glow rad="38100">
              <a:schemeClr val="tx2">
                <a:lumMod val="40000"/>
                <a:lumOff val="60000"/>
                <a:alpha val="40000"/>
              </a:schemeClr>
            </a:glow>
          </a:effectLst>
        </p:spPr>
      </p:cxnSp>
      <p:sp>
        <p:nvSpPr>
          <p:cNvPr id="116" name="テキスト ボックス 9"/>
          <p:cNvSpPr txBox="1"/>
          <p:nvPr/>
        </p:nvSpPr>
        <p:spPr>
          <a:xfrm>
            <a:off x="2537002" y="3963194"/>
            <a:ext cx="1372760" cy="253916"/>
          </a:xfrm>
          <a:prstGeom prst="rect">
            <a:avLst/>
          </a:prstGeom>
          <a:noFill/>
        </p:spPr>
        <p:txBody>
          <a:bodyPr wrap="square" rtlCol="0">
            <a:spAutoFit/>
          </a:bodyPr>
          <a:lstStyle/>
          <a:p>
            <a:pPr defTabSz="914400"/>
            <a:r>
              <a:rPr kumimoji="1" lang="en-US" altLang="ja-JP" sz="100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Operation time</a:t>
            </a:r>
            <a:endParaRPr kumimoji="1" lang="en-US" altLang="ja-JP" sz="1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7" name="テキスト ボックス 9"/>
          <p:cNvSpPr txBox="1"/>
          <p:nvPr/>
        </p:nvSpPr>
        <p:spPr>
          <a:xfrm>
            <a:off x="3367642" y="2036725"/>
            <a:ext cx="717230" cy="246221"/>
          </a:xfrm>
          <a:prstGeom prst="rect">
            <a:avLst/>
          </a:prstGeom>
          <a:noFill/>
        </p:spPr>
        <p:txBody>
          <a:bodyPr wrap="square" rtlCol="0">
            <a:spAutoFit/>
          </a:bodyPr>
          <a:lstStyle/>
          <a:p>
            <a:pPr defTabSz="914400"/>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to</a:t>
            </a:r>
            <a:endParaRPr kumimoji="1" lang="en-US" altLang="ja-JP" sz="9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8" name="テキスト ボックス 9"/>
          <p:cNvSpPr txBox="1"/>
          <p:nvPr/>
        </p:nvSpPr>
        <p:spPr>
          <a:xfrm>
            <a:off x="1930597" y="1693854"/>
            <a:ext cx="717230" cy="246221"/>
          </a:xfrm>
          <a:prstGeom prst="rect">
            <a:avLst/>
          </a:prstGeom>
          <a:noFill/>
        </p:spPr>
        <p:txBody>
          <a:bodyPr wrap="square" rtlCol="0">
            <a:spAutoFit/>
          </a:bodyPr>
          <a:lstStyle/>
          <a:p>
            <a:pPr defTabSz="914400"/>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0</a:t>
            </a:r>
            <a:endParaRPr kumimoji="1" lang="en-US" altLang="ja-JP" sz="9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9" name="テキスト ボックス 9"/>
          <p:cNvSpPr txBox="1"/>
          <p:nvPr/>
        </p:nvSpPr>
        <p:spPr>
          <a:xfrm rot="1796634">
            <a:off x="1768119" y="5729281"/>
            <a:ext cx="717230" cy="246221"/>
          </a:xfrm>
          <a:prstGeom prst="rect">
            <a:avLst/>
          </a:prstGeom>
          <a:noFill/>
        </p:spPr>
        <p:txBody>
          <a:bodyPr wrap="square" rtlCol="0">
            <a:spAutoFit/>
          </a:bodyPr>
          <a:lstStyle/>
          <a:p>
            <a:pPr defTabSz="914400"/>
            <a:r>
              <a:rPr kumimoji="1" lang="en-US" altLang="ja-JP" sz="100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time</a:t>
            </a:r>
            <a:endParaRPr kumimoji="1" lang="en-US" altLang="ja-JP" sz="9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0" name="テキスト ボックス 9"/>
          <p:cNvSpPr txBox="1"/>
          <p:nvPr/>
        </p:nvSpPr>
        <p:spPr>
          <a:xfrm rot="20223912">
            <a:off x="2652015" y="5795915"/>
            <a:ext cx="420782" cy="261610"/>
          </a:xfrm>
          <a:prstGeom prst="rect">
            <a:avLst/>
          </a:prstGeom>
          <a:noFill/>
        </p:spPr>
        <p:txBody>
          <a:bodyPr wrap="square" rtlCol="0">
            <a:spAutoFit/>
          </a:bodyPr>
          <a:lstStyle/>
          <a:p>
            <a:pPr defTabSz="914400"/>
            <a:r>
              <a:rPr kumimoji="1" lang="en-US" altLang="ja-JP" sz="1100" dirty="0" err="1"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100" baseline="-25000" dirty="0" err="1"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pix</a:t>
            </a:r>
            <a:endParaRPr kumimoji="1" lang="en-US" altLang="ja-JP" sz="1050" baseline="-25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1" name="テキスト ボックス 9"/>
          <p:cNvSpPr txBox="1"/>
          <p:nvPr/>
        </p:nvSpPr>
        <p:spPr>
          <a:xfrm>
            <a:off x="3163807" y="5863299"/>
            <a:ext cx="717230" cy="261610"/>
          </a:xfrm>
          <a:prstGeom prst="rect">
            <a:avLst/>
          </a:prstGeom>
          <a:noFill/>
        </p:spPr>
        <p:txBody>
          <a:bodyPr wrap="square" rtlCol="0">
            <a:spAutoFit/>
          </a:bodyPr>
          <a:lstStyle/>
          <a:p>
            <a:pPr defTabSz="914400"/>
            <a:r>
              <a:rPr kumimoji="1" lang="en-US" altLang="ja-JP" sz="1100" dirty="0" err="1"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100" baseline="-25000" dirty="0" err="1" smtClean="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rPr>
              <a:t>ref</a:t>
            </a:r>
            <a:endParaRPr kumimoji="1" lang="en-US" altLang="ja-JP" sz="1050" baseline="-25000" dirty="0">
              <a:solidFill>
                <a:schemeClr val="tx2">
                  <a:lumMod val="60000"/>
                  <a:lumOff val="4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2" name="テキスト ボックス 9"/>
          <p:cNvSpPr txBox="1"/>
          <p:nvPr/>
        </p:nvSpPr>
        <p:spPr>
          <a:xfrm>
            <a:off x="3304359" y="4336242"/>
            <a:ext cx="717230" cy="246221"/>
          </a:xfrm>
          <a:prstGeom prst="rect">
            <a:avLst/>
          </a:prstGeom>
          <a:noFill/>
        </p:spPr>
        <p:txBody>
          <a:bodyPr wrap="square" rtlCol="0">
            <a:spAutoFit/>
          </a:bodyPr>
          <a:lstStyle/>
          <a:p>
            <a:pPr defTabSz="914400"/>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to</a:t>
            </a:r>
            <a:endParaRPr kumimoji="1" lang="en-US" altLang="ja-JP" sz="9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3" name="テキスト ボックス 9"/>
          <p:cNvSpPr txBox="1"/>
          <p:nvPr/>
        </p:nvSpPr>
        <p:spPr>
          <a:xfrm>
            <a:off x="1867314" y="3993371"/>
            <a:ext cx="717230" cy="246221"/>
          </a:xfrm>
          <a:prstGeom prst="rect">
            <a:avLst/>
          </a:prstGeom>
          <a:noFill/>
        </p:spPr>
        <p:txBody>
          <a:bodyPr wrap="square" rtlCol="0">
            <a:spAutoFit/>
          </a:bodyPr>
          <a:lstStyle/>
          <a:p>
            <a:pPr defTabSz="914400"/>
            <a:r>
              <a:rPr kumimoji="1" lang="en-US" altLang="ja-JP" sz="10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0</a:t>
            </a:r>
            <a:endParaRPr kumimoji="1" lang="en-US" altLang="ja-JP" sz="9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9" name="Right Brace 18"/>
          <p:cNvSpPr/>
          <p:nvPr/>
        </p:nvSpPr>
        <p:spPr bwMode="auto">
          <a:xfrm rot="16200000">
            <a:off x="8246071" y="620511"/>
            <a:ext cx="51839" cy="1180461"/>
          </a:xfrm>
          <a:prstGeom prst="rightBrace">
            <a:avLst>
              <a:gd name="adj1" fmla="val 21252"/>
              <a:gd name="adj2" fmla="val 50000"/>
            </a:avLst>
          </a:prstGeom>
          <a:noFill/>
          <a:ln w="9525" cap="flat" cmpd="sng" algn="ctr">
            <a:solidFill>
              <a:srgbClr val="0000FF"/>
            </a:solidFill>
            <a:prstDash val="solid"/>
            <a:round/>
            <a:headEnd type="none" w="med" len="med"/>
            <a:tailEnd type="none"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125" name="Right Brace 124"/>
          <p:cNvSpPr/>
          <p:nvPr/>
        </p:nvSpPr>
        <p:spPr bwMode="auto">
          <a:xfrm rot="16200000">
            <a:off x="10135604" y="620511"/>
            <a:ext cx="51839" cy="1180461"/>
          </a:xfrm>
          <a:prstGeom prst="rightBrace">
            <a:avLst>
              <a:gd name="adj1" fmla="val 21252"/>
              <a:gd name="adj2" fmla="val 50000"/>
            </a:avLst>
          </a:prstGeom>
          <a:noFill/>
          <a:ln w="9525" cap="flat" cmpd="sng" algn="ctr">
            <a:solidFill>
              <a:schemeClr val="tx2">
                <a:lumMod val="60000"/>
                <a:lumOff val="40000"/>
              </a:schemeClr>
            </a:solidFill>
            <a:prstDash val="solid"/>
            <a:round/>
            <a:headEnd type="none" w="med" len="med"/>
            <a:tailEnd type="none"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cxnSp>
        <p:nvCxnSpPr>
          <p:cNvPr id="126" name="Straight Connector 125"/>
          <p:cNvCxnSpPr/>
          <p:nvPr/>
        </p:nvCxnSpPr>
        <p:spPr bwMode="auto">
          <a:xfrm flipH="1" flipV="1">
            <a:off x="9017417" y="2441813"/>
            <a:ext cx="121438" cy="23985"/>
          </a:xfrm>
          <a:prstGeom prst="line">
            <a:avLst/>
          </a:prstGeom>
          <a:noFill/>
          <a:ln w="15875" cap="flat" cmpd="sng" algn="ctr">
            <a:solidFill>
              <a:schemeClr val="tx1">
                <a:lumMod val="50000"/>
                <a:lumOff val="50000"/>
              </a:schemeClr>
            </a:solidFill>
            <a:prstDash val="sysDot"/>
            <a:round/>
            <a:headEnd type="stealth" w="sm" len="sm"/>
            <a:tailEnd type="none" w="sm" len="lg"/>
          </a:ln>
          <a:effectLst>
            <a:glow rad="25400">
              <a:schemeClr val="tx2">
                <a:lumMod val="40000"/>
                <a:lumOff val="60000"/>
                <a:alpha val="40000"/>
              </a:schemeClr>
            </a:glow>
          </a:effectLst>
        </p:spPr>
      </p:cxnSp>
      <p:cxnSp>
        <p:nvCxnSpPr>
          <p:cNvPr id="128" name="Straight Connector 127"/>
          <p:cNvCxnSpPr/>
          <p:nvPr/>
        </p:nvCxnSpPr>
        <p:spPr bwMode="auto">
          <a:xfrm flipH="1" flipV="1">
            <a:off x="9025422" y="2520951"/>
            <a:ext cx="519932" cy="120100"/>
          </a:xfrm>
          <a:prstGeom prst="line">
            <a:avLst/>
          </a:prstGeom>
          <a:noFill/>
          <a:ln w="15875" cap="flat" cmpd="sng" algn="ctr">
            <a:solidFill>
              <a:schemeClr val="tx1">
                <a:lumMod val="50000"/>
                <a:lumOff val="50000"/>
              </a:schemeClr>
            </a:solidFill>
            <a:prstDash val="sysDot"/>
            <a:round/>
            <a:headEnd type="stealth" w="sm" len="sm"/>
            <a:tailEnd type="none" w="sm" len="lg"/>
          </a:ln>
          <a:effectLst>
            <a:glow rad="38100">
              <a:schemeClr val="accent1">
                <a:satMod val="175000"/>
                <a:alpha val="40000"/>
              </a:schemeClr>
            </a:glow>
          </a:effectLst>
        </p:spPr>
      </p:cxnSp>
      <p:sp>
        <p:nvSpPr>
          <p:cNvPr id="131" name="テキスト ボックス 9"/>
          <p:cNvSpPr txBox="1"/>
          <p:nvPr/>
        </p:nvSpPr>
        <p:spPr>
          <a:xfrm>
            <a:off x="9412995" y="2426174"/>
            <a:ext cx="1923898" cy="261610"/>
          </a:xfrm>
          <a:prstGeom prst="rect">
            <a:avLst/>
          </a:prstGeom>
          <a:noFill/>
        </p:spPr>
        <p:txBody>
          <a:bodyPr wrap="square" rtlCol="0">
            <a:spAutoFit/>
          </a:bodyPr>
          <a:lstStyle/>
          <a:p>
            <a:pPr defTabSz="914400"/>
            <a:r>
              <a:rPr kumimoji="1" lang="en-US" altLang="ja-JP" sz="105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Stress time(Case1)</a:t>
            </a:r>
            <a:endParaRPr kumimoji="1" lang="en-US" altLang="ja-JP" sz="1050" baseline="-25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2" name="Rectangle 131"/>
          <p:cNvSpPr/>
          <p:nvPr/>
        </p:nvSpPr>
        <p:spPr bwMode="auto">
          <a:xfrm>
            <a:off x="7716420" y="5243097"/>
            <a:ext cx="4460930" cy="948294"/>
          </a:xfrm>
          <a:prstGeom prst="rect">
            <a:avLst/>
          </a:prstGeom>
          <a:solidFill>
            <a:schemeClr val="bg1"/>
          </a:solidFill>
          <a:ln w="9525" cap="flat" cmpd="sng" algn="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round/>
            <a:headEnd type="none" w="med" len="med"/>
            <a:tailEnd type="none" w="med" len="med"/>
          </a:ln>
          <a:effectLst>
            <a:softEdge rad="31750"/>
          </a:effectLst>
        </p:spPr>
        <p:txBody>
          <a:bodyPr vert="horz" wrap="square" lIns="79200" tIns="39600" rIns="79200" bIns="39600" numCol="1" rtlCol="0" anchor="t" anchorCtr="0" compatLnSpc="1">
            <a:prstTxWarp prst="textNoShape">
              <a:avLst/>
            </a:prstTxWarp>
            <a:no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141" name="テキスト ボックス 9"/>
          <p:cNvSpPr txBox="1"/>
          <p:nvPr/>
        </p:nvSpPr>
        <p:spPr>
          <a:xfrm>
            <a:off x="7710335" y="5252622"/>
            <a:ext cx="3399587" cy="307777"/>
          </a:xfrm>
          <a:prstGeom prst="rect">
            <a:avLst/>
          </a:prstGeom>
          <a:noFill/>
        </p:spPr>
        <p:txBody>
          <a:bodyPr wrap="square" rtlCol="0">
            <a:spAutoFit/>
          </a:bodyPr>
          <a:lstStyle/>
          <a:p>
            <a:pPr defTabSz="914400"/>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degradation model </a:t>
            </a:r>
            <a:r>
              <a:rPr kumimoji="1" lang="en-US" altLang="ja-JP" sz="11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Approximated)</a:t>
            </a:r>
            <a:endParaRPr kumimoji="1" lang="en-US" altLang="ja-JP" sz="12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mc:AlternateContent xmlns:mc="http://schemas.openxmlformats.org/markup-compatibility/2006" xmlns:a14="http://schemas.microsoft.com/office/drawing/2010/main">
        <mc:Choice Requires="a14">
          <p:sp>
            <p:nvSpPr>
              <p:cNvPr id="186" name="TextBox 185"/>
              <p:cNvSpPr txBox="1"/>
              <p:nvPr/>
            </p:nvSpPr>
            <p:spPr>
              <a:xfrm>
                <a:off x="8321605" y="5598936"/>
                <a:ext cx="3519425" cy="5449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ja-JP" sz="1100" i="1" smtClean="0">
                              <a:latin typeface="Cambria Math" panose="02040503050406030204" pitchFamily="18" charset="0"/>
                            </a:rPr>
                          </m:ctrlPr>
                        </m:fPr>
                        <m:num>
                          <m:r>
                            <a:rPr lang="en-US" altLang="ja-JP" sz="1100" i="1" smtClean="0">
                              <a:latin typeface="Cambria Math" panose="02040503050406030204" pitchFamily="18" charset="0"/>
                            </a:rPr>
                            <m:t>𝐿</m:t>
                          </m:r>
                          <m:r>
                            <a:rPr lang="en-US" altLang="ja-JP" sz="1100" b="0" i="1" baseline="-25000" smtClean="0">
                              <a:latin typeface="Cambria Math" panose="02040503050406030204" pitchFamily="18" charset="0"/>
                            </a:rPr>
                            <m:t>𝑢𝑚</m:t>
                          </m:r>
                        </m:num>
                        <m:den>
                          <m:r>
                            <a:rPr lang="en-US" altLang="ja-JP" sz="1100" b="0" i="1" smtClean="0">
                              <a:latin typeface="Cambria Math" panose="02040503050406030204" pitchFamily="18" charset="0"/>
                            </a:rPr>
                            <m:t>𝐿</m:t>
                          </m:r>
                          <m:r>
                            <a:rPr lang="en-US" altLang="ja-JP" sz="1100" b="0" i="1" baseline="-25000" smtClean="0">
                              <a:latin typeface="Cambria Math" panose="02040503050406030204" pitchFamily="18" charset="0"/>
                            </a:rPr>
                            <m:t>𝑢𝑚</m:t>
                          </m:r>
                          <m:r>
                            <a:rPr lang="en-US" altLang="ja-JP" sz="1100" b="0" i="1" baseline="-25000" smtClean="0">
                              <a:latin typeface="Cambria Math" panose="02040503050406030204" pitchFamily="18" charset="0"/>
                            </a:rPr>
                            <m:t>_</m:t>
                          </m:r>
                          <m:r>
                            <a:rPr lang="en-US" altLang="ja-JP" sz="1100" b="0" i="1" baseline="-25000" smtClean="0">
                              <a:latin typeface="Cambria Math" panose="02040503050406030204" pitchFamily="18" charset="0"/>
                            </a:rPr>
                            <m:t>𝑖𝑛𝑖</m:t>
                          </m:r>
                        </m:den>
                      </m:f>
                      <m:r>
                        <a:rPr lang="en-US" altLang="ja-JP" sz="1100" i="1">
                          <a:latin typeface="Cambria Math" panose="02040503050406030204" pitchFamily="18" charset="0"/>
                          <a:ea typeface="Cambria Math" panose="02040503050406030204" pitchFamily="18" charset="0"/>
                        </a:rPr>
                        <m:t>∝</m:t>
                      </m:r>
                      <m:r>
                        <a:rPr lang="en-US" sz="1100" i="1" smtClean="0">
                          <a:latin typeface="Cambria Math" panose="02040503050406030204" pitchFamily="18" charset="0"/>
                          <a:ea typeface="Cambria Math" panose="02040503050406030204" pitchFamily="18" charset="0"/>
                        </a:rPr>
                        <m:t>∆</m:t>
                      </m:r>
                      <m:r>
                        <a:rPr lang="en-US" sz="1100" i="1" smtClean="0">
                          <a:latin typeface="Cambria Math" panose="02040503050406030204" pitchFamily="18" charset="0"/>
                          <a:ea typeface="Cambria Math" panose="02040503050406030204" pitchFamily="18" charset="0"/>
                        </a:rPr>
                        <m:t>𝜂</m:t>
                      </m:r>
                      <m:r>
                        <a:rPr lang="en-US" sz="1100" b="0" i="1" baseline="30000" smtClean="0">
                          <a:latin typeface="Cambria Math" panose="02040503050406030204" pitchFamily="18" charset="0"/>
                          <a:ea typeface="Cambria Math" panose="02040503050406030204" pitchFamily="18" charset="0"/>
                        </a:rPr>
                        <m:t>1</m:t>
                      </m:r>
                      <m:d>
                        <m:dPr>
                          <m:ctrlPr>
                            <a:rPr lang="en-US" sz="1100" b="0" i="1" smtClean="0">
                              <a:latin typeface="Cambria Math" panose="02040503050406030204" pitchFamily="18" charset="0"/>
                              <a:ea typeface="Cambria Math" panose="02040503050406030204" pitchFamily="18" charset="0"/>
                            </a:rPr>
                          </m:ctrlPr>
                        </m:dPr>
                        <m:e>
                          <m:r>
                            <a:rPr lang="en-US" sz="1100" b="0" i="1" smtClean="0">
                              <a:solidFill>
                                <a:srgbClr val="0000FF"/>
                              </a:solidFill>
                              <a:latin typeface="Cambria Math" panose="02040503050406030204" pitchFamily="18" charset="0"/>
                              <a:ea typeface="Cambria Math" panose="02040503050406030204" pitchFamily="18" charset="0"/>
                            </a:rPr>
                            <m:t>∆</m:t>
                          </m:r>
                          <m:r>
                            <a:rPr lang="en-US" sz="1100" b="0" i="1" smtClean="0">
                              <a:solidFill>
                                <a:srgbClr val="0000FF"/>
                              </a:solidFill>
                              <a:latin typeface="Cambria Math" panose="02040503050406030204" pitchFamily="18" charset="0"/>
                              <a:ea typeface="Cambria Math" panose="02040503050406030204" pitchFamily="18" charset="0"/>
                            </a:rPr>
                            <m:t>𝑡</m:t>
                          </m:r>
                          <m:r>
                            <a:rPr lang="en-US" sz="1100" b="0" i="1" smtClean="0">
                              <a:solidFill>
                                <a:srgbClr val="0000FF"/>
                              </a:solidFill>
                              <a:latin typeface="Cambria Math" panose="02040503050406030204" pitchFamily="18" charset="0"/>
                              <a:ea typeface="Cambria Math" panose="02040503050406030204" pitchFamily="18" charset="0"/>
                            </a:rPr>
                            <m:t>∙</m:t>
                          </m:r>
                          <m:nary>
                            <m:naryPr>
                              <m:chr m:val="∑"/>
                              <m:ctrlPr>
                                <a:rPr lang="en-US" sz="1100" b="0" i="1" smtClean="0">
                                  <a:solidFill>
                                    <a:srgbClr val="0000FF"/>
                                  </a:solidFill>
                                  <a:latin typeface="Cambria Math" panose="02040503050406030204" pitchFamily="18" charset="0"/>
                                  <a:ea typeface="Cambria Math" panose="02040503050406030204" pitchFamily="18" charset="0"/>
                                </a:rPr>
                              </m:ctrlPr>
                            </m:naryPr>
                            <m:sub>
                              <m:r>
                                <m:rPr>
                                  <m:brk m:alnAt="23"/>
                                </m:rPr>
                                <a:rPr lang="en-US" sz="1100" b="0" i="1" smtClean="0">
                                  <a:solidFill>
                                    <a:srgbClr val="0000FF"/>
                                  </a:solidFill>
                                  <a:latin typeface="Cambria Math" panose="02040503050406030204" pitchFamily="18" charset="0"/>
                                  <a:ea typeface="Cambria Math" panose="02040503050406030204" pitchFamily="18" charset="0"/>
                                </a:rPr>
                                <m:t>𝑁</m:t>
                              </m:r>
                              <m:r>
                                <a:rPr lang="en-US" sz="1100" b="0" i="1" baseline="-25000" smtClean="0">
                                  <a:solidFill>
                                    <a:srgbClr val="0000FF"/>
                                  </a:solidFill>
                                  <a:latin typeface="Cambria Math" panose="02040503050406030204" pitchFamily="18" charset="0"/>
                                  <a:ea typeface="Cambria Math" panose="02040503050406030204" pitchFamily="18" charset="0"/>
                                </a:rPr>
                                <m:t>𝑖</m:t>
                              </m:r>
                              <m:r>
                                <a:rPr lang="en-US" sz="1100" b="0" i="1" smtClean="0">
                                  <a:solidFill>
                                    <a:srgbClr val="0000FF"/>
                                  </a:solidFill>
                                  <a:latin typeface="Cambria Math" panose="02040503050406030204" pitchFamily="18" charset="0"/>
                                  <a:ea typeface="Cambria Math" panose="02040503050406030204" pitchFamily="18" charset="0"/>
                                </a:rPr>
                                <m:t>=0</m:t>
                              </m:r>
                            </m:sub>
                            <m:sup>
                              <m:f>
                                <m:fPr>
                                  <m:type m:val="lin"/>
                                  <m:ctrlPr>
                                    <a:rPr lang="en-US" sz="1100" b="0" i="1" smtClean="0">
                                      <a:solidFill>
                                        <a:srgbClr val="0000FF"/>
                                      </a:solidFill>
                                      <a:latin typeface="Cambria Math" panose="02040503050406030204" pitchFamily="18" charset="0"/>
                                      <a:ea typeface="Cambria Math" panose="02040503050406030204" pitchFamily="18" charset="0"/>
                                    </a:rPr>
                                  </m:ctrlPr>
                                </m:fPr>
                                <m:num>
                                  <m:r>
                                    <a:rPr lang="en-US" sz="1100" b="0" i="1" smtClean="0">
                                      <a:solidFill>
                                        <a:srgbClr val="0000FF"/>
                                      </a:solidFill>
                                      <a:latin typeface="Cambria Math" panose="02040503050406030204" pitchFamily="18" charset="0"/>
                                      <a:ea typeface="Cambria Math" panose="02040503050406030204" pitchFamily="18" charset="0"/>
                                    </a:rPr>
                                    <m:t>𝑡</m:t>
                                  </m:r>
                                </m:num>
                                <m:den>
                                  <m:r>
                                    <a:rPr lang="en-US" sz="1100" b="0" i="1" smtClean="0">
                                      <a:solidFill>
                                        <a:srgbClr val="0000FF"/>
                                      </a:solidFill>
                                      <a:latin typeface="Cambria Math" panose="02040503050406030204" pitchFamily="18" charset="0"/>
                                      <a:ea typeface="Cambria Math" panose="02040503050406030204" pitchFamily="18" charset="0"/>
                                    </a:rPr>
                                    <m:t>∆</m:t>
                                  </m:r>
                                  <m:r>
                                    <a:rPr lang="en-US" sz="1100" b="0" i="1" smtClean="0">
                                      <a:solidFill>
                                        <a:srgbClr val="0000FF"/>
                                      </a:solidFill>
                                      <a:latin typeface="Cambria Math" panose="02040503050406030204" pitchFamily="18" charset="0"/>
                                      <a:ea typeface="Cambria Math" panose="02040503050406030204" pitchFamily="18" charset="0"/>
                                    </a:rPr>
                                    <m:t>𝑡</m:t>
                                  </m:r>
                                </m:den>
                              </m:f>
                            </m:sup>
                            <m:e>
                              <m:r>
                                <a:rPr lang="en-US" sz="1100" b="0" i="1" smtClean="0">
                                  <a:solidFill>
                                    <a:srgbClr val="0000FF"/>
                                  </a:solidFill>
                                  <a:latin typeface="Cambria Math" panose="02040503050406030204" pitchFamily="18" charset="0"/>
                                  <a:ea typeface="Cambria Math" panose="02040503050406030204" pitchFamily="18" charset="0"/>
                                </a:rPr>
                                <m:t>𝑆</m:t>
                              </m:r>
                              <m:r>
                                <a:rPr lang="en-US" sz="1100" b="0" i="1" baseline="-25000" smtClean="0">
                                  <a:solidFill>
                                    <a:srgbClr val="0000FF"/>
                                  </a:solidFill>
                                  <a:latin typeface="Cambria Math" panose="02040503050406030204" pitchFamily="18" charset="0"/>
                                  <a:ea typeface="Cambria Math" panose="02040503050406030204" pitchFamily="18" charset="0"/>
                                </a:rPr>
                                <m:t>1</m:t>
                              </m:r>
                              <m:d>
                                <m:dPr>
                                  <m:ctrlPr>
                                    <a:rPr lang="en-US" sz="1100" b="0" i="1" smtClean="0">
                                      <a:solidFill>
                                        <a:srgbClr val="0000FF"/>
                                      </a:solidFill>
                                      <a:latin typeface="Cambria Math" panose="02040503050406030204" pitchFamily="18" charset="0"/>
                                      <a:ea typeface="Cambria Math" panose="02040503050406030204" pitchFamily="18" charset="0"/>
                                    </a:rPr>
                                  </m:ctrlPr>
                                </m:dPr>
                                <m:e>
                                  <m:r>
                                    <a:rPr lang="en-US" sz="1100" b="0" i="1" smtClean="0">
                                      <a:solidFill>
                                        <a:srgbClr val="0000FF"/>
                                      </a:solidFill>
                                      <a:latin typeface="Cambria Math" panose="02040503050406030204" pitchFamily="18" charset="0"/>
                                      <a:ea typeface="Cambria Math" panose="02040503050406030204" pitchFamily="18" charset="0"/>
                                    </a:rPr>
                                    <m:t>𝐼</m:t>
                                  </m:r>
                                  <m:r>
                                    <a:rPr lang="en-US" sz="1100" b="0" i="1" baseline="-25000" smtClean="0">
                                      <a:solidFill>
                                        <a:srgbClr val="0000FF"/>
                                      </a:solidFill>
                                      <a:latin typeface="Cambria Math" panose="02040503050406030204" pitchFamily="18" charset="0"/>
                                      <a:ea typeface="Cambria Math" panose="02040503050406030204" pitchFamily="18" charset="0"/>
                                    </a:rPr>
                                    <m:t>𝑠𝑡𝑟𝑒𝑠𝑠</m:t>
                                  </m:r>
                                  <m:d>
                                    <m:dPr>
                                      <m:ctrlPr>
                                        <a:rPr lang="en-US" sz="1100" b="0" i="1" smtClean="0">
                                          <a:solidFill>
                                            <a:srgbClr val="0000FF"/>
                                          </a:solidFill>
                                          <a:latin typeface="Cambria Math" panose="02040503050406030204" pitchFamily="18" charset="0"/>
                                          <a:ea typeface="Cambria Math" panose="02040503050406030204" pitchFamily="18" charset="0"/>
                                        </a:rPr>
                                      </m:ctrlPr>
                                    </m:dPr>
                                    <m:e>
                                      <m:r>
                                        <a:rPr lang="en-US" sz="1100" b="0" i="1" smtClean="0">
                                          <a:solidFill>
                                            <a:srgbClr val="0000FF"/>
                                          </a:solidFill>
                                          <a:latin typeface="Cambria Math" panose="02040503050406030204" pitchFamily="18" charset="0"/>
                                          <a:ea typeface="Cambria Math" panose="02040503050406030204" pitchFamily="18" charset="0"/>
                                        </a:rPr>
                                        <m:t>𝑁</m:t>
                                      </m:r>
                                      <m:r>
                                        <a:rPr lang="en-US" sz="1100" b="0" i="1" baseline="-25000" smtClean="0">
                                          <a:solidFill>
                                            <a:srgbClr val="0000FF"/>
                                          </a:solidFill>
                                          <a:latin typeface="Cambria Math" panose="02040503050406030204" pitchFamily="18" charset="0"/>
                                          <a:ea typeface="Cambria Math" panose="02040503050406030204" pitchFamily="18" charset="0"/>
                                        </a:rPr>
                                        <m:t>𝑖</m:t>
                                      </m:r>
                                      <m:r>
                                        <a:rPr lang="en-US" sz="1100" b="0" i="1" smtClean="0">
                                          <a:solidFill>
                                            <a:srgbClr val="0000FF"/>
                                          </a:solidFill>
                                          <a:latin typeface="Cambria Math" panose="02040503050406030204" pitchFamily="18" charset="0"/>
                                          <a:ea typeface="Cambria Math" panose="02040503050406030204" pitchFamily="18" charset="0"/>
                                        </a:rPr>
                                        <m:t>∙∆</m:t>
                                      </m:r>
                                      <m:r>
                                        <a:rPr lang="en-US" sz="1100" b="0" i="1" smtClean="0">
                                          <a:solidFill>
                                            <a:srgbClr val="0000FF"/>
                                          </a:solidFill>
                                          <a:latin typeface="Cambria Math" panose="02040503050406030204" pitchFamily="18" charset="0"/>
                                          <a:ea typeface="Cambria Math" panose="02040503050406030204" pitchFamily="18" charset="0"/>
                                        </a:rPr>
                                        <m:t>𝑡</m:t>
                                      </m:r>
                                    </m:e>
                                  </m:d>
                                </m:e>
                              </m:d>
                            </m:e>
                          </m:nary>
                        </m:e>
                      </m:d>
                      <m:r>
                        <a:rPr lang="en-US" sz="1100" i="1">
                          <a:latin typeface="Cambria Math" panose="02040503050406030204" pitchFamily="18" charset="0"/>
                          <a:ea typeface="Cambria Math" panose="02040503050406030204" pitchFamily="18" charset="0"/>
                        </a:rPr>
                        <m:t>∙</m:t>
                      </m:r>
                      <m:r>
                        <a:rPr lang="en-US" sz="1100" i="1" smtClean="0">
                          <a:latin typeface="Cambria Math" panose="02040503050406030204" pitchFamily="18" charset="0"/>
                          <a:ea typeface="Cambria Math" panose="02040503050406030204" pitchFamily="18" charset="0"/>
                        </a:rPr>
                        <m:t>∆</m:t>
                      </m:r>
                      <m:r>
                        <a:rPr lang="en-US" sz="1100" i="1" smtClean="0">
                          <a:latin typeface="Cambria Math" panose="02040503050406030204" pitchFamily="18" charset="0"/>
                          <a:ea typeface="Cambria Math" panose="02040503050406030204" pitchFamily="18" charset="0"/>
                        </a:rPr>
                        <m:t>𝜂</m:t>
                      </m:r>
                      <m:r>
                        <a:rPr lang="en-US" sz="1100" b="0" i="1" baseline="30000" smtClean="0">
                          <a:latin typeface="Cambria Math" panose="02040503050406030204" pitchFamily="18" charset="0"/>
                          <a:ea typeface="Cambria Math" panose="02040503050406030204" pitchFamily="18" charset="0"/>
                        </a:rPr>
                        <m:t>2</m:t>
                      </m:r>
                      <m:d>
                        <m:dPr>
                          <m:ctrlPr>
                            <a:rPr lang="en-US" sz="1100" i="1">
                              <a:latin typeface="Cambria Math" panose="02040503050406030204" pitchFamily="18" charset="0"/>
                              <a:ea typeface="Cambria Math" panose="02040503050406030204" pitchFamily="18" charset="0"/>
                            </a:rPr>
                          </m:ctrlPr>
                        </m:dPr>
                        <m:e>
                          <m:r>
                            <a:rPr lang="en-US" sz="1100" i="1" smtClean="0">
                              <a:latin typeface="Cambria Math" panose="02040503050406030204" pitchFamily="18" charset="0"/>
                              <a:ea typeface="Cambria Math" panose="02040503050406030204" pitchFamily="18" charset="0"/>
                            </a:rPr>
                            <m:t>∆</m:t>
                          </m:r>
                          <m:r>
                            <a:rPr lang="en-US" sz="1100" i="1" smtClean="0">
                              <a:latin typeface="Cambria Math" panose="02040503050406030204" pitchFamily="18" charset="0"/>
                              <a:ea typeface="Cambria Math" panose="02040503050406030204" pitchFamily="18" charset="0"/>
                            </a:rPr>
                            <m:t>𝜂</m:t>
                          </m:r>
                          <m:r>
                            <a:rPr lang="en-US" sz="1100" b="0" i="1" baseline="30000" smtClean="0">
                              <a:latin typeface="Cambria Math" panose="02040503050406030204" pitchFamily="18" charset="0"/>
                              <a:ea typeface="Cambria Math" panose="02040503050406030204" pitchFamily="18" charset="0"/>
                            </a:rPr>
                            <m:t>1</m:t>
                          </m:r>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𝐼𝑝𝑖𝑥</m:t>
                          </m:r>
                        </m:e>
                      </m:d>
                    </m:oMath>
                  </m:oMathPara>
                </a14:m>
                <a:endParaRPr lang="en-US" sz="1100" baseline="30000" dirty="0"/>
              </a:p>
            </p:txBody>
          </p:sp>
        </mc:Choice>
        <mc:Fallback xmlns="">
          <p:sp>
            <p:nvSpPr>
              <p:cNvPr id="186" name="TextBox 185"/>
              <p:cNvSpPr txBox="1">
                <a:spLocks noRot="1" noChangeAspect="1" noMove="1" noResize="1" noEditPoints="1" noAdjustHandles="1" noChangeArrowheads="1" noChangeShapeType="1" noTextEdit="1"/>
              </p:cNvSpPr>
              <p:nvPr/>
            </p:nvSpPr>
            <p:spPr>
              <a:xfrm>
                <a:off x="8321605" y="5598936"/>
                <a:ext cx="3519425" cy="544957"/>
              </a:xfrm>
              <a:prstGeom prst="rect">
                <a:avLst/>
              </a:prstGeom>
              <a:blipFill rotWithShape="0">
                <a:blip r:embed="rId7"/>
                <a:stretch>
                  <a:fillRect/>
                </a:stretch>
              </a:blipFill>
            </p:spPr>
            <p:txBody>
              <a:bodyPr/>
              <a:lstStyle/>
              <a:p>
                <a:r>
                  <a:rPr lang="en-US">
                    <a:noFill/>
                  </a:rPr>
                  <a:t> </a:t>
                </a:r>
              </a:p>
            </p:txBody>
          </p:sp>
        </mc:Fallback>
      </mc:AlternateContent>
      <p:sp>
        <p:nvSpPr>
          <p:cNvPr id="37" name="Rounded Rectangle 36"/>
          <p:cNvSpPr/>
          <p:nvPr/>
        </p:nvSpPr>
        <p:spPr bwMode="auto">
          <a:xfrm>
            <a:off x="9206156" y="5591224"/>
            <a:ext cx="1568312" cy="571719"/>
          </a:xfrm>
          <a:prstGeom prst="roundRect">
            <a:avLst>
              <a:gd name="adj" fmla="val 15652"/>
            </a:avLst>
          </a:prstGeom>
          <a:noFill/>
          <a:ln w="15875" cap="flat" cmpd="sng" algn="ctr">
            <a:solidFill>
              <a:schemeClr val="tx2">
                <a:lumMod val="60000"/>
                <a:lumOff val="40000"/>
              </a:schemeClr>
            </a:solidFill>
            <a:prstDash val="sysDot"/>
            <a:round/>
            <a:headEnd type="none" w="med" len="med"/>
            <a:tailEnd type="none" w="med" len="med"/>
          </a:ln>
          <a:effectLst/>
        </p:spPr>
        <p:txBody>
          <a:bodyPr vert="horz" wrap="square" lIns="79200" tIns="39600" rIns="79200" bIns="39600" numCol="1" rtlCol="0" anchor="t" anchorCtr="0" compatLnSpc="1">
            <a:prstTxWarp prst="textNoShape">
              <a:avLst/>
            </a:prstTxWarp>
            <a:no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133" name="Line 138"/>
          <p:cNvSpPr>
            <a:spLocks noChangeShapeType="1"/>
          </p:cNvSpPr>
          <p:nvPr/>
        </p:nvSpPr>
        <p:spPr bwMode="auto">
          <a:xfrm flipH="1">
            <a:off x="10752818" y="5527517"/>
            <a:ext cx="98320" cy="69655"/>
          </a:xfrm>
          <a:prstGeom prst="line">
            <a:avLst/>
          </a:prstGeom>
          <a:noFill/>
          <a:ln w="19050">
            <a:solidFill>
              <a:schemeClr val="tx1">
                <a:lumMod val="50000"/>
                <a:lumOff val="50000"/>
              </a:schemeClr>
            </a:solidFill>
            <a:round/>
            <a:headEnd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34" name="テキスト ボックス 9"/>
          <p:cNvSpPr txBox="1"/>
          <p:nvPr/>
        </p:nvSpPr>
        <p:spPr>
          <a:xfrm>
            <a:off x="10608042" y="5301873"/>
            <a:ext cx="1015930" cy="246221"/>
          </a:xfrm>
          <a:prstGeom prst="rect">
            <a:avLst/>
          </a:prstGeom>
          <a:noFill/>
        </p:spPr>
        <p:txBody>
          <a:bodyPr wrap="square" rtlCol="0">
            <a:spAutoFit/>
          </a:bodyPr>
          <a:lstStyle/>
          <a:p>
            <a:pPr defTabSz="914400"/>
            <a:r>
              <a:rPr kumimoji="1" lang="en-US" altLang="ja-JP" sz="1000" dirty="0" smtClean="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Count stress</a:t>
            </a:r>
            <a:endParaRPr kumimoji="1" lang="en-US" altLang="ja-JP" sz="1000" baseline="-25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7" name="Text Box 180"/>
          <p:cNvSpPr txBox="1">
            <a:spLocks noChangeArrowheads="1"/>
          </p:cNvSpPr>
          <p:nvPr/>
        </p:nvSpPr>
        <p:spPr bwMode="auto">
          <a:xfrm rot="16200000">
            <a:off x="4360302" y="3117009"/>
            <a:ext cx="1059470" cy="17569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0800" bIns="10800">
            <a:spAutoFit/>
          </a:bodyPr>
          <a:lstStyle/>
          <a:p>
            <a:pPr defTabSz="914400" fontAlgn="base">
              <a:spcBef>
                <a:spcPct val="0"/>
              </a:spcBef>
              <a:spcAft>
                <a:spcPct val="0"/>
              </a:spcAft>
              <a:defRPr/>
            </a:pPr>
            <a:r>
              <a:rPr kumimoji="1" lang="en-US" altLang="ja-JP" sz="1000" kern="0" dirty="0" err="1" smtClean="0">
                <a:solidFill>
                  <a:srgbClr val="000000"/>
                </a:solidFill>
                <a:latin typeface="Meiryo UI" panose="020B0604030504040204" pitchFamily="50" charset="-128"/>
                <a:ea typeface="Meiryo UI" panose="020B0604030504040204" pitchFamily="50" charset="-128"/>
              </a:rPr>
              <a:t>Lum</a:t>
            </a:r>
            <a:r>
              <a:rPr kumimoji="1" lang="en-US" altLang="ja-JP" sz="1000" kern="0" dirty="0" smtClean="0">
                <a:solidFill>
                  <a:srgbClr val="000000"/>
                </a:solidFill>
                <a:latin typeface="Meiryo UI" panose="020B0604030504040204" pitchFamily="50" charset="-128"/>
                <a:ea typeface="Meiryo UI" panose="020B0604030504040204" pitchFamily="50" charset="-128"/>
              </a:rPr>
              <a:t>/</a:t>
            </a:r>
            <a:r>
              <a:rPr kumimoji="1" lang="en-US" altLang="ja-JP" sz="1000" kern="0" dirty="0" err="1" smtClean="0">
                <a:solidFill>
                  <a:srgbClr val="000000"/>
                </a:solidFill>
                <a:latin typeface="Meiryo UI" panose="020B0604030504040204" pitchFamily="50" charset="-128"/>
                <a:ea typeface="Meiryo UI" panose="020B0604030504040204" pitchFamily="50" charset="-128"/>
              </a:rPr>
              <a:t>Lum_init</a:t>
            </a:r>
            <a:endParaRPr kumimoji="1" lang="ja-JP" altLang="en-US" sz="1000" kern="0" dirty="0">
              <a:solidFill>
                <a:srgbClr val="000000"/>
              </a:solidFill>
              <a:latin typeface="Meiryo UI" panose="020B0604030504040204" pitchFamily="50" charset="-128"/>
              <a:ea typeface="Meiryo UI" panose="020B0604030504040204" pitchFamily="50" charset="-128"/>
            </a:endParaRPr>
          </a:p>
        </p:txBody>
      </p:sp>
      <p:sp>
        <p:nvSpPr>
          <p:cNvPr id="138" name="Text Box 180"/>
          <p:cNvSpPr txBox="1">
            <a:spLocks noChangeArrowheads="1"/>
          </p:cNvSpPr>
          <p:nvPr/>
        </p:nvSpPr>
        <p:spPr bwMode="auto">
          <a:xfrm rot="16200000">
            <a:off x="557388" y="2647565"/>
            <a:ext cx="1059470" cy="17569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0800" bIns="10800">
            <a:spAutoFit/>
          </a:bodyPr>
          <a:lstStyle/>
          <a:p>
            <a:pPr defTabSz="914400" fontAlgn="base">
              <a:spcBef>
                <a:spcPct val="0"/>
              </a:spcBef>
              <a:spcAft>
                <a:spcPct val="0"/>
              </a:spcAft>
              <a:defRPr/>
            </a:pPr>
            <a:r>
              <a:rPr kumimoji="1" lang="en-US" altLang="ja-JP" sz="1000" kern="0" dirty="0" err="1" smtClean="0">
                <a:solidFill>
                  <a:srgbClr val="000000"/>
                </a:solidFill>
                <a:latin typeface="Meiryo UI" panose="020B0604030504040204" pitchFamily="50" charset="-128"/>
                <a:ea typeface="Meiryo UI" panose="020B0604030504040204" pitchFamily="50" charset="-128"/>
              </a:rPr>
              <a:t>Lum</a:t>
            </a:r>
            <a:r>
              <a:rPr kumimoji="1" lang="en-US" altLang="ja-JP" sz="1000" kern="0" dirty="0" smtClean="0">
                <a:solidFill>
                  <a:srgbClr val="000000"/>
                </a:solidFill>
                <a:latin typeface="Meiryo UI" panose="020B0604030504040204" pitchFamily="50" charset="-128"/>
                <a:ea typeface="Meiryo UI" panose="020B0604030504040204" pitchFamily="50" charset="-128"/>
              </a:rPr>
              <a:t>/</a:t>
            </a:r>
            <a:r>
              <a:rPr kumimoji="1" lang="en-US" altLang="ja-JP" sz="1000" kern="0" dirty="0" err="1" smtClean="0">
                <a:solidFill>
                  <a:srgbClr val="000000"/>
                </a:solidFill>
                <a:latin typeface="Meiryo UI" panose="020B0604030504040204" pitchFamily="50" charset="-128"/>
                <a:ea typeface="Meiryo UI" panose="020B0604030504040204" pitchFamily="50" charset="-128"/>
              </a:rPr>
              <a:t>Lum_init</a:t>
            </a:r>
            <a:endParaRPr kumimoji="1" lang="ja-JP" altLang="en-US" sz="1000" kern="0" dirty="0">
              <a:solidFill>
                <a:srgbClr val="000000"/>
              </a:solidFill>
              <a:latin typeface="Meiryo UI" panose="020B0604030504040204" pitchFamily="50" charset="-128"/>
              <a:ea typeface="Meiryo UI" panose="020B0604030504040204" pitchFamily="50" charset="-128"/>
            </a:endParaRPr>
          </a:p>
        </p:txBody>
      </p:sp>
      <p:sp>
        <p:nvSpPr>
          <p:cNvPr id="139" name="Text Box 180"/>
          <p:cNvSpPr txBox="1">
            <a:spLocks noChangeArrowheads="1"/>
          </p:cNvSpPr>
          <p:nvPr/>
        </p:nvSpPr>
        <p:spPr bwMode="auto">
          <a:xfrm rot="16200000">
            <a:off x="557388" y="4945809"/>
            <a:ext cx="1059470" cy="17569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0800" bIns="10800">
            <a:spAutoFit/>
          </a:bodyPr>
          <a:lstStyle/>
          <a:p>
            <a:pPr defTabSz="914400" fontAlgn="base">
              <a:spcBef>
                <a:spcPct val="0"/>
              </a:spcBef>
              <a:spcAft>
                <a:spcPct val="0"/>
              </a:spcAft>
              <a:defRPr/>
            </a:pPr>
            <a:r>
              <a:rPr kumimoji="1" lang="en-US" altLang="ja-JP" sz="1000" kern="0" dirty="0" err="1" smtClean="0">
                <a:solidFill>
                  <a:srgbClr val="000000"/>
                </a:solidFill>
                <a:latin typeface="Meiryo UI" panose="020B0604030504040204" pitchFamily="50" charset="-128"/>
                <a:ea typeface="Meiryo UI" panose="020B0604030504040204" pitchFamily="50" charset="-128"/>
              </a:rPr>
              <a:t>Lum</a:t>
            </a:r>
            <a:r>
              <a:rPr kumimoji="1" lang="en-US" altLang="ja-JP" sz="1000" kern="0" dirty="0" smtClean="0">
                <a:solidFill>
                  <a:srgbClr val="000000"/>
                </a:solidFill>
                <a:latin typeface="Meiryo UI" panose="020B0604030504040204" pitchFamily="50" charset="-128"/>
                <a:ea typeface="Meiryo UI" panose="020B0604030504040204" pitchFamily="50" charset="-128"/>
              </a:rPr>
              <a:t>/</a:t>
            </a:r>
            <a:r>
              <a:rPr kumimoji="1" lang="en-US" altLang="ja-JP" sz="1000" kern="0" dirty="0" err="1" smtClean="0">
                <a:solidFill>
                  <a:srgbClr val="000000"/>
                </a:solidFill>
                <a:latin typeface="Meiryo UI" panose="020B0604030504040204" pitchFamily="50" charset="-128"/>
                <a:ea typeface="Meiryo UI" panose="020B0604030504040204" pitchFamily="50" charset="-128"/>
              </a:rPr>
              <a:t>Lum_init</a:t>
            </a:r>
            <a:endParaRPr kumimoji="1" lang="ja-JP" altLang="en-US" sz="1000" kern="0" dirty="0">
              <a:solidFill>
                <a:srgbClr val="00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010168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日期占位符 3"/>
          <p:cNvSpPr>
            <a:spLocks noGrp="1"/>
          </p:cNvSpPr>
          <p:nvPr>
            <p:ph type="dt" sz="quarter" idx="4294967295"/>
          </p:nvPr>
        </p:nvSpPr>
        <p:spPr>
          <a:xfrm>
            <a:off x="7887115" y="6491203"/>
            <a:ext cx="2097572" cy="45571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1848">
              <a:lnSpc>
                <a:spcPct val="140000"/>
              </a:lnSpc>
              <a:buClr>
                <a:schemeClr val="bg2"/>
              </a:buClr>
              <a:buSzPct val="60000"/>
              <a:buFont typeface="Wingdings" panose="05000000000000000000" pitchFamily="2" charset="2"/>
              <a:buChar char="l"/>
              <a:defRPr sz="2000" b="1">
                <a:solidFill>
                  <a:schemeClr val="tx1"/>
                </a:solidFill>
                <a:latin typeface="Arial" panose="020B0604020202020204" pitchFamily="34" charset="0"/>
                <a:ea typeface="华文细黑" panose="02010600040101010101" pitchFamily="2" charset="-122"/>
              </a:defRPr>
            </a:lvl1pPr>
            <a:lvl2pPr marL="743099" indent="-285807" defTabSz="801848">
              <a:lnSpc>
                <a:spcPct val="140000"/>
              </a:lnSpc>
              <a:buClr>
                <a:schemeClr val="tx1"/>
              </a:buClr>
              <a:buSzPct val="50000"/>
              <a:buFont typeface="Wingdings" panose="05000000000000000000" pitchFamily="2" charset="2"/>
              <a:buChar char="p"/>
              <a:defRPr>
                <a:solidFill>
                  <a:schemeClr val="tx1"/>
                </a:solidFill>
                <a:latin typeface="Arial" panose="020B0604020202020204" pitchFamily="34" charset="0"/>
                <a:ea typeface="华文细黑" panose="02010600040101010101" pitchFamily="2" charset="-122"/>
              </a:defRPr>
            </a:lvl2pPr>
            <a:lvl3pPr marL="1143229" indent="-228646" defTabSz="801848">
              <a:lnSpc>
                <a:spcPct val="140000"/>
              </a:lnSpc>
              <a:buSzPct val="50000"/>
              <a:buFont typeface="Wingdings" panose="05000000000000000000" pitchFamily="2" charset="2"/>
              <a:buChar char="n"/>
              <a:defRPr sz="1600">
                <a:solidFill>
                  <a:schemeClr val="tx1"/>
                </a:solidFill>
                <a:latin typeface="Arial" panose="020B0604020202020204" pitchFamily="34" charset="0"/>
                <a:ea typeface="华文细黑" panose="02010600040101010101" pitchFamily="2" charset="-122"/>
              </a:defRPr>
            </a:lvl3pPr>
            <a:lvl4pPr marL="1600520" indent="-228646" defTabSz="801848">
              <a:lnSpc>
                <a:spcPct val="140000"/>
              </a:lnSpc>
              <a:buChar char="–"/>
              <a:defRPr sz="1400">
                <a:solidFill>
                  <a:schemeClr val="tx1"/>
                </a:solidFill>
                <a:latin typeface="Arial" panose="020B0604020202020204" pitchFamily="34" charset="0"/>
                <a:ea typeface="华文细黑" panose="02010600040101010101" pitchFamily="2" charset="-122"/>
              </a:defRPr>
            </a:lvl4pPr>
            <a:lvl5pPr marL="2057811" indent="-228646" defTabSz="801848">
              <a:lnSpc>
                <a:spcPct val="140000"/>
              </a:lnSpc>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5pPr>
            <a:lvl6pPr marL="2515103"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6pPr>
            <a:lvl7pPr marL="2972394"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7pPr>
            <a:lvl8pPr marL="3429686"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8pPr>
            <a:lvl9pPr marL="3886977"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9pPr>
          </a:lstStyle>
          <a:p>
            <a:pPr>
              <a:lnSpc>
                <a:spcPct val="85000"/>
              </a:lnSpc>
              <a:buClrTx/>
              <a:buSzTx/>
              <a:buFontTx/>
              <a:buNone/>
            </a:pPr>
            <a:r>
              <a:rPr lang="de-DE" altLang="zh-CN" sz="1200" b="0">
                <a:solidFill>
                  <a:srgbClr val="000000"/>
                </a:solidFill>
                <a:ea typeface="MS PGothic" panose="020B0600070205080204" pitchFamily="34" charset="-128"/>
              </a:rPr>
              <a:t>Page </a:t>
            </a:r>
            <a:fld id="{8D839213-7A7B-4A64-9274-9FA6A4197B37}" type="slidenum">
              <a:rPr lang="de-DE" altLang="zh-CN" sz="1200" b="0">
                <a:solidFill>
                  <a:srgbClr val="000000"/>
                </a:solidFill>
                <a:ea typeface="MS PGothic" panose="020B0600070205080204" pitchFamily="34" charset="-128"/>
              </a:rPr>
              <a:pPr>
                <a:lnSpc>
                  <a:spcPct val="85000"/>
                </a:lnSpc>
                <a:buClrTx/>
                <a:buSzTx/>
                <a:buFontTx/>
                <a:buNone/>
              </a:pPr>
              <a:t>6</a:t>
            </a:fld>
            <a:endParaRPr lang="en-GB" altLang="zh-CN" sz="1200" b="0">
              <a:solidFill>
                <a:srgbClr val="000000"/>
              </a:solidFill>
              <a:ea typeface="MS PGothic" panose="020B0600070205080204" pitchFamily="34" charset="-128"/>
            </a:endParaRPr>
          </a:p>
        </p:txBody>
      </p:sp>
      <p:sp>
        <p:nvSpPr>
          <p:cNvPr id="71" name="Rectangle 5"/>
          <p:cNvSpPr>
            <a:spLocks noChangeArrowheads="1"/>
          </p:cNvSpPr>
          <p:nvPr/>
        </p:nvSpPr>
        <p:spPr bwMode="auto">
          <a:xfrm>
            <a:off x="382587" y="429677"/>
            <a:ext cx="11049000" cy="38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804" tIns="39402" rIns="78804" bIns="39402"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5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1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914583" eaLnBrk="0" fontAlgn="base" hangingPunct="0">
              <a:spcBef>
                <a:spcPct val="0"/>
              </a:spcBef>
              <a:spcAft>
                <a:spcPct val="0"/>
              </a:spcAft>
              <a:buFontTx/>
              <a:buNone/>
            </a:pPr>
            <a:r>
              <a:rPr lang="en-US" sz="2801" b="1" dirty="0" smtClean="0">
                <a:solidFill>
                  <a:srgbClr val="990000"/>
                </a:solidFill>
                <a:ea typeface="黑体"/>
                <a:cs typeface="Arial" pitchFamily="34" charset="0"/>
              </a:rPr>
              <a:t>Modeling Approach for OLED Aging </a:t>
            </a:r>
            <a:r>
              <a:rPr lang="ja-JP" altLang="en-US" sz="2801" b="1" dirty="0" smtClean="0">
                <a:solidFill>
                  <a:srgbClr val="990000"/>
                </a:solidFill>
                <a:ea typeface="黑体"/>
                <a:cs typeface="Arial" pitchFamily="34" charset="0"/>
              </a:rPr>
              <a:t>③</a:t>
            </a:r>
            <a:endParaRPr lang="zh-CN" altLang="zh-CN" sz="2801" b="1" dirty="0">
              <a:solidFill>
                <a:srgbClr val="990000"/>
              </a:solidFill>
              <a:ea typeface="黑体"/>
              <a:cs typeface="Arial" pitchFamily="34" charset="0"/>
              <a:sym typeface="Arial" panose="020B0604020202020204" pitchFamily="34" charset="0"/>
            </a:endParaRPr>
          </a:p>
        </p:txBody>
      </p:sp>
      <p:sp>
        <p:nvSpPr>
          <p:cNvPr id="21" name="Rectangle 6"/>
          <p:cNvSpPr>
            <a:spLocks noChangeArrowheads="1"/>
          </p:cNvSpPr>
          <p:nvPr/>
        </p:nvSpPr>
        <p:spPr bwMode="auto">
          <a:xfrm>
            <a:off x="407083" y="4839389"/>
            <a:ext cx="1211269" cy="860638"/>
          </a:xfrm>
          <a:prstGeom prst="rect">
            <a:avLst/>
          </a:prstGeom>
          <a:solidFill>
            <a:srgbClr val="3333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22" name="Text Box 7"/>
          <p:cNvSpPr txBox="1">
            <a:spLocks noChangeArrowheads="1"/>
          </p:cNvSpPr>
          <p:nvPr/>
        </p:nvSpPr>
        <p:spPr bwMode="auto">
          <a:xfrm>
            <a:off x="391145" y="4890880"/>
            <a:ext cx="49798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600" b="1" dirty="0">
                <a:solidFill>
                  <a:schemeClr val="bg1"/>
                </a:solidFill>
                <a:latin typeface="Meiryo UI" panose="020B0604030504040204" pitchFamily="34" charset="-128"/>
                <a:ea typeface="Meiryo UI" panose="020B0604030504040204" pitchFamily="34" charset="-128"/>
                <a:cs typeface="Meiryo UI" panose="020B0604030504040204" pitchFamily="34" charset="-128"/>
              </a:rPr>
              <a:t>10</a:t>
            </a:r>
          </a:p>
        </p:txBody>
      </p:sp>
      <p:sp>
        <p:nvSpPr>
          <p:cNvPr id="23" name="Text Box 8"/>
          <p:cNvSpPr txBox="1">
            <a:spLocks noChangeArrowheads="1"/>
          </p:cNvSpPr>
          <p:nvPr/>
        </p:nvSpPr>
        <p:spPr bwMode="auto">
          <a:xfrm>
            <a:off x="348951" y="4578510"/>
            <a:ext cx="97220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200" dirty="0" smtClean="0">
                <a:latin typeface="Meiryo UI" panose="020B0604030504040204" pitchFamily="34" charset="-128"/>
                <a:ea typeface="Meiryo UI" panose="020B0604030504040204" pitchFamily="34" charset="-128"/>
                <a:cs typeface="Meiryo UI" panose="020B0604030504040204" pitchFamily="34" charset="-128"/>
              </a:rPr>
              <a:t>Aging</a:t>
            </a:r>
            <a:endParaRPr lang="ja-JP" altLang="en-US" sz="1200"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24" name="Rectangle 9"/>
          <p:cNvSpPr>
            <a:spLocks noChangeArrowheads="1"/>
          </p:cNvSpPr>
          <p:nvPr/>
        </p:nvSpPr>
        <p:spPr bwMode="auto">
          <a:xfrm>
            <a:off x="1951651" y="4491210"/>
            <a:ext cx="1211269" cy="463421"/>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25" name="Text Box 10"/>
          <p:cNvSpPr txBox="1">
            <a:spLocks noChangeArrowheads="1"/>
          </p:cNvSpPr>
          <p:nvPr/>
        </p:nvSpPr>
        <p:spPr bwMode="auto">
          <a:xfrm>
            <a:off x="1935713" y="4519407"/>
            <a:ext cx="4878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600" b="1" dirty="0">
                <a:solidFill>
                  <a:srgbClr val="EAEAEA"/>
                </a:solidFill>
                <a:latin typeface="Meiryo UI" panose="020B0604030504040204" pitchFamily="34" charset="-128"/>
                <a:ea typeface="Meiryo UI" panose="020B0604030504040204" pitchFamily="34" charset="-128"/>
                <a:cs typeface="Meiryo UI" panose="020B0604030504040204" pitchFamily="34" charset="-128"/>
              </a:rPr>
              <a:t>10</a:t>
            </a:r>
          </a:p>
        </p:txBody>
      </p:sp>
      <p:sp>
        <p:nvSpPr>
          <p:cNvPr id="26" name="Rectangle 11"/>
          <p:cNvSpPr>
            <a:spLocks noChangeArrowheads="1"/>
          </p:cNvSpPr>
          <p:nvPr/>
        </p:nvSpPr>
        <p:spPr bwMode="auto">
          <a:xfrm>
            <a:off x="1951651" y="5018382"/>
            <a:ext cx="1211269" cy="463421"/>
          </a:xfrm>
          <a:prstGeom prst="rect">
            <a:avLst/>
          </a:prstGeom>
          <a:solidFill>
            <a:srgbClr val="96969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27" name="Text Box 12"/>
          <p:cNvSpPr txBox="1">
            <a:spLocks noChangeArrowheads="1"/>
          </p:cNvSpPr>
          <p:nvPr/>
        </p:nvSpPr>
        <p:spPr bwMode="auto">
          <a:xfrm>
            <a:off x="1935713" y="5046579"/>
            <a:ext cx="4878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600" b="1">
                <a:solidFill>
                  <a:srgbClr val="969696"/>
                </a:solidFill>
                <a:latin typeface="Meiryo UI" panose="020B0604030504040204" pitchFamily="34" charset="-128"/>
                <a:ea typeface="Meiryo UI" panose="020B0604030504040204" pitchFamily="34" charset="-128"/>
                <a:cs typeface="Meiryo UI" panose="020B0604030504040204" pitchFamily="34" charset="-128"/>
              </a:rPr>
              <a:t>10</a:t>
            </a:r>
          </a:p>
        </p:txBody>
      </p:sp>
      <p:sp>
        <p:nvSpPr>
          <p:cNvPr id="28" name="Rectangle 13"/>
          <p:cNvSpPr>
            <a:spLocks noChangeArrowheads="1"/>
          </p:cNvSpPr>
          <p:nvPr/>
        </p:nvSpPr>
        <p:spPr bwMode="auto">
          <a:xfrm>
            <a:off x="1951651" y="5538198"/>
            <a:ext cx="1211269" cy="463421"/>
          </a:xfrm>
          <a:prstGeom prst="rect">
            <a:avLst/>
          </a:prstGeom>
          <a:solidFill>
            <a:srgbClr val="3333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29" name="Text Box 14"/>
          <p:cNvSpPr txBox="1">
            <a:spLocks noChangeArrowheads="1"/>
          </p:cNvSpPr>
          <p:nvPr/>
        </p:nvSpPr>
        <p:spPr bwMode="auto">
          <a:xfrm>
            <a:off x="1935713" y="5566395"/>
            <a:ext cx="4878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600" b="1">
                <a:solidFill>
                  <a:srgbClr val="333333"/>
                </a:solidFill>
                <a:latin typeface="Meiryo UI" panose="020B0604030504040204" pitchFamily="34" charset="-128"/>
                <a:ea typeface="Meiryo UI" panose="020B0604030504040204" pitchFamily="34" charset="-128"/>
                <a:cs typeface="Meiryo UI" panose="020B0604030504040204" pitchFamily="34" charset="-128"/>
              </a:rPr>
              <a:t>10</a:t>
            </a:r>
          </a:p>
        </p:txBody>
      </p:sp>
      <p:sp>
        <p:nvSpPr>
          <p:cNvPr id="30" name="Text Box 15"/>
          <p:cNvSpPr txBox="1">
            <a:spLocks noChangeArrowheads="1"/>
          </p:cNvSpPr>
          <p:nvPr/>
        </p:nvSpPr>
        <p:spPr bwMode="auto">
          <a:xfrm>
            <a:off x="1878489" y="4249879"/>
            <a:ext cx="12844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200" dirty="0" smtClean="0">
                <a:latin typeface="Meiryo UI" panose="020B0604030504040204" pitchFamily="34" charset="-128"/>
                <a:ea typeface="Meiryo UI" panose="020B0604030504040204" pitchFamily="34" charset="-128"/>
                <a:cs typeface="Meiryo UI" panose="020B0604030504040204" pitchFamily="34" charset="-128"/>
              </a:rPr>
              <a:t>Raster pattern</a:t>
            </a:r>
            <a:endParaRPr lang="ja-JP" altLang="en-US" sz="1200"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31" name="Text Box 16"/>
          <p:cNvSpPr txBox="1">
            <a:spLocks noChangeArrowheads="1"/>
          </p:cNvSpPr>
          <p:nvPr/>
        </p:nvSpPr>
        <p:spPr bwMode="auto">
          <a:xfrm>
            <a:off x="2090187" y="5972195"/>
            <a:ext cx="97220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ja-JP" altLang="en-US" sz="1200" dirty="0" smtClean="0">
                <a:solidFill>
                  <a:srgbClr val="0000FF"/>
                </a:solidFill>
                <a:latin typeface="Meiryo UI" panose="020B0604030504040204" pitchFamily="34" charset="-128"/>
                <a:ea typeface="Meiryo UI" panose="020B0604030504040204" pitchFamily="34" charset="-128"/>
                <a:cs typeface="Meiryo UI" panose="020B0604030504040204" pitchFamily="34" charset="-128"/>
              </a:rPr>
              <a:t>（</a:t>
            </a:r>
            <a:r>
              <a:rPr lang="en-US" altLang="ja-JP" sz="1200" dirty="0" smtClean="0">
                <a:solidFill>
                  <a:srgbClr val="0000FF"/>
                </a:solidFill>
                <a:latin typeface="Meiryo UI" panose="020B0604030504040204" pitchFamily="34" charset="-128"/>
                <a:ea typeface="Meiryo UI" panose="020B0604030504040204" pitchFamily="34" charset="-128"/>
                <a:cs typeface="Meiryo UI" panose="020B0604030504040204" pitchFamily="34" charset="-128"/>
              </a:rPr>
              <a:t>at t1</a:t>
            </a:r>
            <a:r>
              <a:rPr lang="ja-JP" altLang="en-US" sz="1200" dirty="0" smtClean="0">
                <a:solidFill>
                  <a:srgbClr val="0000FF"/>
                </a:solidFill>
                <a:latin typeface="Meiryo UI" panose="020B0604030504040204" pitchFamily="34" charset="-128"/>
                <a:ea typeface="Meiryo UI" panose="020B0604030504040204" pitchFamily="34" charset="-128"/>
                <a:cs typeface="Meiryo UI" panose="020B0604030504040204" pitchFamily="34" charset="-128"/>
              </a:rPr>
              <a:t>）</a:t>
            </a:r>
            <a:endParaRPr lang="ja-JP" altLang="en-US" sz="1200" dirty="0">
              <a:solidFill>
                <a:srgbClr val="0000FF"/>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32" name="Text Box 17"/>
          <p:cNvSpPr txBox="1">
            <a:spLocks noChangeArrowheads="1"/>
          </p:cNvSpPr>
          <p:nvPr/>
        </p:nvSpPr>
        <p:spPr bwMode="auto">
          <a:xfrm>
            <a:off x="3534229" y="5972195"/>
            <a:ext cx="97220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ja-JP" altLang="en-US" sz="1200" dirty="0" smtClean="0">
                <a:solidFill>
                  <a:srgbClr val="0000FF"/>
                </a:solidFill>
                <a:latin typeface="Meiryo UI" panose="020B0604030504040204" pitchFamily="34" charset="-128"/>
                <a:ea typeface="Meiryo UI" panose="020B0604030504040204" pitchFamily="34" charset="-128"/>
                <a:cs typeface="Meiryo UI" panose="020B0604030504040204" pitchFamily="34" charset="-128"/>
              </a:rPr>
              <a:t>（</a:t>
            </a:r>
            <a:r>
              <a:rPr lang="en-US" altLang="ja-JP" sz="1200" dirty="0" smtClean="0">
                <a:solidFill>
                  <a:srgbClr val="0000FF"/>
                </a:solidFill>
                <a:latin typeface="Meiryo UI" panose="020B0604030504040204" pitchFamily="34" charset="-128"/>
                <a:ea typeface="Meiryo UI" panose="020B0604030504040204" pitchFamily="34" charset="-128"/>
                <a:cs typeface="Meiryo UI" panose="020B0604030504040204" pitchFamily="34" charset="-128"/>
              </a:rPr>
              <a:t>at t2</a:t>
            </a:r>
            <a:r>
              <a:rPr lang="ja-JP" altLang="en-US" sz="1200" dirty="0" smtClean="0">
                <a:solidFill>
                  <a:srgbClr val="0000FF"/>
                </a:solidFill>
                <a:latin typeface="Meiryo UI" panose="020B0604030504040204" pitchFamily="34" charset="-128"/>
                <a:ea typeface="Meiryo UI" panose="020B0604030504040204" pitchFamily="34" charset="-128"/>
                <a:cs typeface="Meiryo UI" panose="020B0604030504040204" pitchFamily="34" charset="-128"/>
              </a:rPr>
              <a:t>）</a:t>
            </a:r>
            <a:endParaRPr lang="ja-JP" altLang="en-US" sz="1200" dirty="0">
              <a:solidFill>
                <a:srgbClr val="0000FF"/>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33" name="Rectangle 18"/>
          <p:cNvSpPr>
            <a:spLocks noChangeArrowheads="1"/>
          </p:cNvSpPr>
          <p:nvPr/>
        </p:nvSpPr>
        <p:spPr bwMode="auto">
          <a:xfrm>
            <a:off x="3372399" y="4488758"/>
            <a:ext cx="1211269" cy="463421"/>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34" name="Text Box 19"/>
          <p:cNvSpPr txBox="1">
            <a:spLocks noChangeArrowheads="1"/>
          </p:cNvSpPr>
          <p:nvPr/>
        </p:nvSpPr>
        <p:spPr bwMode="auto">
          <a:xfrm>
            <a:off x="3356461" y="4516955"/>
            <a:ext cx="49442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600" b="1">
                <a:solidFill>
                  <a:srgbClr val="969696"/>
                </a:solidFill>
                <a:latin typeface="Meiryo UI" panose="020B0604030504040204" pitchFamily="34" charset="-128"/>
                <a:ea typeface="Meiryo UI" panose="020B0604030504040204" pitchFamily="34" charset="-128"/>
                <a:cs typeface="Meiryo UI" panose="020B0604030504040204" pitchFamily="34" charset="-128"/>
              </a:rPr>
              <a:t>10</a:t>
            </a:r>
          </a:p>
        </p:txBody>
      </p:sp>
      <p:sp>
        <p:nvSpPr>
          <p:cNvPr id="35" name="Rectangle 20"/>
          <p:cNvSpPr>
            <a:spLocks noChangeArrowheads="1"/>
          </p:cNvSpPr>
          <p:nvPr/>
        </p:nvSpPr>
        <p:spPr bwMode="auto">
          <a:xfrm>
            <a:off x="3372399" y="5008574"/>
            <a:ext cx="1211269" cy="463421"/>
          </a:xfrm>
          <a:prstGeom prst="rect">
            <a:avLst/>
          </a:prstGeom>
          <a:solidFill>
            <a:srgbClr val="96969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000" b="1">
              <a:latin typeface="Meiryo UI" panose="020B0604030504040204" pitchFamily="34" charset="-128"/>
              <a:ea typeface="Meiryo UI" panose="020B0604030504040204" pitchFamily="34" charset="-128"/>
              <a:cs typeface="Meiryo UI" panose="020B0604030504040204" pitchFamily="34" charset="-128"/>
            </a:endParaRPr>
          </a:p>
        </p:txBody>
      </p:sp>
      <p:sp>
        <p:nvSpPr>
          <p:cNvPr id="37" name="Rectangle 22"/>
          <p:cNvSpPr>
            <a:spLocks noChangeArrowheads="1"/>
          </p:cNvSpPr>
          <p:nvPr/>
        </p:nvSpPr>
        <p:spPr bwMode="auto">
          <a:xfrm>
            <a:off x="3372399" y="5535746"/>
            <a:ext cx="1211269" cy="463421"/>
          </a:xfrm>
          <a:prstGeom prst="rect">
            <a:avLst/>
          </a:prstGeom>
          <a:solidFill>
            <a:srgbClr val="3333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38" name="Text Box 23"/>
          <p:cNvSpPr txBox="1">
            <a:spLocks noChangeArrowheads="1"/>
          </p:cNvSpPr>
          <p:nvPr/>
        </p:nvSpPr>
        <p:spPr bwMode="auto">
          <a:xfrm>
            <a:off x="3356461" y="5563943"/>
            <a:ext cx="49442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600" b="1">
                <a:solidFill>
                  <a:srgbClr val="333333"/>
                </a:solidFill>
                <a:latin typeface="Meiryo UI" panose="020B0604030504040204" pitchFamily="34" charset="-128"/>
                <a:ea typeface="Meiryo UI" panose="020B0604030504040204" pitchFamily="34" charset="-128"/>
                <a:cs typeface="Meiryo UI" panose="020B0604030504040204" pitchFamily="34" charset="-128"/>
              </a:rPr>
              <a:t>10</a:t>
            </a:r>
          </a:p>
        </p:txBody>
      </p:sp>
      <p:sp>
        <p:nvSpPr>
          <p:cNvPr id="39" name="AutoShape 24"/>
          <p:cNvSpPr>
            <a:spLocks/>
          </p:cNvSpPr>
          <p:nvPr/>
        </p:nvSpPr>
        <p:spPr bwMode="auto">
          <a:xfrm>
            <a:off x="3781268" y="4617612"/>
            <a:ext cx="45719" cy="144666"/>
          </a:xfrm>
          <a:prstGeom prst="rightBrace">
            <a:avLst>
              <a:gd name="adj1" fmla="val 83607"/>
              <a:gd name="adj2" fmla="val 21436"/>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40" name="Text Box 25"/>
          <p:cNvSpPr txBox="1">
            <a:spLocks noChangeArrowheads="1"/>
          </p:cNvSpPr>
          <p:nvPr/>
        </p:nvSpPr>
        <p:spPr bwMode="auto">
          <a:xfrm>
            <a:off x="3850882" y="4557855"/>
            <a:ext cx="1334063" cy="221599"/>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8288" tIns="18288" rIns="18288" bIns="18288">
            <a:spAutoFit/>
          </a:bodyPr>
          <a:lstStyle/>
          <a:p>
            <a:pPr>
              <a:spcBef>
                <a:spcPct val="50000"/>
              </a:spcBef>
            </a:pPr>
            <a:r>
              <a:rPr lang="en-US" altLang="ja-JP" sz="1200" dirty="0" smtClean="0">
                <a:latin typeface="Meiryo UI" panose="020B0604030504040204" pitchFamily="34" charset="-128"/>
                <a:ea typeface="Meiryo UI" panose="020B0604030504040204" pitchFamily="34" charset="-128"/>
                <a:cs typeface="Meiryo UI" panose="020B0604030504040204" pitchFamily="34" charset="-128"/>
              </a:rPr>
              <a:t>Correction failure</a:t>
            </a:r>
            <a:endParaRPr lang="ja-JP" altLang="en-US" sz="1000" dirty="0">
              <a:latin typeface="Meiryo UI" panose="020B0604030504040204" pitchFamily="34" charset="-128"/>
              <a:ea typeface="Meiryo UI" panose="020B0604030504040204" pitchFamily="34" charset="-128"/>
              <a:cs typeface="Meiryo UI" panose="020B0604030504040204" pitchFamily="34" charset="-128"/>
            </a:endParaRPr>
          </a:p>
        </p:txBody>
      </p:sp>
      <p:grpSp>
        <p:nvGrpSpPr>
          <p:cNvPr id="3" name="Group 2"/>
          <p:cNvGrpSpPr/>
          <p:nvPr/>
        </p:nvGrpSpPr>
        <p:grpSpPr>
          <a:xfrm>
            <a:off x="1613448" y="4770734"/>
            <a:ext cx="321206" cy="985688"/>
            <a:chOff x="1486204" y="4411568"/>
            <a:chExt cx="599504" cy="985688"/>
          </a:xfrm>
        </p:grpSpPr>
        <p:sp>
          <p:nvSpPr>
            <p:cNvPr id="41" name="Line 26"/>
            <p:cNvSpPr>
              <a:spLocks noChangeShapeType="1"/>
            </p:cNvSpPr>
            <p:nvPr/>
          </p:nvSpPr>
          <p:spPr bwMode="auto">
            <a:xfrm flipV="1">
              <a:off x="1486204" y="4411568"/>
              <a:ext cx="581115" cy="485488"/>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42" name="Line 27"/>
            <p:cNvSpPr>
              <a:spLocks noChangeShapeType="1"/>
            </p:cNvSpPr>
            <p:nvPr/>
          </p:nvSpPr>
          <p:spPr bwMode="auto">
            <a:xfrm>
              <a:off x="1504593" y="4911768"/>
              <a:ext cx="581115" cy="485488"/>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43" name="Line 28"/>
            <p:cNvSpPr>
              <a:spLocks noChangeShapeType="1"/>
            </p:cNvSpPr>
            <p:nvPr/>
          </p:nvSpPr>
          <p:spPr bwMode="auto">
            <a:xfrm>
              <a:off x="1491108" y="4900734"/>
              <a:ext cx="573759" cy="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grpSp>
      <p:grpSp>
        <p:nvGrpSpPr>
          <p:cNvPr id="4" name="Group 3"/>
          <p:cNvGrpSpPr/>
          <p:nvPr/>
        </p:nvGrpSpPr>
        <p:grpSpPr>
          <a:xfrm>
            <a:off x="3170857" y="4697175"/>
            <a:ext cx="192576" cy="1113190"/>
            <a:chOff x="3385248" y="4338009"/>
            <a:chExt cx="573759" cy="1113190"/>
          </a:xfrm>
        </p:grpSpPr>
        <p:sp>
          <p:nvSpPr>
            <p:cNvPr id="44" name="Line 29"/>
            <p:cNvSpPr>
              <a:spLocks noChangeShapeType="1"/>
            </p:cNvSpPr>
            <p:nvPr/>
          </p:nvSpPr>
          <p:spPr bwMode="auto">
            <a:xfrm>
              <a:off x="3385248" y="4338009"/>
              <a:ext cx="573759" cy="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45" name="Line 30"/>
            <p:cNvSpPr>
              <a:spLocks noChangeShapeType="1"/>
            </p:cNvSpPr>
            <p:nvPr/>
          </p:nvSpPr>
          <p:spPr bwMode="auto">
            <a:xfrm>
              <a:off x="3385248" y="4894604"/>
              <a:ext cx="573759" cy="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46" name="Line 31"/>
            <p:cNvSpPr>
              <a:spLocks noChangeShapeType="1"/>
            </p:cNvSpPr>
            <p:nvPr/>
          </p:nvSpPr>
          <p:spPr bwMode="auto">
            <a:xfrm>
              <a:off x="3385248" y="5451199"/>
              <a:ext cx="573759" cy="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grpSp>
      <p:graphicFrame>
        <p:nvGraphicFramePr>
          <p:cNvPr id="48" name="Group 716"/>
          <p:cNvGraphicFramePr>
            <a:graphicFrameLocks/>
          </p:cNvGraphicFramePr>
          <p:nvPr>
            <p:extLst>
              <p:ext uri="{D42A27DB-BD31-4B8C-83A1-F6EECF244321}">
                <p14:modId xmlns:p14="http://schemas.microsoft.com/office/powerpoint/2010/main" val="4287014016"/>
              </p:ext>
            </p:extLst>
          </p:nvPr>
        </p:nvGraphicFramePr>
        <p:xfrm>
          <a:off x="5475287" y="1651000"/>
          <a:ext cx="6382172" cy="4297816"/>
        </p:xfrm>
        <a:graphic>
          <a:graphicData uri="http://schemas.openxmlformats.org/drawingml/2006/table">
            <a:tbl>
              <a:tblPr/>
              <a:tblGrid>
                <a:gridCol w="1477943">
                  <a:extLst>
                    <a:ext uri="{9D8B030D-6E8A-4147-A177-3AD203B41FA5}">
                      <a16:colId xmlns:a16="http://schemas.microsoft.com/office/drawing/2014/main" xmlns="" val="838453886"/>
                    </a:ext>
                  </a:extLst>
                </a:gridCol>
                <a:gridCol w="1608587">
                  <a:extLst>
                    <a:ext uri="{9D8B030D-6E8A-4147-A177-3AD203B41FA5}">
                      <a16:colId xmlns:a16="http://schemas.microsoft.com/office/drawing/2014/main" xmlns="" val="1130381424"/>
                    </a:ext>
                  </a:extLst>
                </a:gridCol>
                <a:gridCol w="1677639">
                  <a:extLst>
                    <a:ext uri="{9D8B030D-6E8A-4147-A177-3AD203B41FA5}">
                      <a16:colId xmlns:a16="http://schemas.microsoft.com/office/drawing/2014/main" xmlns="" val="1312075699"/>
                    </a:ext>
                  </a:extLst>
                </a:gridCol>
                <a:gridCol w="1618003">
                  <a:extLst>
                    <a:ext uri="{9D8B030D-6E8A-4147-A177-3AD203B41FA5}">
                      <a16:colId xmlns:a16="http://schemas.microsoft.com/office/drawing/2014/main" xmlns="" val="1922653051"/>
                    </a:ext>
                  </a:extLst>
                </a:gridCol>
              </a:tblGrid>
              <a:tr h="254000">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p>
                  </a:txBody>
                  <a:tcPr anchor="ctr" horzOverflow="overflow">
                    <a:lnL w="28575" cap="flat" cmpd="sng" algn="ctr">
                      <a:solidFill>
                        <a:schemeClr val="tx1">
                          <a:lumMod val="50000"/>
                          <a:lumOff val="50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1" lang="en-US" altLang="ja-JP" sz="14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Conventional</a:t>
                      </a:r>
                      <a:endPar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1" lang="ja-JP" altLang="en-US" sz="14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①</a:t>
                      </a:r>
                      <a:endPar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1" lang="ja-JP" altLang="en-US" sz="14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②</a:t>
                      </a:r>
                      <a:endPar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anchor="ctr" horzOverflow="overflow">
                    <a:lnL w="6350" cap="flat" cmpd="sng" algn="ctr">
                      <a:solidFill>
                        <a:srgbClr val="000000"/>
                      </a:solidFill>
                      <a:prstDash val="solid"/>
                      <a:round/>
                      <a:headEnd type="none" w="med" len="med"/>
                      <a:tailEnd type="none" w="med" len="med"/>
                    </a:lnL>
                    <a:lnR w="28575" cap="flat" cmpd="sng" algn="ctr">
                      <a:solidFill>
                        <a:schemeClr val="tx1">
                          <a:lumMod val="50000"/>
                          <a:lumOff val="50000"/>
                        </a:schemeClr>
                      </a:solidFill>
                      <a:prstDash val="solid"/>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xmlns="" val="3161219232"/>
                  </a:ext>
                </a:extLst>
              </a:tr>
              <a:tr h="1801931">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p>
                  </a:txBody>
                  <a:tcPr anchor="ctr" horzOverflow="overflow">
                    <a:lnL w="28575" cap="flat" cmpd="sng" algn="ctr">
                      <a:solidFill>
                        <a:schemeClr val="tx1">
                          <a:lumMod val="50000"/>
                          <a:lumOff val="50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p>
                  </a:txBody>
                  <a:tcPr anchor="ctr" horzOverflow="overflow">
                    <a:lnL w="6350" cap="flat" cmpd="sng" algn="ctr">
                      <a:solidFill>
                        <a:srgbClr val="000000"/>
                      </a:solidFill>
                      <a:prstDash val="solid"/>
                      <a:round/>
                      <a:headEnd type="none" w="med" len="med"/>
                      <a:tailEnd type="none" w="med" len="med"/>
                    </a:lnL>
                    <a:lnR w="28575" cap="flat" cmpd="sng" algn="ctr">
                      <a:solidFill>
                        <a:schemeClr val="tx1">
                          <a:lumMod val="50000"/>
                          <a:lumOff val="50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xmlns="" val="770514251"/>
                  </a:ext>
                </a:extLst>
              </a:tr>
              <a:tr h="438217">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ja-JP" sz="11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Uniformity</a:t>
                      </a:r>
                      <a:r>
                        <a:rPr kumimoji="1" lang="ja-JP" altLang="en-US" sz="11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　</a:t>
                      </a:r>
                      <a:r>
                        <a:rPr kumimoji="1" lang="en-US" altLang="ja-JP" sz="11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change</a:t>
                      </a:r>
                    </a:p>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ja-JP" sz="11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over time</a:t>
                      </a: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27432" marR="9144" anchor="ctr" horzOverflow="overflow">
                    <a:lnL w="28575" cap="flat" cmpd="sng" algn="ctr">
                      <a:solidFill>
                        <a:schemeClr val="tx1">
                          <a:lumMod val="50000"/>
                          <a:lumOff val="50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1" lang="en-US" altLang="ja-JP" sz="1200" dirty="0" smtClean="0">
                          <a:solidFill>
                            <a:schemeClr val="tx2">
                              <a:lumMod val="60000"/>
                              <a:lumOff val="40000"/>
                            </a:schemeClr>
                          </a:solidFill>
                          <a:latin typeface="Meiryo UI" panose="020B0604030504040204" pitchFamily="50" charset="-128"/>
                          <a:ea typeface="Meiryo UI" panose="020B0604030504040204" pitchFamily="50" charset="-128"/>
                        </a:rPr>
                        <a:t>x</a:t>
                      </a:r>
                    </a:p>
                    <a:p>
                      <a:pPr marL="342900" marR="0" lvl="0" indent="-342900" algn="ctr" defTabSz="914400" rtl="0" eaLnBrk="1" fontAlgn="ctr" latinLnBrk="0" hangingPunct="1">
                        <a:lnSpc>
                          <a:spcPct val="100000"/>
                        </a:lnSpc>
                        <a:spcBef>
                          <a:spcPct val="0"/>
                        </a:spcBef>
                        <a:spcAft>
                          <a:spcPct val="0"/>
                        </a:spcAft>
                        <a:buClrTx/>
                        <a:buSzTx/>
                        <a:buFontTx/>
                        <a:buNone/>
                        <a:tabLst/>
                      </a:pPr>
                      <a:r>
                        <a:rPr kumimoji="1" lang="en-US" altLang="ja-JP" sz="800" dirty="0" smtClean="0">
                          <a:solidFill>
                            <a:srgbClr val="000000"/>
                          </a:solidFill>
                          <a:latin typeface="Meiryo UI" panose="020B0604030504040204" pitchFamily="50" charset="-128"/>
                          <a:ea typeface="Meiryo UI" panose="020B0604030504040204" pitchFamily="50" charset="-128"/>
                        </a:rPr>
                        <a:t>(Correction limit comes early)</a:t>
                      </a:r>
                      <a:endParaRPr kumimoji="1" lang="ja-JP" altLang="en-US"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0" marR="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defRPr/>
                      </a:pP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r>
                        <a:rPr kumimoji="1" lang="en-US" altLang="ja-JP" sz="1200" dirty="0" smtClean="0">
                          <a:solidFill>
                            <a:srgbClr val="0000FF"/>
                          </a:solidFill>
                          <a:latin typeface="Meiryo UI" panose="020B0604030504040204" pitchFamily="50" charset="-128"/>
                          <a:ea typeface="Meiryo UI" panose="020B0604030504040204" pitchFamily="50" charset="-128"/>
                        </a:rPr>
                        <a:t>preferable</a:t>
                      </a:r>
                      <a:endParaRPr kumimoji="1" lang="ja-JP" altLang="en-US" sz="1200" dirty="0" smtClean="0">
                        <a:solidFill>
                          <a:srgbClr val="0000FF"/>
                        </a:solidFill>
                        <a:latin typeface="Meiryo UI" panose="020B0604030504040204" pitchFamily="50" charset="-128"/>
                        <a:ea typeface="Meiryo UI" panose="020B0604030504040204" pitchFamily="50" charset="-128"/>
                      </a:endParaRPr>
                    </a:p>
                  </a:txBody>
                  <a:tcPr anchor="ctr" horzOverflow="overflow">
                    <a:lnL w="6350" cap="flat" cmpd="sng" algn="ctr">
                      <a:solidFill>
                        <a:srgbClr val="000000"/>
                      </a:solidFill>
                      <a:prstDash val="solid"/>
                      <a:round/>
                      <a:headEnd type="none" w="med" len="med"/>
                      <a:tailEnd type="none" w="med" len="med"/>
                    </a:lnL>
                    <a:lnR w="28575" cap="flat" cmpd="sng" algn="ctr">
                      <a:solidFill>
                        <a:schemeClr val="tx1">
                          <a:lumMod val="50000"/>
                          <a:lumOff val="50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xmlns="" val="2220680603"/>
                  </a:ext>
                </a:extLst>
              </a:tr>
              <a:tr h="438217">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ja-JP" sz="11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Acceleration </a:t>
                      </a:r>
                    </a:p>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ja-JP" sz="11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of degradation</a:t>
                      </a: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27432" marR="9144" anchor="ctr" horzOverflow="overflow">
                    <a:lnL w="28575" cap="flat" cmpd="sng" algn="ctr">
                      <a:solidFill>
                        <a:schemeClr val="tx1">
                          <a:lumMod val="50000"/>
                          <a:lumOff val="50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Yes</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r>
                        <a:rPr kumimoji="1" lang="en-US" altLang="ja-JP" sz="12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No</a:t>
                      </a:r>
                      <a:endPar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anchor="ctr" horzOverflow="overflow">
                    <a:lnL w="6350" cap="flat" cmpd="sng" algn="ctr">
                      <a:solidFill>
                        <a:srgbClr val="000000"/>
                      </a:solidFill>
                      <a:prstDash val="solid"/>
                      <a:round/>
                      <a:headEnd type="none" w="med" len="med"/>
                      <a:tailEnd type="none" w="med" len="med"/>
                    </a:lnL>
                    <a:lnR w="28575" cap="flat" cmpd="sng" algn="ctr">
                      <a:solidFill>
                        <a:schemeClr val="tx1">
                          <a:lumMod val="50000"/>
                          <a:lumOff val="50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xmlns="" val="2858409292"/>
                  </a:ext>
                </a:extLst>
              </a:tr>
              <a:tr h="438217">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ja-JP" sz="11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Life time</a:t>
                      </a: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27432" marR="9144" anchor="ctr" horzOverflow="overflow">
                    <a:lnL w="28575" cap="flat" cmpd="sng" algn="ctr">
                      <a:solidFill>
                        <a:schemeClr val="tx1">
                          <a:lumMod val="50000"/>
                          <a:lumOff val="50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l" defTabSz="914400" rtl="0" eaLnBrk="1" fontAlgn="ctr" latinLnBrk="0" hangingPunct="1">
                        <a:lnSpc>
                          <a:spcPct val="100000"/>
                        </a:lnSpc>
                        <a:spcBef>
                          <a:spcPct val="0"/>
                        </a:spcBef>
                        <a:spcAft>
                          <a:spcPct val="0"/>
                        </a:spcAft>
                        <a:buClrTx/>
                        <a:buSzTx/>
                        <a:buFontTx/>
                        <a:buNone/>
                        <a:tabLst/>
                        <a:defRPr/>
                      </a:pPr>
                      <a:r>
                        <a:rPr kumimoji="1" lang="en-US" altLang="ja-JP" sz="1100" dirty="0" smtClean="0">
                          <a:latin typeface="Meiryo UI" panose="020B0604030504040204" pitchFamily="50" charset="-128"/>
                          <a:ea typeface="Meiryo UI" panose="020B0604030504040204" pitchFamily="50" charset="-128"/>
                        </a:rPr>
                        <a:t>Depend on </a:t>
                      </a:r>
                    </a:p>
                    <a:p>
                      <a:pPr marL="342900" marR="0" lvl="0" indent="-342900" algn="l" defTabSz="914400" rtl="0" eaLnBrk="1" fontAlgn="ctr" latinLnBrk="0" hangingPunct="1">
                        <a:lnSpc>
                          <a:spcPct val="100000"/>
                        </a:lnSpc>
                        <a:spcBef>
                          <a:spcPct val="0"/>
                        </a:spcBef>
                        <a:spcAft>
                          <a:spcPct val="0"/>
                        </a:spcAft>
                        <a:buClrTx/>
                        <a:buSzTx/>
                        <a:buFontTx/>
                        <a:buNone/>
                        <a:tabLst/>
                        <a:defRPr/>
                      </a:pPr>
                      <a:r>
                        <a:rPr kumimoji="1" lang="en-US" altLang="ja-JP" sz="1100" dirty="0" smtClean="0">
                          <a:latin typeface="Meiryo UI" panose="020B0604030504040204" pitchFamily="50" charset="-128"/>
                          <a:ea typeface="Meiryo UI" panose="020B0604030504040204" pitchFamily="50" charset="-128"/>
                        </a:rPr>
                        <a:t>device spec.</a:t>
                      </a:r>
                      <a:endParaRPr kumimoji="1" lang="ja-JP" altLang="en-US" sz="1100" dirty="0" smtClean="0">
                        <a:latin typeface="Meiryo UI" panose="020B0604030504040204" pitchFamily="50" charset="-128"/>
                        <a:ea typeface="Meiryo UI" panose="020B0604030504040204" pitchFamily="50" charset="-128"/>
                      </a:endParaRPr>
                    </a:p>
                  </a:txBody>
                  <a:tcPr marL="182880" marR="9144"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r" defTabSz="914400" rtl="0" eaLnBrk="1" fontAlgn="ctr" latinLnBrk="0" hangingPunct="1">
                        <a:lnSpc>
                          <a:spcPct val="100000"/>
                        </a:lnSpc>
                        <a:spcBef>
                          <a:spcPct val="0"/>
                        </a:spcBef>
                        <a:spcAft>
                          <a:spcPct val="0"/>
                        </a:spcAft>
                        <a:buClrTx/>
                        <a:buSzTx/>
                        <a:buFontTx/>
                        <a:buNone/>
                        <a:tabLst/>
                        <a:defRPr/>
                      </a:pPr>
                      <a:r>
                        <a:rPr kumimoji="1" lang="en-US" altLang="ja-JP" sz="1100" dirty="0" smtClean="0">
                          <a:solidFill>
                            <a:srgbClr val="000000"/>
                          </a:solidFill>
                          <a:latin typeface="Meiryo UI" panose="020B0604030504040204" pitchFamily="50" charset="-128"/>
                          <a:ea typeface="Meiryo UI" panose="020B0604030504040204" pitchFamily="50" charset="-128"/>
                        </a:rPr>
                        <a:t>Depend on </a:t>
                      </a:r>
                    </a:p>
                    <a:p>
                      <a:pPr marL="342900" marR="0" lvl="0" indent="-342900" algn="r" defTabSz="914400" rtl="0" eaLnBrk="1" fontAlgn="ctr" latinLnBrk="0" hangingPunct="1">
                        <a:lnSpc>
                          <a:spcPct val="100000"/>
                        </a:lnSpc>
                        <a:spcBef>
                          <a:spcPct val="0"/>
                        </a:spcBef>
                        <a:spcAft>
                          <a:spcPct val="0"/>
                        </a:spcAft>
                        <a:buClrTx/>
                        <a:buSzTx/>
                        <a:buFontTx/>
                        <a:buNone/>
                        <a:tabLst/>
                        <a:defRPr/>
                      </a:pPr>
                      <a:r>
                        <a:rPr kumimoji="1" lang="en-US" altLang="ja-JP" sz="1100" baseline="0" dirty="0" smtClean="0">
                          <a:solidFill>
                            <a:srgbClr val="000000"/>
                          </a:solidFill>
                          <a:latin typeface="Meiryo UI" panose="020B0604030504040204" pitchFamily="50" charset="-128"/>
                          <a:ea typeface="Meiryo UI" panose="020B0604030504040204" pitchFamily="50" charset="-128"/>
                        </a:rPr>
                        <a:t>  </a:t>
                      </a:r>
                      <a:r>
                        <a:rPr kumimoji="1" lang="en-US" altLang="ja-JP" sz="1100" dirty="0" smtClean="0">
                          <a:solidFill>
                            <a:srgbClr val="000000"/>
                          </a:solidFill>
                          <a:latin typeface="Meiryo UI" panose="020B0604030504040204" pitchFamily="50" charset="-128"/>
                          <a:ea typeface="Meiryo UI" panose="020B0604030504040204" pitchFamily="50" charset="-128"/>
                        </a:rPr>
                        <a:t>target curve</a:t>
                      </a:r>
                      <a:endParaRPr kumimoji="1" lang="ja-JP" altLang="en-US" sz="1200" dirty="0" smtClean="0">
                        <a:solidFill>
                          <a:srgbClr val="000000"/>
                        </a:solidFill>
                        <a:latin typeface="Meiryo UI" panose="020B0604030504040204" pitchFamily="50" charset="-128"/>
                        <a:ea typeface="Meiryo UI" panose="020B0604030504040204" pitchFamily="50" charset="-128"/>
                      </a:endParaRPr>
                    </a:p>
                  </a:txBody>
                  <a:tcPr marL="274320" marR="182880" anchor="ctr" horzOverflow="overflow">
                    <a:lnL w="6350" cap="flat" cmpd="sng" algn="ctr">
                      <a:solidFill>
                        <a:srgbClr val="000000"/>
                      </a:solidFill>
                      <a:prstDash val="solid"/>
                      <a:round/>
                      <a:headEnd type="none" w="med" len="med"/>
                      <a:tailEnd type="none" w="med" len="med"/>
                    </a:lnL>
                    <a:lnR w="28575" cap="flat" cmpd="sng" algn="ctr">
                      <a:solidFill>
                        <a:schemeClr val="tx1">
                          <a:lumMod val="50000"/>
                          <a:lumOff val="50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xmlns="" val="1178929769"/>
                  </a:ext>
                </a:extLst>
              </a:tr>
              <a:tr h="438217">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ja-JP" sz="11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Power consumption</a:t>
                      </a:r>
                    </a:p>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ja-JP" sz="11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(change over time)</a:t>
                      </a: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27432" marR="9144" anchor="ctr" horzOverflow="overflow">
                    <a:lnL w="28575" cap="flat" cmpd="sng" algn="ctr">
                      <a:solidFill>
                        <a:schemeClr val="tx1">
                          <a:lumMod val="50000"/>
                          <a:lumOff val="50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defRPr/>
                      </a:pPr>
                      <a:r>
                        <a:rPr kumimoji="1" lang="en-US" altLang="ja-JP" sz="1200" dirty="0" smtClean="0">
                          <a:solidFill>
                            <a:schemeClr val="tx2">
                              <a:lumMod val="60000"/>
                              <a:lumOff val="40000"/>
                            </a:schemeClr>
                          </a:solidFill>
                          <a:latin typeface="Meiryo UI" panose="020B0604030504040204" pitchFamily="50" charset="-128"/>
                          <a:ea typeface="Meiryo UI" panose="020B0604030504040204" pitchFamily="50" charset="-128"/>
                        </a:rPr>
                        <a:t>Increase</a:t>
                      </a:r>
                      <a:endParaRPr kumimoji="1" lang="ja-JP" altLang="en-US" sz="1200" dirty="0" smtClean="0">
                        <a:solidFill>
                          <a:schemeClr val="tx2">
                            <a:lumMod val="60000"/>
                            <a:lumOff val="40000"/>
                          </a:schemeClr>
                        </a:solidFill>
                        <a:latin typeface="Meiryo UI" panose="020B0604030504040204" pitchFamily="50" charset="-128"/>
                        <a:ea typeface="Meiryo UI" panose="020B0604030504040204" pitchFamily="50" charset="-128"/>
                      </a:endParaRP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p>
                  </a:txBody>
                  <a:tcPr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defRPr/>
                      </a:pP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r>
                        <a:rPr kumimoji="1" lang="en-US" altLang="ja-JP" sz="1200" dirty="0" smtClean="0">
                          <a:solidFill>
                            <a:srgbClr val="0000FF"/>
                          </a:solidFill>
                          <a:latin typeface="Meiryo UI" panose="020B0604030504040204" pitchFamily="50" charset="-128"/>
                          <a:ea typeface="Meiryo UI" panose="020B0604030504040204" pitchFamily="50" charset="-128"/>
                        </a:rPr>
                        <a:t>Decrease</a:t>
                      </a:r>
                      <a:endParaRPr kumimoji="1" lang="ja-JP" altLang="en-US" sz="1200" dirty="0" smtClean="0">
                        <a:solidFill>
                          <a:srgbClr val="0000FF"/>
                        </a:solidFill>
                        <a:latin typeface="Meiryo UI" panose="020B0604030504040204" pitchFamily="50" charset="-128"/>
                        <a:ea typeface="Meiryo UI" panose="020B0604030504040204" pitchFamily="50" charset="-128"/>
                      </a:endParaRPr>
                    </a:p>
                  </a:txBody>
                  <a:tcPr anchor="ctr" horzOverflow="overflow">
                    <a:lnL w="6350" cap="flat" cmpd="sng" algn="ctr">
                      <a:solidFill>
                        <a:srgbClr val="000000"/>
                      </a:solidFill>
                      <a:prstDash val="solid"/>
                      <a:round/>
                      <a:headEnd type="none" w="med" len="med"/>
                      <a:tailEnd type="none" w="med" len="med"/>
                    </a:lnL>
                    <a:lnR w="28575" cap="flat" cmpd="sng" algn="ctr">
                      <a:solidFill>
                        <a:schemeClr val="tx1">
                          <a:lumMod val="50000"/>
                          <a:lumOff val="50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xmlns="" val="1151942760"/>
                  </a:ext>
                </a:extLst>
              </a:tr>
              <a:tr h="438217">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ja-JP" sz="11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Comment</a:t>
                      </a: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27432" marR="9144" anchor="ctr" horzOverflow="overflow">
                    <a:lnL w="28575" cap="flat" cmpd="sng" algn="ctr">
                      <a:solidFill>
                        <a:schemeClr val="tx1">
                          <a:lumMod val="50000"/>
                          <a:lumOff val="50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857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1" lang="en-US" altLang="ja-JP" sz="11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master monitor</a:t>
                      </a:r>
                    </a:p>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ja-JP" sz="11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(Sony, BVM-E251 etc.)</a:t>
                      </a: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9144" marR="9144"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857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gridSpan="2">
                  <a:txBody>
                    <a:bodyPr/>
                    <a:lstStyle>
                      <a:lvl1pPr marL="342900" indent="-342900" algn="l" defTabSz="914400" rtl="0" eaLnBrk="1" latinLnBrk="0" hangingPunct="1">
                        <a:spcBef>
                          <a:spcPct val="20000"/>
                        </a:spcBef>
                        <a:defRPr kumimoji="1" sz="2000" kern="1200">
                          <a:solidFill>
                            <a:schemeClr val="tx1"/>
                          </a:solidFill>
                          <a:latin typeface="Arial" panose="020B0604020202020204" pitchFamily="34" charset="0"/>
                          <a:ea typeface="ＭＳ Ｐゴシック" panose="020B0600070205080204" pitchFamily="50" charset="-128"/>
                        </a:defRPr>
                      </a:lvl1pPr>
                      <a:lvl2pPr marL="742950" indent="-285750" algn="l" defTabSz="914400" rtl="0" eaLnBrk="1" latinLnBrk="0" hangingPunct="1">
                        <a:spcBef>
                          <a:spcPct val="20000"/>
                        </a:spcBef>
                        <a:defRPr kumimoji="1" sz="1800" kern="1200">
                          <a:solidFill>
                            <a:schemeClr val="tx1"/>
                          </a:solidFill>
                          <a:latin typeface="Arial" panose="020B0604020202020204" pitchFamily="34" charset="0"/>
                          <a:ea typeface="ＭＳ Ｐゴシック" panose="020B0600070205080204" pitchFamily="50" charset="-128"/>
                        </a:defRPr>
                      </a:lvl2pPr>
                      <a:lvl3pPr marL="1143000" indent="-228600" algn="l" defTabSz="914400" rtl="0" eaLnBrk="1" latinLnBrk="0" hangingPunct="1">
                        <a:spcBef>
                          <a:spcPct val="20000"/>
                        </a:spcBef>
                        <a:defRPr kumimoji="1" sz="1600" kern="1200">
                          <a:solidFill>
                            <a:schemeClr val="tx1"/>
                          </a:solidFill>
                          <a:latin typeface="Arial" panose="020B0604020202020204" pitchFamily="34" charset="0"/>
                          <a:ea typeface="ＭＳ Ｐゴシック" panose="020B0600070205080204" pitchFamily="50" charset="-128"/>
                        </a:defRPr>
                      </a:lvl3pPr>
                      <a:lvl4pPr marL="1600200" indent="-228600"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4pPr>
                      <a:lvl5pPr marL="2057400" indent="-230188" algn="l" defTabSz="914400" rtl="0" eaLnBrk="1" latinLnBrk="0" hangingPunct="1">
                        <a:spcBef>
                          <a:spcPct val="20000"/>
                        </a:spcBef>
                        <a:defRPr kumimoji="1" sz="1400" kern="1200">
                          <a:solidFill>
                            <a:schemeClr val="tx1"/>
                          </a:solidFill>
                          <a:latin typeface="Arial" panose="020B0604020202020204" pitchFamily="34" charset="0"/>
                          <a:ea typeface="ＭＳ Ｐゴシック" panose="020B0600070205080204" pitchFamily="50" charset="-128"/>
                        </a:defRPr>
                      </a:lvl5pPr>
                      <a:lvl6pPr marL="25146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6pPr>
                      <a:lvl7pPr marL="29718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7pPr>
                      <a:lvl8pPr marL="34290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8pPr>
                      <a:lvl9pPr marL="3886200" indent="-230188" algn="l" defTabSz="914400" rtl="0" eaLnBrk="1" fontAlgn="base" latinLnBrk="0" hangingPunct="1">
                        <a:spcBef>
                          <a:spcPct val="20000"/>
                        </a:spcBef>
                        <a:spcAft>
                          <a:spcPct val="0"/>
                        </a:spcAft>
                        <a:defRPr kumimoji="1" sz="1400" kern="1200">
                          <a:solidFill>
                            <a:schemeClr val="tx1"/>
                          </a:solidFill>
                          <a:latin typeface="Arial" panose="020B0604020202020204" pitchFamily="34" charset="0"/>
                          <a:ea typeface="ＭＳ Ｐゴシック" panose="020B0600070205080204" pitchFamily="50" charset="-128"/>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1" lang="en-US" altLang="ja-JP" sz="11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Need to discuss with customer for target curve</a:t>
                      </a:r>
                      <a:endParaRPr kumimoji="1"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9144" marR="9144" horzOverflow="overflow">
                    <a:lnL w="6350" cap="flat" cmpd="sng" algn="ctr">
                      <a:solidFill>
                        <a:srgbClr val="000000"/>
                      </a:solidFill>
                      <a:prstDash val="solid"/>
                      <a:round/>
                      <a:headEnd type="none" w="med" len="med"/>
                      <a:tailEnd type="none" w="med" len="med"/>
                    </a:lnL>
                    <a:lnR w="28575" cap="flat" cmpd="sng" algn="ctr">
                      <a:solidFill>
                        <a:schemeClr val="tx1">
                          <a:lumMod val="50000"/>
                          <a:lumOff val="50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2857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2">
                        <a:lumMod val="20000"/>
                        <a:lumOff val="80000"/>
                      </a:schemeClr>
                    </a:solidFill>
                  </a:tcPr>
                </a:tc>
                <a:tc hMerge="1">
                  <a:txBody>
                    <a:bodyPr/>
                    <a:lstStyle/>
                    <a:p>
                      <a:endParaRPr kumimoji="1" lang="ja-JP" altLang="en-US"/>
                    </a:p>
                  </a:txBody>
                  <a:tcPr/>
                </a:tc>
                <a:extLst>
                  <a:ext uri="{0D108BD9-81ED-4DB2-BD59-A6C34878D82A}">
                    <a16:rowId xmlns:a16="http://schemas.microsoft.com/office/drawing/2014/main" xmlns="" val="2213089341"/>
                  </a:ext>
                </a:extLst>
              </a:tr>
            </a:tbl>
          </a:graphicData>
        </a:graphic>
      </p:graphicFrame>
      <p:grpSp>
        <p:nvGrpSpPr>
          <p:cNvPr id="11" name="Group 10"/>
          <p:cNvGrpSpPr/>
          <p:nvPr/>
        </p:nvGrpSpPr>
        <p:grpSpPr>
          <a:xfrm>
            <a:off x="6923699" y="2013230"/>
            <a:ext cx="1688824" cy="1669217"/>
            <a:chOff x="6936399" y="1949730"/>
            <a:chExt cx="1688824" cy="1669217"/>
          </a:xfrm>
        </p:grpSpPr>
        <p:sp>
          <p:nvSpPr>
            <p:cNvPr id="50" name="Line 44"/>
            <p:cNvSpPr>
              <a:spLocks noChangeShapeType="1"/>
            </p:cNvSpPr>
            <p:nvPr/>
          </p:nvSpPr>
          <p:spPr bwMode="auto">
            <a:xfrm>
              <a:off x="7046132" y="3455776"/>
              <a:ext cx="1299424" cy="0"/>
            </a:xfrm>
            <a:prstGeom prst="line">
              <a:avLst/>
            </a:prstGeom>
            <a:noFill/>
            <a:ln w="19050">
              <a:solidFill>
                <a:schemeClr val="tx1">
                  <a:lumMod val="65000"/>
                  <a:lumOff val="3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51" name="Line 45"/>
            <p:cNvSpPr>
              <a:spLocks noChangeShapeType="1"/>
            </p:cNvSpPr>
            <p:nvPr/>
          </p:nvSpPr>
          <p:spPr bwMode="auto">
            <a:xfrm flipV="1">
              <a:off x="7195221" y="2379472"/>
              <a:ext cx="0" cy="1225354"/>
            </a:xfrm>
            <a:prstGeom prst="line">
              <a:avLst/>
            </a:prstGeom>
            <a:noFill/>
            <a:ln w="19050">
              <a:solidFill>
                <a:schemeClr val="tx1">
                  <a:lumMod val="65000"/>
                  <a:lumOff val="3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52" name="Freeform 46"/>
            <p:cNvSpPr>
              <a:spLocks/>
            </p:cNvSpPr>
            <p:nvPr/>
          </p:nvSpPr>
          <p:spPr bwMode="auto">
            <a:xfrm>
              <a:off x="7195221" y="2639919"/>
              <a:ext cx="1148766" cy="615030"/>
            </a:xfrm>
            <a:custGeom>
              <a:avLst/>
              <a:gdLst>
                <a:gd name="T0" fmla="*/ 0 w 1270"/>
                <a:gd name="T1" fmla="*/ 0 h 544"/>
                <a:gd name="T2" fmla="*/ 499 w 1270"/>
                <a:gd name="T3" fmla="*/ 317 h 544"/>
                <a:gd name="T4" fmla="*/ 1270 w 1270"/>
                <a:gd name="T5" fmla="*/ 544 h 544"/>
              </a:gdLst>
              <a:ahLst/>
              <a:cxnLst>
                <a:cxn ang="0">
                  <a:pos x="T0" y="T1"/>
                </a:cxn>
                <a:cxn ang="0">
                  <a:pos x="T2" y="T3"/>
                </a:cxn>
                <a:cxn ang="0">
                  <a:pos x="T4" y="T5"/>
                </a:cxn>
              </a:cxnLst>
              <a:rect l="0" t="0" r="r" b="b"/>
              <a:pathLst>
                <a:path w="1270" h="544">
                  <a:moveTo>
                    <a:pt x="0" y="0"/>
                  </a:moveTo>
                  <a:cubicBezTo>
                    <a:pt x="143" y="113"/>
                    <a:pt x="287" y="226"/>
                    <a:pt x="499" y="317"/>
                  </a:cubicBezTo>
                  <a:cubicBezTo>
                    <a:pt x="711" y="408"/>
                    <a:pt x="990" y="476"/>
                    <a:pt x="1270" y="544"/>
                  </a:cubicBezTo>
                </a:path>
              </a:pathLst>
            </a:custGeom>
            <a:noFill/>
            <a:ln w="254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53" name="Rectangle 49"/>
            <p:cNvSpPr>
              <a:spLocks noChangeArrowheads="1"/>
            </p:cNvSpPr>
            <p:nvPr/>
          </p:nvSpPr>
          <p:spPr bwMode="auto">
            <a:xfrm rot="16200000">
              <a:off x="6805434" y="2832338"/>
              <a:ext cx="5389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30000"/>
                </a:spcBef>
                <a:spcAft>
                  <a:spcPct val="0"/>
                </a:spcAft>
                <a:buClrTx/>
                <a:buSzTx/>
                <a:buFontTx/>
                <a:buNone/>
                <a:tabLst/>
                <a:defRPr/>
              </a:pPr>
              <a:r>
                <a:rPr kumimoji="1" lang="en-US" altLang="ja-JP" sz="1200" b="0"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rPr>
                <a:t>L/</a:t>
              </a:r>
              <a:r>
                <a:rPr kumimoji="1" lang="en-US" altLang="ja-JP" sz="1200" b="0" i="0" u="none" strike="noStrike" kern="0" cap="none" spc="0" normalizeH="0" baseline="0" noProof="0" dirty="0" err="1" smtClean="0">
                  <a:ln>
                    <a:noFill/>
                  </a:ln>
                  <a:solidFill>
                    <a:srgbClr val="000000"/>
                  </a:solidFill>
                  <a:effectLst/>
                  <a:uLnTx/>
                  <a:uFillTx/>
                  <a:latin typeface="Meiryo UI" panose="020B0604030504040204" pitchFamily="50" charset="-128"/>
                  <a:ea typeface="Meiryo UI" panose="020B0604030504040204" pitchFamily="50" charset="-128"/>
                </a:rPr>
                <a:t>L</a:t>
              </a:r>
              <a:r>
                <a:rPr kumimoji="1" lang="en-US" altLang="ja-JP" sz="1200" b="0" i="0" u="none" strike="noStrike" kern="0" cap="none" spc="0" normalizeH="0" baseline="-25000" noProof="0" dirty="0" err="1" smtClean="0">
                  <a:ln>
                    <a:noFill/>
                  </a:ln>
                  <a:solidFill>
                    <a:srgbClr val="000000"/>
                  </a:solidFill>
                  <a:effectLst/>
                  <a:uLnTx/>
                  <a:uFillTx/>
                  <a:latin typeface="Meiryo UI" panose="020B0604030504040204" pitchFamily="50" charset="-128"/>
                  <a:ea typeface="Meiryo UI" panose="020B0604030504040204" pitchFamily="50" charset="-128"/>
                </a:rPr>
                <a:t>ini</a:t>
              </a:r>
              <a:endParaRPr kumimoji="1" lang="en-US" altLang="ja-JP" sz="1200" b="0" i="0" u="none" strike="noStrike" kern="0" cap="none" spc="0" normalizeH="0" baseline="-2500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54" name="Rectangle 50"/>
            <p:cNvSpPr>
              <a:spLocks noChangeArrowheads="1"/>
            </p:cNvSpPr>
            <p:nvPr/>
          </p:nvSpPr>
          <p:spPr bwMode="auto">
            <a:xfrm>
              <a:off x="8293768" y="3345949"/>
              <a:ext cx="240111" cy="272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30000"/>
                </a:spcBef>
                <a:spcAft>
                  <a:spcPct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t</a:t>
              </a:r>
            </a:p>
          </p:txBody>
        </p:sp>
        <p:sp>
          <p:nvSpPr>
            <p:cNvPr id="55" name="Rectangle 52"/>
            <p:cNvSpPr>
              <a:spLocks noChangeArrowheads="1"/>
            </p:cNvSpPr>
            <p:nvPr/>
          </p:nvSpPr>
          <p:spPr bwMode="auto">
            <a:xfrm>
              <a:off x="7154079" y="3190590"/>
              <a:ext cx="1454244"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30000"/>
                </a:spcBef>
                <a:spcAft>
                  <a:spcPct val="0"/>
                </a:spcAft>
                <a:buClrTx/>
                <a:buSzTx/>
                <a:buFontTx/>
                <a:buNone/>
                <a:tabLst/>
                <a:defRPr/>
              </a:pPr>
              <a:r>
                <a:rPr kumimoji="1" lang="en-US" altLang="ja-JP" sz="1050" b="0" i="0" u="none" strike="noStrike" kern="0" cap="none" spc="0" normalizeH="0" baseline="0" noProof="0" dirty="0" smtClean="0">
                  <a:ln>
                    <a:noFill/>
                  </a:ln>
                  <a:solidFill>
                    <a:srgbClr val="0000FF"/>
                  </a:solidFill>
                  <a:effectLst/>
                  <a:uLnTx/>
                  <a:uFillTx/>
                  <a:latin typeface="Meiryo UI" panose="020B0604030504040204" pitchFamily="50" charset="-128"/>
                  <a:ea typeface="Meiryo UI" panose="020B0604030504040204" pitchFamily="50" charset="-128"/>
                </a:rPr>
                <a:t>degradation: large</a:t>
              </a:r>
              <a:endParaRPr kumimoji="1" lang="ja-JP" altLang="en-US" sz="1050" b="0" i="0" u="none" strike="noStrike" kern="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endParaRPr>
            </a:p>
          </p:txBody>
        </p:sp>
        <p:sp>
          <p:nvSpPr>
            <p:cNvPr id="56" name="Rectangle 53"/>
            <p:cNvSpPr>
              <a:spLocks noChangeArrowheads="1"/>
            </p:cNvSpPr>
            <p:nvPr/>
          </p:nvSpPr>
          <p:spPr bwMode="auto">
            <a:xfrm>
              <a:off x="7209451" y="2313576"/>
              <a:ext cx="1415772"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r" defTabSz="914400" eaLnBrk="1" fontAlgn="base" latinLnBrk="0" hangingPunct="1">
                <a:lnSpc>
                  <a:spcPct val="100000"/>
                </a:lnSpc>
                <a:spcBef>
                  <a:spcPct val="30000"/>
                </a:spcBef>
                <a:spcAft>
                  <a:spcPct val="0"/>
                </a:spcAft>
                <a:buClrTx/>
                <a:buSzTx/>
                <a:buFontTx/>
                <a:buNone/>
                <a:tabLst/>
                <a:defRPr/>
              </a:pPr>
              <a:r>
                <a:rPr kumimoji="1" lang="en-US" altLang="ja-JP" sz="1050" kern="0" dirty="0" smtClean="0">
                  <a:solidFill>
                    <a:srgbClr val="000000"/>
                  </a:solidFill>
                  <a:latin typeface="Meiryo UI" panose="020B0604030504040204" pitchFamily="50" charset="-128"/>
                  <a:ea typeface="Meiryo UI" panose="020B0604030504040204" pitchFamily="50" charset="-128"/>
                </a:rPr>
                <a:t>degradation</a:t>
              </a:r>
              <a:r>
                <a:rPr kumimoji="1" lang="en-US" altLang="ja-JP" sz="1050" b="0"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rPr>
                <a:t>:</a:t>
              </a:r>
              <a:r>
                <a:rPr kumimoji="1" lang="en-US" altLang="ja-JP" sz="1050" b="0" i="0" u="none" strike="noStrike" kern="0" cap="none" spc="0" normalizeH="0" noProof="0" dirty="0" smtClean="0">
                  <a:ln>
                    <a:noFill/>
                  </a:ln>
                  <a:solidFill>
                    <a:srgbClr val="000000"/>
                  </a:solidFill>
                  <a:effectLst/>
                  <a:uLnTx/>
                  <a:uFillTx/>
                  <a:latin typeface="Meiryo UI" panose="020B0604030504040204" pitchFamily="50" charset="-128"/>
                  <a:ea typeface="Meiryo UI" panose="020B0604030504040204" pitchFamily="50" charset="-128"/>
                </a:rPr>
                <a:t>  </a:t>
              </a:r>
              <a:r>
                <a:rPr kumimoji="1" lang="en-US" altLang="ja-JP" sz="1050" b="0"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rPr>
                <a:t>small</a:t>
              </a:r>
              <a:endPar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57" name="Freeform 298"/>
            <p:cNvSpPr>
              <a:spLocks/>
            </p:cNvSpPr>
            <p:nvPr/>
          </p:nvSpPr>
          <p:spPr bwMode="auto">
            <a:xfrm>
              <a:off x="7225039" y="2641488"/>
              <a:ext cx="1129934" cy="42362"/>
            </a:xfrm>
            <a:custGeom>
              <a:avLst/>
              <a:gdLst>
                <a:gd name="T0" fmla="*/ 0 w 1270"/>
                <a:gd name="T1" fmla="*/ 0 h 544"/>
                <a:gd name="T2" fmla="*/ 499 w 1270"/>
                <a:gd name="T3" fmla="*/ 317 h 544"/>
                <a:gd name="T4" fmla="*/ 1270 w 1270"/>
                <a:gd name="T5" fmla="*/ 544 h 544"/>
              </a:gdLst>
              <a:ahLst/>
              <a:cxnLst>
                <a:cxn ang="0">
                  <a:pos x="T0" y="T1"/>
                </a:cxn>
                <a:cxn ang="0">
                  <a:pos x="T2" y="T3"/>
                </a:cxn>
                <a:cxn ang="0">
                  <a:pos x="T4" y="T5"/>
                </a:cxn>
              </a:cxnLst>
              <a:rect l="0" t="0" r="r" b="b"/>
              <a:pathLst>
                <a:path w="1270" h="544">
                  <a:moveTo>
                    <a:pt x="0" y="0"/>
                  </a:moveTo>
                  <a:cubicBezTo>
                    <a:pt x="143" y="113"/>
                    <a:pt x="287" y="226"/>
                    <a:pt x="499" y="317"/>
                  </a:cubicBezTo>
                  <a:cubicBezTo>
                    <a:pt x="711" y="408"/>
                    <a:pt x="990" y="476"/>
                    <a:pt x="1270" y="544"/>
                  </a:cubicBezTo>
                </a:path>
              </a:pathLst>
            </a:cu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58" name="Line 47"/>
            <p:cNvSpPr>
              <a:spLocks noChangeShapeType="1"/>
            </p:cNvSpPr>
            <p:nvPr/>
          </p:nvSpPr>
          <p:spPr bwMode="auto">
            <a:xfrm>
              <a:off x="7195221" y="2639919"/>
              <a:ext cx="985961"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59" name="Rectangle 299"/>
            <p:cNvSpPr>
              <a:spLocks noChangeArrowheads="1"/>
            </p:cNvSpPr>
            <p:nvPr/>
          </p:nvSpPr>
          <p:spPr bwMode="auto">
            <a:xfrm>
              <a:off x="6984357" y="1949730"/>
              <a:ext cx="1538469" cy="40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1" fontAlgn="base" latinLnBrk="0" hangingPunct="1">
                <a:lnSpc>
                  <a:spcPct val="100000"/>
                </a:lnSpc>
                <a:spcBef>
                  <a:spcPct val="30000"/>
                </a:spcBef>
                <a:spcAft>
                  <a:spcPct val="0"/>
                </a:spcAft>
                <a:buClrTx/>
                <a:buSzTx/>
                <a:buFontTx/>
                <a:buNone/>
                <a:tabLst/>
                <a:defRPr/>
              </a:pPr>
              <a:r>
                <a:rPr kumimoji="1" lang="en-US" altLang="ja-JP" sz="1050" kern="0" dirty="0" smtClean="0">
                  <a:solidFill>
                    <a:srgbClr val="FF0000"/>
                  </a:solidFill>
                  <a:latin typeface="Meiryo UI" panose="020B0604030504040204" pitchFamily="50" charset="-128"/>
                  <a:ea typeface="Meiryo UI" panose="020B0604030504040204" pitchFamily="50" charset="-128"/>
                </a:rPr>
                <a:t>Target curve                   </a:t>
              </a:r>
              <a:r>
                <a:rPr kumimoji="1" lang="en-US" altLang="ja-JP" sz="1000" kern="0" dirty="0" smtClean="0">
                  <a:solidFill>
                    <a:srgbClr val="FF0000"/>
                  </a:solidFill>
                  <a:latin typeface="Meiryo UI" panose="020B0604030504040204" pitchFamily="50" charset="-128"/>
                  <a:ea typeface="Meiryo UI" panose="020B0604030504040204" pitchFamily="50" charset="-128"/>
                </a:rPr>
                <a:t>(after compensation)</a:t>
              </a:r>
              <a:endParaRPr kumimoji="1" lang="ja-JP" altLang="en-US" sz="105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endParaRPr>
            </a:p>
          </p:txBody>
        </p:sp>
        <p:sp>
          <p:nvSpPr>
            <p:cNvPr id="60" name="Line 305"/>
            <p:cNvSpPr>
              <a:spLocks noChangeShapeType="1"/>
            </p:cNvSpPr>
            <p:nvPr/>
          </p:nvSpPr>
          <p:spPr bwMode="auto">
            <a:xfrm flipH="1">
              <a:off x="7415061" y="2322207"/>
              <a:ext cx="216571" cy="340463"/>
            </a:xfrm>
            <a:prstGeom prst="line">
              <a:avLst/>
            </a:prstGeom>
            <a:noFill/>
            <a:ln w="127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96" name="AutoShape 336"/>
            <p:cNvSpPr>
              <a:spLocks noChangeArrowheads="1"/>
            </p:cNvSpPr>
            <p:nvPr/>
          </p:nvSpPr>
          <p:spPr bwMode="auto">
            <a:xfrm rot="16200000" flipV="1">
              <a:off x="7971727" y="2778514"/>
              <a:ext cx="418910" cy="31230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kumimoji="1" lang="ja-JP" altLang="en-US" sz="1900">
                <a:solidFill>
                  <a:srgbClr val="000000"/>
                </a:solidFill>
                <a:latin typeface="Meiryo UI" panose="020B0604030504040204" pitchFamily="50" charset="-128"/>
                <a:ea typeface="Meiryo UI" panose="020B0604030504040204" pitchFamily="50" charset="-128"/>
              </a:endParaRPr>
            </a:p>
          </p:txBody>
        </p:sp>
      </p:grpSp>
      <p:sp>
        <p:nvSpPr>
          <p:cNvPr id="117" name="テキスト ボックス 9"/>
          <p:cNvSpPr txBox="1"/>
          <p:nvPr/>
        </p:nvSpPr>
        <p:spPr>
          <a:xfrm>
            <a:off x="310771" y="1067594"/>
            <a:ext cx="4796216" cy="523220"/>
          </a:xfrm>
          <a:prstGeom prst="rect">
            <a:avLst/>
          </a:prstGeom>
          <a:solidFill>
            <a:srgbClr val="C00000"/>
          </a:solidFill>
        </p:spPr>
        <p:txBody>
          <a:bodyPr wrap="square" rtlCol="0">
            <a:spAutoFit/>
          </a:bodyPr>
          <a:lstStyle/>
          <a:p>
            <a:pPr defTabSz="914400"/>
            <a:r>
              <a:rPr kumimoji="1" lang="en-US" altLang="ja-JP" sz="14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(Issue) the </a:t>
            </a:r>
            <a:r>
              <a:rPr kumimoji="1"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degradation </a:t>
            </a:r>
            <a:r>
              <a:rPr kumimoji="1" lang="en-US" altLang="ja-JP" sz="14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is accelerated excessively </a:t>
            </a:r>
          </a:p>
          <a:p>
            <a:pPr defTabSz="914400"/>
            <a:r>
              <a:rPr kumimoji="1" lang="en-US" altLang="ja-JP" sz="14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by </a:t>
            </a:r>
            <a:r>
              <a:rPr kumimoji="1"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compensation </a:t>
            </a:r>
            <a:r>
              <a:rPr kumimoji="1" lang="en-US" altLang="ja-JP" sz="14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driving </a:t>
            </a:r>
            <a:r>
              <a:rPr kumimoji="1" lang="ja-JP" altLang="en-US" sz="14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4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cause correction failure</a:t>
            </a:r>
            <a:endParaRPr kumimoji="1"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8" name="テキスト ボックス 9"/>
          <p:cNvSpPr txBox="1"/>
          <p:nvPr/>
        </p:nvSpPr>
        <p:spPr>
          <a:xfrm>
            <a:off x="5346518" y="1067594"/>
            <a:ext cx="6569906" cy="461665"/>
          </a:xfrm>
          <a:prstGeom prst="rect">
            <a:avLst/>
          </a:prstGeom>
          <a:solidFill>
            <a:srgbClr val="0070C0"/>
          </a:solidFill>
        </p:spPr>
        <p:txBody>
          <a:bodyPr wrap="square" rtlCol="0">
            <a:spAutoFit/>
          </a:bodyPr>
          <a:lstStyle/>
          <a:p>
            <a:pPr defTabSz="914400"/>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Adjust the peak brightness according to operating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time.</a:t>
            </a:r>
            <a:endPar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defTabSz="914400"/>
            <a:r>
              <a:rPr kumimoji="1" lang="ja-JP" altLang="en-US"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Reduce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excessive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degradation</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and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prolong the operation time until correction </a:t>
            </a:r>
            <a:r>
              <a:rPr kumimoji="1" lang="en-US" altLang="ja-JP" sz="12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limit</a:t>
            </a:r>
          </a:p>
        </p:txBody>
      </p:sp>
      <p:grpSp>
        <p:nvGrpSpPr>
          <p:cNvPr id="10" name="Group 9"/>
          <p:cNvGrpSpPr/>
          <p:nvPr/>
        </p:nvGrpSpPr>
        <p:grpSpPr>
          <a:xfrm>
            <a:off x="8580859" y="2013230"/>
            <a:ext cx="1681983" cy="1669217"/>
            <a:chOff x="8593559" y="1949730"/>
            <a:chExt cx="1681983" cy="1669217"/>
          </a:xfrm>
        </p:grpSpPr>
        <p:sp>
          <p:nvSpPr>
            <p:cNvPr id="63" name="Line 309"/>
            <p:cNvSpPr>
              <a:spLocks noChangeShapeType="1"/>
            </p:cNvSpPr>
            <p:nvPr/>
          </p:nvSpPr>
          <p:spPr bwMode="auto">
            <a:xfrm>
              <a:off x="8705070" y="3455776"/>
              <a:ext cx="1299425" cy="0"/>
            </a:xfrm>
            <a:prstGeom prst="line">
              <a:avLst/>
            </a:prstGeom>
            <a:noFill/>
            <a:ln w="19050">
              <a:solidFill>
                <a:schemeClr val="tx1">
                  <a:lumMod val="65000"/>
                  <a:lumOff val="3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64" name="Line 310"/>
            <p:cNvSpPr>
              <a:spLocks noChangeShapeType="1"/>
            </p:cNvSpPr>
            <p:nvPr/>
          </p:nvSpPr>
          <p:spPr bwMode="auto">
            <a:xfrm flipV="1">
              <a:off x="8854159" y="2379472"/>
              <a:ext cx="0" cy="1225354"/>
            </a:xfrm>
            <a:prstGeom prst="line">
              <a:avLst/>
            </a:prstGeom>
            <a:noFill/>
            <a:ln w="19050">
              <a:solidFill>
                <a:schemeClr val="tx1">
                  <a:lumMod val="65000"/>
                  <a:lumOff val="3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65" name="Freeform 311"/>
            <p:cNvSpPr>
              <a:spLocks/>
            </p:cNvSpPr>
            <p:nvPr/>
          </p:nvSpPr>
          <p:spPr bwMode="auto">
            <a:xfrm>
              <a:off x="8854159" y="2639919"/>
              <a:ext cx="1148767" cy="615030"/>
            </a:xfrm>
            <a:custGeom>
              <a:avLst/>
              <a:gdLst>
                <a:gd name="T0" fmla="*/ 0 w 1270"/>
                <a:gd name="T1" fmla="*/ 0 h 544"/>
                <a:gd name="T2" fmla="*/ 499 w 1270"/>
                <a:gd name="T3" fmla="*/ 317 h 544"/>
                <a:gd name="T4" fmla="*/ 1270 w 1270"/>
                <a:gd name="T5" fmla="*/ 544 h 544"/>
              </a:gdLst>
              <a:ahLst/>
              <a:cxnLst>
                <a:cxn ang="0">
                  <a:pos x="T0" y="T1"/>
                </a:cxn>
                <a:cxn ang="0">
                  <a:pos x="T2" y="T3"/>
                </a:cxn>
                <a:cxn ang="0">
                  <a:pos x="T4" y="T5"/>
                </a:cxn>
              </a:cxnLst>
              <a:rect l="0" t="0" r="r" b="b"/>
              <a:pathLst>
                <a:path w="1270" h="544">
                  <a:moveTo>
                    <a:pt x="0" y="0"/>
                  </a:moveTo>
                  <a:cubicBezTo>
                    <a:pt x="143" y="113"/>
                    <a:pt x="287" y="226"/>
                    <a:pt x="499" y="317"/>
                  </a:cubicBezTo>
                  <a:cubicBezTo>
                    <a:pt x="711" y="408"/>
                    <a:pt x="990" y="476"/>
                    <a:pt x="1270" y="544"/>
                  </a:cubicBezTo>
                </a:path>
              </a:pathLst>
            </a:custGeom>
            <a:noFill/>
            <a:ln w="254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67" name="Rectangle 313"/>
            <p:cNvSpPr>
              <a:spLocks noChangeArrowheads="1"/>
            </p:cNvSpPr>
            <p:nvPr/>
          </p:nvSpPr>
          <p:spPr bwMode="auto">
            <a:xfrm>
              <a:off x="9952707" y="3345949"/>
              <a:ext cx="240111" cy="272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30000"/>
                </a:spcBef>
                <a:spcAft>
                  <a:spcPct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t</a:t>
              </a:r>
            </a:p>
          </p:txBody>
        </p:sp>
        <p:sp>
          <p:nvSpPr>
            <p:cNvPr id="78" name="Freeform 316"/>
            <p:cNvSpPr>
              <a:spLocks/>
            </p:cNvSpPr>
            <p:nvPr/>
          </p:nvSpPr>
          <p:spPr bwMode="auto">
            <a:xfrm>
              <a:off x="8883977" y="2641488"/>
              <a:ext cx="1129935" cy="332619"/>
            </a:xfrm>
            <a:custGeom>
              <a:avLst/>
              <a:gdLst>
                <a:gd name="T0" fmla="*/ 0 w 1270"/>
                <a:gd name="T1" fmla="*/ 0 h 544"/>
                <a:gd name="T2" fmla="*/ 499 w 1270"/>
                <a:gd name="T3" fmla="*/ 317 h 544"/>
                <a:gd name="T4" fmla="*/ 1270 w 1270"/>
                <a:gd name="T5" fmla="*/ 544 h 544"/>
              </a:gdLst>
              <a:ahLst/>
              <a:cxnLst>
                <a:cxn ang="0">
                  <a:pos x="T0" y="T1"/>
                </a:cxn>
                <a:cxn ang="0">
                  <a:pos x="T2" y="T3"/>
                </a:cxn>
                <a:cxn ang="0">
                  <a:pos x="T4" y="T5"/>
                </a:cxn>
              </a:cxnLst>
              <a:rect l="0" t="0" r="r" b="b"/>
              <a:pathLst>
                <a:path w="1270" h="544">
                  <a:moveTo>
                    <a:pt x="0" y="0"/>
                  </a:moveTo>
                  <a:cubicBezTo>
                    <a:pt x="143" y="113"/>
                    <a:pt x="287" y="226"/>
                    <a:pt x="499" y="317"/>
                  </a:cubicBezTo>
                  <a:cubicBezTo>
                    <a:pt x="711" y="408"/>
                    <a:pt x="990" y="476"/>
                    <a:pt x="1270" y="544"/>
                  </a:cubicBezTo>
                </a:path>
              </a:pathLst>
            </a:cu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79" name="Line 317"/>
            <p:cNvSpPr>
              <a:spLocks noChangeShapeType="1"/>
            </p:cNvSpPr>
            <p:nvPr/>
          </p:nvSpPr>
          <p:spPr bwMode="auto">
            <a:xfrm>
              <a:off x="8854160" y="2639919"/>
              <a:ext cx="958600"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81" name="Line 319"/>
            <p:cNvSpPr>
              <a:spLocks noChangeShapeType="1"/>
            </p:cNvSpPr>
            <p:nvPr/>
          </p:nvSpPr>
          <p:spPr bwMode="auto">
            <a:xfrm flipH="1">
              <a:off x="9074011" y="2308869"/>
              <a:ext cx="277776" cy="437739"/>
            </a:xfrm>
            <a:prstGeom prst="line">
              <a:avLst/>
            </a:prstGeom>
            <a:noFill/>
            <a:ln w="127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94" name="AutoShape 332"/>
            <p:cNvSpPr>
              <a:spLocks noChangeArrowheads="1"/>
            </p:cNvSpPr>
            <p:nvPr/>
          </p:nvSpPr>
          <p:spPr bwMode="auto">
            <a:xfrm rot="5400000">
              <a:off x="9728780" y="2629125"/>
              <a:ext cx="230634" cy="31073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kumimoji="1" lang="ja-JP" altLang="en-US" sz="1900">
                <a:solidFill>
                  <a:srgbClr val="000000"/>
                </a:solidFill>
                <a:latin typeface="Meiryo UI" panose="020B0604030504040204" pitchFamily="50" charset="-128"/>
                <a:ea typeface="Meiryo UI" panose="020B0604030504040204" pitchFamily="50" charset="-128"/>
              </a:endParaRPr>
            </a:p>
          </p:txBody>
        </p:sp>
        <p:sp>
          <p:nvSpPr>
            <p:cNvPr id="95" name="AutoShape 333"/>
            <p:cNvSpPr>
              <a:spLocks noChangeArrowheads="1"/>
            </p:cNvSpPr>
            <p:nvPr/>
          </p:nvSpPr>
          <p:spPr bwMode="auto">
            <a:xfrm rot="16200000" flipV="1">
              <a:off x="9725602" y="2925986"/>
              <a:ext cx="230637" cy="31073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kumimoji="1" lang="ja-JP" altLang="en-US" sz="1900">
                <a:solidFill>
                  <a:srgbClr val="000000"/>
                </a:solidFill>
                <a:latin typeface="Meiryo UI" panose="020B0604030504040204" pitchFamily="50" charset="-128"/>
                <a:ea typeface="Meiryo UI" panose="020B0604030504040204" pitchFamily="50" charset="-128"/>
              </a:endParaRPr>
            </a:p>
          </p:txBody>
        </p:sp>
        <p:sp>
          <p:nvSpPr>
            <p:cNvPr id="122" name="Rectangle 49"/>
            <p:cNvSpPr>
              <a:spLocks noChangeArrowheads="1"/>
            </p:cNvSpPr>
            <p:nvPr/>
          </p:nvSpPr>
          <p:spPr bwMode="auto">
            <a:xfrm rot="16200000">
              <a:off x="8462594" y="2826807"/>
              <a:ext cx="5389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30000"/>
                </a:spcBef>
                <a:spcAft>
                  <a:spcPct val="0"/>
                </a:spcAft>
                <a:buClrTx/>
                <a:buSzTx/>
                <a:buFontTx/>
                <a:buNone/>
                <a:tabLst/>
                <a:defRPr/>
              </a:pPr>
              <a:r>
                <a:rPr kumimoji="1" lang="en-US" altLang="ja-JP" sz="1200" b="0"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rPr>
                <a:t>L/</a:t>
              </a:r>
              <a:r>
                <a:rPr kumimoji="1" lang="en-US" altLang="ja-JP" sz="1200" b="0" i="0" u="none" strike="noStrike" kern="0" cap="none" spc="0" normalizeH="0" baseline="0" noProof="0" dirty="0" err="1" smtClean="0">
                  <a:ln>
                    <a:noFill/>
                  </a:ln>
                  <a:solidFill>
                    <a:srgbClr val="000000"/>
                  </a:solidFill>
                  <a:effectLst/>
                  <a:uLnTx/>
                  <a:uFillTx/>
                  <a:latin typeface="Meiryo UI" panose="020B0604030504040204" pitchFamily="50" charset="-128"/>
                  <a:ea typeface="Meiryo UI" panose="020B0604030504040204" pitchFamily="50" charset="-128"/>
                </a:rPr>
                <a:t>L</a:t>
              </a:r>
              <a:r>
                <a:rPr kumimoji="1" lang="en-US" altLang="ja-JP" sz="1200" b="0" i="0" u="none" strike="noStrike" kern="0" cap="none" spc="0" normalizeH="0" baseline="-25000" noProof="0" dirty="0" err="1" smtClean="0">
                  <a:ln>
                    <a:noFill/>
                  </a:ln>
                  <a:solidFill>
                    <a:srgbClr val="000000"/>
                  </a:solidFill>
                  <a:effectLst/>
                  <a:uLnTx/>
                  <a:uFillTx/>
                  <a:latin typeface="Meiryo UI" panose="020B0604030504040204" pitchFamily="50" charset="-128"/>
                  <a:ea typeface="Meiryo UI" panose="020B0604030504040204" pitchFamily="50" charset="-128"/>
                </a:rPr>
                <a:t>ini</a:t>
              </a:r>
              <a:endParaRPr kumimoji="1" lang="en-US" altLang="ja-JP" sz="1200" b="0" i="0" u="none" strike="noStrike" kern="0" cap="none" spc="0" normalizeH="0" baseline="-2500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124" name="Rectangle 53"/>
            <p:cNvSpPr>
              <a:spLocks noChangeArrowheads="1"/>
            </p:cNvSpPr>
            <p:nvPr/>
          </p:nvSpPr>
          <p:spPr bwMode="auto">
            <a:xfrm>
              <a:off x="8859770" y="2313576"/>
              <a:ext cx="1415772"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r" defTabSz="914400" eaLnBrk="1" fontAlgn="base" latinLnBrk="0" hangingPunct="1">
                <a:lnSpc>
                  <a:spcPct val="100000"/>
                </a:lnSpc>
                <a:spcBef>
                  <a:spcPct val="30000"/>
                </a:spcBef>
                <a:spcAft>
                  <a:spcPct val="0"/>
                </a:spcAft>
                <a:buClrTx/>
                <a:buSzTx/>
                <a:buFontTx/>
                <a:buNone/>
                <a:tabLst/>
                <a:defRPr/>
              </a:pPr>
              <a:r>
                <a:rPr kumimoji="1" lang="en-US" altLang="ja-JP" sz="1050" kern="0" dirty="0" smtClean="0">
                  <a:solidFill>
                    <a:srgbClr val="000000"/>
                  </a:solidFill>
                  <a:latin typeface="Meiryo UI" panose="020B0604030504040204" pitchFamily="50" charset="-128"/>
                  <a:ea typeface="Meiryo UI" panose="020B0604030504040204" pitchFamily="50" charset="-128"/>
                </a:rPr>
                <a:t>degradation</a:t>
              </a:r>
              <a:r>
                <a:rPr kumimoji="1" lang="en-US" altLang="ja-JP" sz="1050" b="0"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rPr>
                <a:t>:</a:t>
              </a:r>
              <a:r>
                <a:rPr kumimoji="1" lang="en-US" altLang="ja-JP" sz="1050" b="0" i="0" u="none" strike="noStrike" kern="0" cap="none" spc="0" normalizeH="0" noProof="0" dirty="0" smtClean="0">
                  <a:ln>
                    <a:noFill/>
                  </a:ln>
                  <a:solidFill>
                    <a:srgbClr val="000000"/>
                  </a:solidFill>
                  <a:effectLst/>
                  <a:uLnTx/>
                  <a:uFillTx/>
                  <a:latin typeface="Meiryo UI" panose="020B0604030504040204" pitchFamily="50" charset="-128"/>
                  <a:ea typeface="Meiryo UI" panose="020B0604030504040204" pitchFamily="50" charset="-128"/>
                </a:rPr>
                <a:t>  </a:t>
              </a:r>
              <a:r>
                <a:rPr kumimoji="1" lang="en-US" altLang="ja-JP" sz="1050" b="0"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rPr>
                <a:t>small</a:t>
              </a:r>
              <a:endPar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126" name="Rectangle 299"/>
            <p:cNvSpPr>
              <a:spLocks noChangeArrowheads="1"/>
            </p:cNvSpPr>
            <p:nvPr/>
          </p:nvSpPr>
          <p:spPr bwMode="auto">
            <a:xfrm>
              <a:off x="8655290" y="1949730"/>
              <a:ext cx="1538469" cy="40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1" fontAlgn="base" latinLnBrk="0" hangingPunct="1">
                <a:lnSpc>
                  <a:spcPct val="100000"/>
                </a:lnSpc>
                <a:spcBef>
                  <a:spcPct val="30000"/>
                </a:spcBef>
                <a:spcAft>
                  <a:spcPct val="0"/>
                </a:spcAft>
                <a:buClrTx/>
                <a:buSzTx/>
                <a:buFontTx/>
                <a:buNone/>
                <a:tabLst/>
                <a:defRPr/>
              </a:pPr>
              <a:r>
                <a:rPr kumimoji="1" lang="en-US" altLang="ja-JP" sz="1050" kern="0" dirty="0" smtClean="0">
                  <a:solidFill>
                    <a:srgbClr val="FF0000"/>
                  </a:solidFill>
                  <a:latin typeface="Meiryo UI" panose="020B0604030504040204" pitchFamily="50" charset="-128"/>
                  <a:ea typeface="Meiryo UI" panose="020B0604030504040204" pitchFamily="50" charset="-128"/>
                </a:rPr>
                <a:t>Target curve                   </a:t>
              </a:r>
              <a:r>
                <a:rPr kumimoji="1" lang="en-US" altLang="ja-JP" sz="1000" kern="0" dirty="0" smtClean="0">
                  <a:solidFill>
                    <a:srgbClr val="FF0000"/>
                  </a:solidFill>
                  <a:latin typeface="Meiryo UI" panose="020B0604030504040204" pitchFamily="50" charset="-128"/>
                  <a:ea typeface="Meiryo UI" panose="020B0604030504040204" pitchFamily="50" charset="-128"/>
                </a:rPr>
                <a:t>(after compensation)</a:t>
              </a:r>
              <a:endParaRPr kumimoji="1" lang="ja-JP" altLang="en-US" sz="105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endParaRPr>
            </a:p>
          </p:txBody>
        </p:sp>
        <p:sp>
          <p:nvSpPr>
            <p:cNvPr id="128" name="Rectangle 52"/>
            <p:cNvSpPr>
              <a:spLocks noChangeArrowheads="1"/>
            </p:cNvSpPr>
            <p:nvPr/>
          </p:nvSpPr>
          <p:spPr bwMode="auto">
            <a:xfrm>
              <a:off x="8789480" y="3190590"/>
              <a:ext cx="1454244"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30000"/>
                </a:spcBef>
                <a:spcAft>
                  <a:spcPct val="0"/>
                </a:spcAft>
                <a:buClrTx/>
                <a:buSzTx/>
                <a:buFontTx/>
                <a:buNone/>
                <a:tabLst/>
                <a:defRPr/>
              </a:pPr>
              <a:r>
                <a:rPr kumimoji="1" lang="en-US" altLang="ja-JP" sz="1050" b="0" i="0" u="none" strike="noStrike" kern="0" cap="none" spc="0" normalizeH="0" baseline="0" noProof="0" dirty="0" smtClean="0">
                  <a:ln>
                    <a:noFill/>
                  </a:ln>
                  <a:solidFill>
                    <a:srgbClr val="0000FF"/>
                  </a:solidFill>
                  <a:effectLst/>
                  <a:uLnTx/>
                  <a:uFillTx/>
                  <a:latin typeface="Meiryo UI" panose="020B0604030504040204" pitchFamily="50" charset="-128"/>
                  <a:ea typeface="Meiryo UI" panose="020B0604030504040204" pitchFamily="50" charset="-128"/>
                </a:rPr>
                <a:t>degradation: large</a:t>
              </a:r>
              <a:endParaRPr kumimoji="1" lang="ja-JP" altLang="en-US" sz="1050" b="0" i="0" u="none" strike="noStrike" kern="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endParaRPr>
            </a:p>
          </p:txBody>
        </p:sp>
      </p:grpSp>
      <p:grpSp>
        <p:nvGrpSpPr>
          <p:cNvPr id="9" name="Group 8"/>
          <p:cNvGrpSpPr/>
          <p:nvPr/>
        </p:nvGrpSpPr>
        <p:grpSpPr>
          <a:xfrm>
            <a:off x="10208859" y="2013230"/>
            <a:ext cx="1667228" cy="1669217"/>
            <a:chOff x="10221559" y="1949730"/>
            <a:chExt cx="1667228" cy="1669217"/>
          </a:xfrm>
        </p:grpSpPr>
        <p:sp>
          <p:nvSpPr>
            <p:cNvPr id="61" name="AutoShape 306"/>
            <p:cNvSpPr>
              <a:spLocks noChangeArrowheads="1"/>
            </p:cNvSpPr>
            <p:nvPr/>
          </p:nvSpPr>
          <p:spPr bwMode="auto">
            <a:xfrm rot="5400000">
              <a:off x="11235217" y="2706813"/>
              <a:ext cx="348308" cy="31073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kumimoji="1" lang="ja-JP" altLang="en-US" sz="1900">
                <a:solidFill>
                  <a:srgbClr val="000000"/>
                </a:solidFill>
                <a:latin typeface="Meiryo UI" panose="020B0604030504040204" pitchFamily="50" charset="-128"/>
                <a:ea typeface="Meiryo UI" panose="020B0604030504040204" pitchFamily="50" charset="-128"/>
              </a:endParaRPr>
            </a:p>
          </p:txBody>
        </p:sp>
        <p:sp>
          <p:nvSpPr>
            <p:cNvPr id="83" name="Line 321"/>
            <p:cNvSpPr>
              <a:spLocks noChangeShapeType="1"/>
            </p:cNvSpPr>
            <p:nvPr/>
          </p:nvSpPr>
          <p:spPr bwMode="auto">
            <a:xfrm>
              <a:off x="10335432" y="3455776"/>
              <a:ext cx="1299424" cy="0"/>
            </a:xfrm>
            <a:prstGeom prst="line">
              <a:avLst/>
            </a:prstGeom>
            <a:noFill/>
            <a:ln w="19050">
              <a:solidFill>
                <a:schemeClr val="tx1">
                  <a:lumMod val="65000"/>
                  <a:lumOff val="3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84" name="Line 322"/>
            <p:cNvSpPr>
              <a:spLocks noChangeShapeType="1"/>
            </p:cNvSpPr>
            <p:nvPr/>
          </p:nvSpPr>
          <p:spPr bwMode="auto">
            <a:xfrm flipV="1">
              <a:off x="10484521" y="2379472"/>
              <a:ext cx="0" cy="1225354"/>
            </a:xfrm>
            <a:prstGeom prst="line">
              <a:avLst/>
            </a:prstGeom>
            <a:noFill/>
            <a:ln w="19050">
              <a:solidFill>
                <a:schemeClr val="tx1">
                  <a:lumMod val="65000"/>
                  <a:lumOff val="3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85" name="Freeform 323"/>
            <p:cNvSpPr>
              <a:spLocks/>
            </p:cNvSpPr>
            <p:nvPr/>
          </p:nvSpPr>
          <p:spPr bwMode="auto">
            <a:xfrm>
              <a:off x="10484521" y="2639919"/>
              <a:ext cx="1148766" cy="615030"/>
            </a:xfrm>
            <a:custGeom>
              <a:avLst/>
              <a:gdLst>
                <a:gd name="T0" fmla="*/ 0 w 1270"/>
                <a:gd name="T1" fmla="*/ 0 h 544"/>
                <a:gd name="T2" fmla="*/ 499 w 1270"/>
                <a:gd name="T3" fmla="*/ 317 h 544"/>
                <a:gd name="T4" fmla="*/ 1270 w 1270"/>
                <a:gd name="T5" fmla="*/ 544 h 544"/>
              </a:gdLst>
              <a:ahLst/>
              <a:cxnLst>
                <a:cxn ang="0">
                  <a:pos x="T0" y="T1"/>
                </a:cxn>
                <a:cxn ang="0">
                  <a:pos x="T2" y="T3"/>
                </a:cxn>
                <a:cxn ang="0">
                  <a:pos x="T4" y="T5"/>
                </a:cxn>
              </a:cxnLst>
              <a:rect l="0" t="0" r="r" b="b"/>
              <a:pathLst>
                <a:path w="1270" h="544">
                  <a:moveTo>
                    <a:pt x="0" y="0"/>
                  </a:moveTo>
                  <a:cubicBezTo>
                    <a:pt x="143" y="113"/>
                    <a:pt x="287" y="226"/>
                    <a:pt x="499" y="317"/>
                  </a:cubicBezTo>
                  <a:cubicBezTo>
                    <a:pt x="711" y="408"/>
                    <a:pt x="990" y="476"/>
                    <a:pt x="1270" y="544"/>
                  </a:cubicBezTo>
                </a:path>
              </a:pathLst>
            </a:custGeom>
            <a:noFill/>
            <a:ln w="254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87" name="Rectangle 325"/>
            <p:cNvSpPr>
              <a:spLocks noChangeArrowheads="1"/>
            </p:cNvSpPr>
            <p:nvPr/>
          </p:nvSpPr>
          <p:spPr bwMode="auto">
            <a:xfrm>
              <a:off x="11583068" y="3345949"/>
              <a:ext cx="240111" cy="272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30000"/>
                </a:spcBef>
                <a:spcAft>
                  <a:spcPct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t</a:t>
              </a:r>
            </a:p>
          </p:txBody>
        </p:sp>
        <p:sp>
          <p:nvSpPr>
            <p:cNvPr id="90" name="Freeform 328"/>
            <p:cNvSpPr>
              <a:spLocks/>
            </p:cNvSpPr>
            <p:nvPr/>
          </p:nvSpPr>
          <p:spPr bwMode="auto">
            <a:xfrm>
              <a:off x="10514339" y="2641488"/>
              <a:ext cx="1129934" cy="558548"/>
            </a:xfrm>
            <a:custGeom>
              <a:avLst/>
              <a:gdLst>
                <a:gd name="T0" fmla="*/ 0 w 1270"/>
                <a:gd name="T1" fmla="*/ 0 h 544"/>
                <a:gd name="T2" fmla="*/ 499 w 1270"/>
                <a:gd name="T3" fmla="*/ 317 h 544"/>
                <a:gd name="T4" fmla="*/ 1270 w 1270"/>
                <a:gd name="T5" fmla="*/ 544 h 544"/>
              </a:gdLst>
              <a:ahLst/>
              <a:cxnLst>
                <a:cxn ang="0">
                  <a:pos x="T0" y="T1"/>
                </a:cxn>
                <a:cxn ang="0">
                  <a:pos x="T2" y="T3"/>
                </a:cxn>
                <a:cxn ang="0">
                  <a:pos x="T4" y="T5"/>
                </a:cxn>
              </a:cxnLst>
              <a:rect l="0" t="0" r="r" b="b"/>
              <a:pathLst>
                <a:path w="1270" h="544">
                  <a:moveTo>
                    <a:pt x="0" y="0"/>
                  </a:moveTo>
                  <a:cubicBezTo>
                    <a:pt x="143" y="113"/>
                    <a:pt x="287" y="226"/>
                    <a:pt x="499" y="317"/>
                  </a:cubicBezTo>
                  <a:cubicBezTo>
                    <a:pt x="711" y="408"/>
                    <a:pt x="990" y="476"/>
                    <a:pt x="1270" y="544"/>
                  </a:cubicBezTo>
                </a:path>
              </a:pathLst>
            </a:cu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91" name="Line 329"/>
            <p:cNvSpPr>
              <a:spLocks noChangeShapeType="1"/>
            </p:cNvSpPr>
            <p:nvPr/>
          </p:nvSpPr>
          <p:spPr bwMode="auto">
            <a:xfrm>
              <a:off x="10484521" y="2639919"/>
              <a:ext cx="924850"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93" name="Line 331"/>
            <p:cNvSpPr>
              <a:spLocks noChangeShapeType="1"/>
            </p:cNvSpPr>
            <p:nvPr/>
          </p:nvSpPr>
          <p:spPr bwMode="auto">
            <a:xfrm flipH="1">
              <a:off x="10671416" y="2308869"/>
              <a:ext cx="310732" cy="489514"/>
            </a:xfrm>
            <a:prstGeom prst="line">
              <a:avLst/>
            </a:prstGeom>
            <a:noFill/>
            <a:ln w="127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123" name="Rectangle 49"/>
            <p:cNvSpPr>
              <a:spLocks noChangeArrowheads="1"/>
            </p:cNvSpPr>
            <p:nvPr/>
          </p:nvSpPr>
          <p:spPr bwMode="auto">
            <a:xfrm rot="16200000">
              <a:off x="10090594" y="2821276"/>
              <a:ext cx="5389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30000"/>
                </a:spcBef>
                <a:spcAft>
                  <a:spcPct val="0"/>
                </a:spcAft>
                <a:buClrTx/>
                <a:buSzTx/>
                <a:buFontTx/>
                <a:buNone/>
                <a:tabLst/>
                <a:defRPr/>
              </a:pPr>
              <a:r>
                <a:rPr kumimoji="1" lang="en-US" altLang="ja-JP" sz="1200" b="0"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rPr>
                <a:t>L/</a:t>
              </a:r>
              <a:r>
                <a:rPr kumimoji="1" lang="en-US" altLang="ja-JP" sz="1200" b="0" i="0" u="none" strike="noStrike" kern="0" cap="none" spc="0" normalizeH="0" baseline="0" noProof="0" dirty="0" err="1" smtClean="0">
                  <a:ln>
                    <a:noFill/>
                  </a:ln>
                  <a:solidFill>
                    <a:srgbClr val="000000"/>
                  </a:solidFill>
                  <a:effectLst/>
                  <a:uLnTx/>
                  <a:uFillTx/>
                  <a:latin typeface="Meiryo UI" panose="020B0604030504040204" pitchFamily="50" charset="-128"/>
                  <a:ea typeface="Meiryo UI" panose="020B0604030504040204" pitchFamily="50" charset="-128"/>
                </a:rPr>
                <a:t>L</a:t>
              </a:r>
              <a:r>
                <a:rPr kumimoji="1" lang="en-US" altLang="ja-JP" sz="1200" b="0" i="0" u="none" strike="noStrike" kern="0" cap="none" spc="0" normalizeH="0" baseline="-25000" noProof="0" dirty="0" err="1" smtClean="0">
                  <a:ln>
                    <a:noFill/>
                  </a:ln>
                  <a:solidFill>
                    <a:srgbClr val="000000"/>
                  </a:solidFill>
                  <a:effectLst/>
                  <a:uLnTx/>
                  <a:uFillTx/>
                  <a:latin typeface="Meiryo UI" panose="020B0604030504040204" pitchFamily="50" charset="-128"/>
                  <a:ea typeface="Meiryo UI" panose="020B0604030504040204" pitchFamily="50" charset="-128"/>
                </a:rPr>
                <a:t>ini</a:t>
              </a:r>
              <a:endParaRPr kumimoji="1" lang="en-US" altLang="ja-JP" sz="1200" b="0" i="0" u="none" strike="noStrike" kern="0" cap="none" spc="0" normalizeH="0" baseline="-2500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125" name="Rectangle 53"/>
            <p:cNvSpPr>
              <a:spLocks noChangeArrowheads="1"/>
            </p:cNvSpPr>
            <p:nvPr/>
          </p:nvSpPr>
          <p:spPr bwMode="auto">
            <a:xfrm>
              <a:off x="10473015" y="2313576"/>
              <a:ext cx="1415772"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r" defTabSz="914400" eaLnBrk="1" fontAlgn="base" latinLnBrk="0" hangingPunct="1">
                <a:lnSpc>
                  <a:spcPct val="100000"/>
                </a:lnSpc>
                <a:spcBef>
                  <a:spcPct val="30000"/>
                </a:spcBef>
                <a:spcAft>
                  <a:spcPct val="0"/>
                </a:spcAft>
                <a:buClrTx/>
                <a:buSzTx/>
                <a:buFontTx/>
                <a:buNone/>
                <a:tabLst/>
                <a:defRPr/>
              </a:pPr>
              <a:r>
                <a:rPr kumimoji="1" lang="en-US" altLang="ja-JP" sz="1050" kern="0" dirty="0" smtClean="0">
                  <a:solidFill>
                    <a:srgbClr val="000000"/>
                  </a:solidFill>
                  <a:latin typeface="Meiryo UI" panose="020B0604030504040204" pitchFamily="50" charset="-128"/>
                  <a:ea typeface="Meiryo UI" panose="020B0604030504040204" pitchFamily="50" charset="-128"/>
                </a:rPr>
                <a:t>degradation</a:t>
              </a:r>
              <a:r>
                <a:rPr kumimoji="1" lang="en-US" altLang="ja-JP" sz="1050" b="0"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rPr>
                <a:t>:</a:t>
              </a:r>
              <a:r>
                <a:rPr kumimoji="1" lang="en-US" altLang="ja-JP" sz="1050" b="0" i="0" u="none" strike="noStrike" kern="0" cap="none" spc="0" normalizeH="0" noProof="0" dirty="0" smtClean="0">
                  <a:ln>
                    <a:noFill/>
                  </a:ln>
                  <a:solidFill>
                    <a:srgbClr val="000000"/>
                  </a:solidFill>
                  <a:effectLst/>
                  <a:uLnTx/>
                  <a:uFillTx/>
                  <a:latin typeface="Meiryo UI" panose="020B0604030504040204" pitchFamily="50" charset="-128"/>
                  <a:ea typeface="Meiryo UI" panose="020B0604030504040204" pitchFamily="50" charset="-128"/>
                </a:rPr>
                <a:t>  </a:t>
              </a:r>
              <a:r>
                <a:rPr kumimoji="1" lang="en-US" altLang="ja-JP" sz="1050" b="0"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rPr>
                <a:t>small</a:t>
              </a:r>
              <a:endPar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127" name="Rectangle 299"/>
            <p:cNvSpPr>
              <a:spLocks noChangeArrowheads="1"/>
            </p:cNvSpPr>
            <p:nvPr/>
          </p:nvSpPr>
          <p:spPr bwMode="auto">
            <a:xfrm>
              <a:off x="10346159" y="1949730"/>
              <a:ext cx="1538469" cy="40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1" fontAlgn="base" latinLnBrk="0" hangingPunct="1">
                <a:lnSpc>
                  <a:spcPct val="100000"/>
                </a:lnSpc>
                <a:spcBef>
                  <a:spcPct val="30000"/>
                </a:spcBef>
                <a:spcAft>
                  <a:spcPct val="0"/>
                </a:spcAft>
                <a:buClrTx/>
                <a:buSzTx/>
                <a:buFontTx/>
                <a:buNone/>
                <a:tabLst/>
                <a:defRPr/>
              </a:pPr>
              <a:r>
                <a:rPr kumimoji="1" lang="en-US" altLang="ja-JP" sz="1050" kern="0" dirty="0" smtClean="0">
                  <a:solidFill>
                    <a:srgbClr val="FF0000"/>
                  </a:solidFill>
                  <a:latin typeface="Meiryo UI" panose="020B0604030504040204" pitchFamily="50" charset="-128"/>
                  <a:ea typeface="Meiryo UI" panose="020B0604030504040204" pitchFamily="50" charset="-128"/>
                </a:rPr>
                <a:t>Target curve                   </a:t>
              </a:r>
              <a:r>
                <a:rPr kumimoji="1" lang="en-US" altLang="ja-JP" sz="1000" kern="0" dirty="0" smtClean="0">
                  <a:solidFill>
                    <a:srgbClr val="FF0000"/>
                  </a:solidFill>
                  <a:latin typeface="Meiryo UI" panose="020B0604030504040204" pitchFamily="50" charset="-128"/>
                  <a:ea typeface="Meiryo UI" panose="020B0604030504040204" pitchFamily="50" charset="-128"/>
                </a:rPr>
                <a:t>(after compensation)</a:t>
              </a:r>
              <a:endParaRPr kumimoji="1" lang="ja-JP" altLang="en-US" sz="105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endParaRPr>
            </a:p>
          </p:txBody>
        </p:sp>
        <p:sp>
          <p:nvSpPr>
            <p:cNvPr id="129" name="Rectangle 52"/>
            <p:cNvSpPr>
              <a:spLocks noChangeArrowheads="1"/>
            </p:cNvSpPr>
            <p:nvPr/>
          </p:nvSpPr>
          <p:spPr bwMode="auto">
            <a:xfrm>
              <a:off x="10424881" y="3190590"/>
              <a:ext cx="1454244"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30000"/>
                </a:spcBef>
                <a:spcAft>
                  <a:spcPct val="0"/>
                </a:spcAft>
                <a:buClrTx/>
                <a:buSzTx/>
                <a:buFontTx/>
                <a:buNone/>
                <a:tabLst/>
                <a:defRPr/>
              </a:pPr>
              <a:r>
                <a:rPr kumimoji="1" lang="en-US" altLang="ja-JP" sz="1050" b="0" i="0" u="none" strike="noStrike" kern="0" cap="none" spc="0" normalizeH="0" baseline="0" noProof="0" dirty="0" smtClean="0">
                  <a:ln>
                    <a:noFill/>
                  </a:ln>
                  <a:solidFill>
                    <a:srgbClr val="0000FF"/>
                  </a:solidFill>
                  <a:effectLst/>
                  <a:uLnTx/>
                  <a:uFillTx/>
                  <a:latin typeface="Meiryo UI" panose="020B0604030504040204" pitchFamily="50" charset="-128"/>
                  <a:ea typeface="Meiryo UI" panose="020B0604030504040204" pitchFamily="50" charset="-128"/>
                </a:rPr>
                <a:t>degradation: large</a:t>
              </a:r>
              <a:endParaRPr kumimoji="1" lang="ja-JP" altLang="en-US" sz="1050" b="0" i="0" u="none" strike="noStrike" kern="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endParaRPr>
            </a:p>
          </p:txBody>
        </p:sp>
      </p:grpSp>
      <p:grpSp>
        <p:nvGrpSpPr>
          <p:cNvPr id="97" name="Group 412"/>
          <p:cNvGrpSpPr>
            <a:grpSpLocks/>
          </p:cNvGrpSpPr>
          <p:nvPr/>
        </p:nvGrpSpPr>
        <p:grpSpPr bwMode="auto">
          <a:xfrm>
            <a:off x="8121803" y="3788505"/>
            <a:ext cx="2479115" cy="224981"/>
            <a:chOff x="1266" y="2502"/>
            <a:chExt cx="2191" cy="174"/>
          </a:xfrm>
          <a:gradFill>
            <a:gsLst>
              <a:gs pos="1442">
                <a:schemeClr val="tx2">
                  <a:lumMod val="60000"/>
                  <a:lumOff val="40000"/>
                  <a:alpha val="49000"/>
                </a:schemeClr>
              </a:gs>
              <a:gs pos="52000">
                <a:srgbClr val="FFFFFF"/>
              </a:gs>
              <a:gs pos="100000">
                <a:srgbClr val="0000FF">
                  <a:alpha val="49000"/>
                </a:srgbClr>
              </a:gs>
            </a:gsLst>
            <a:lin ang="0" scaled="1"/>
          </a:gradFill>
        </p:grpSpPr>
        <p:sp>
          <p:nvSpPr>
            <p:cNvPr id="98" name="AutoShape 340"/>
            <p:cNvSpPr>
              <a:spLocks noChangeArrowheads="1"/>
            </p:cNvSpPr>
            <p:nvPr/>
          </p:nvSpPr>
          <p:spPr bwMode="auto">
            <a:xfrm flipH="1">
              <a:off x="1266" y="2502"/>
              <a:ext cx="1230" cy="174"/>
            </a:xfrm>
            <a:custGeom>
              <a:avLst/>
              <a:gdLst>
                <a:gd name="G0" fmla="+- 17196 0 0"/>
                <a:gd name="G1" fmla="+- 5462 0 0"/>
                <a:gd name="G2" fmla="+- 21600 0 5462"/>
                <a:gd name="G3" fmla="+- 10800 0 5462"/>
                <a:gd name="G4" fmla="+- 21600 0 17196"/>
                <a:gd name="G5" fmla="*/ G4 G3 10800"/>
                <a:gd name="G6" fmla="+- 21600 0 G5"/>
                <a:gd name="T0" fmla="*/ 17196 w 21600"/>
                <a:gd name="T1" fmla="*/ 0 h 21600"/>
                <a:gd name="T2" fmla="*/ 0 w 21600"/>
                <a:gd name="T3" fmla="*/ 10800 h 21600"/>
                <a:gd name="T4" fmla="*/ 17196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7196" y="0"/>
                  </a:moveTo>
                  <a:lnTo>
                    <a:pt x="17196" y="5462"/>
                  </a:lnTo>
                  <a:lnTo>
                    <a:pt x="3375" y="5462"/>
                  </a:lnTo>
                  <a:lnTo>
                    <a:pt x="3375" y="16138"/>
                  </a:lnTo>
                  <a:lnTo>
                    <a:pt x="17196" y="16138"/>
                  </a:lnTo>
                  <a:lnTo>
                    <a:pt x="17196" y="21600"/>
                  </a:lnTo>
                  <a:lnTo>
                    <a:pt x="21600" y="10800"/>
                  </a:lnTo>
                  <a:close/>
                </a:path>
                <a:path w="21600" h="21600">
                  <a:moveTo>
                    <a:pt x="1350" y="5462"/>
                  </a:moveTo>
                  <a:lnTo>
                    <a:pt x="1350" y="16138"/>
                  </a:lnTo>
                  <a:lnTo>
                    <a:pt x="2700" y="16138"/>
                  </a:lnTo>
                  <a:lnTo>
                    <a:pt x="2700" y="5462"/>
                  </a:lnTo>
                  <a:close/>
                </a:path>
                <a:path w="21600" h="21600">
                  <a:moveTo>
                    <a:pt x="0" y="5462"/>
                  </a:moveTo>
                  <a:lnTo>
                    <a:pt x="0" y="16138"/>
                  </a:lnTo>
                  <a:lnTo>
                    <a:pt x="675" y="16138"/>
                  </a:lnTo>
                  <a:lnTo>
                    <a:pt x="675" y="5462"/>
                  </a:lnTo>
                  <a:close/>
                </a:path>
              </a:pathLst>
            </a:custGeom>
            <a:grp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99" name="AutoShape 341"/>
            <p:cNvSpPr>
              <a:spLocks noChangeArrowheads="1"/>
            </p:cNvSpPr>
            <p:nvPr/>
          </p:nvSpPr>
          <p:spPr bwMode="auto">
            <a:xfrm flipV="1">
              <a:off x="2227" y="2502"/>
              <a:ext cx="1230" cy="174"/>
            </a:xfrm>
            <a:custGeom>
              <a:avLst/>
              <a:gdLst>
                <a:gd name="G0" fmla="+- 17196 0 0"/>
                <a:gd name="G1" fmla="+- 5462 0 0"/>
                <a:gd name="G2" fmla="+- 21600 0 5462"/>
                <a:gd name="G3" fmla="+- 10800 0 5462"/>
                <a:gd name="G4" fmla="+- 21600 0 17196"/>
                <a:gd name="G5" fmla="*/ G4 G3 10800"/>
                <a:gd name="G6" fmla="+- 21600 0 G5"/>
                <a:gd name="T0" fmla="*/ 17196 w 21600"/>
                <a:gd name="T1" fmla="*/ 0 h 21600"/>
                <a:gd name="T2" fmla="*/ 0 w 21600"/>
                <a:gd name="T3" fmla="*/ 10800 h 21600"/>
                <a:gd name="T4" fmla="*/ 17196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7196" y="0"/>
                  </a:moveTo>
                  <a:lnTo>
                    <a:pt x="17196" y="5462"/>
                  </a:lnTo>
                  <a:lnTo>
                    <a:pt x="3375" y="5462"/>
                  </a:lnTo>
                  <a:lnTo>
                    <a:pt x="3375" y="16138"/>
                  </a:lnTo>
                  <a:lnTo>
                    <a:pt x="17196" y="16138"/>
                  </a:lnTo>
                  <a:lnTo>
                    <a:pt x="17196" y="21600"/>
                  </a:lnTo>
                  <a:lnTo>
                    <a:pt x="21600" y="10800"/>
                  </a:lnTo>
                  <a:close/>
                </a:path>
                <a:path w="21600" h="21600">
                  <a:moveTo>
                    <a:pt x="1350" y="5462"/>
                  </a:moveTo>
                  <a:lnTo>
                    <a:pt x="1350" y="16138"/>
                  </a:lnTo>
                  <a:lnTo>
                    <a:pt x="2700" y="16138"/>
                  </a:lnTo>
                  <a:lnTo>
                    <a:pt x="2700" y="5462"/>
                  </a:lnTo>
                  <a:close/>
                </a:path>
                <a:path w="21600" h="21600">
                  <a:moveTo>
                    <a:pt x="0" y="5462"/>
                  </a:moveTo>
                  <a:lnTo>
                    <a:pt x="0" y="16138"/>
                  </a:lnTo>
                  <a:lnTo>
                    <a:pt x="675" y="16138"/>
                  </a:lnTo>
                  <a:lnTo>
                    <a:pt x="675" y="5462"/>
                  </a:lnTo>
                  <a:close/>
                </a:path>
              </a:pathLst>
            </a:custGeom>
            <a:grp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grpSp>
      <p:grpSp>
        <p:nvGrpSpPr>
          <p:cNvPr id="135" name="Group 412"/>
          <p:cNvGrpSpPr>
            <a:grpSpLocks/>
          </p:cNvGrpSpPr>
          <p:nvPr/>
        </p:nvGrpSpPr>
        <p:grpSpPr bwMode="auto">
          <a:xfrm>
            <a:off x="8121803" y="4741358"/>
            <a:ext cx="2479115" cy="224981"/>
            <a:chOff x="1266" y="2502"/>
            <a:chExt cx="2191" cy="174"/>
          </a:xfrm>
          <a:gradFill>
            <a:gsLst>
              <a:gs pos="1442">
                <a:schemeClr val="tx1">
                  <a:lumMod val="50000"/>
                  <a:lumOff val="50000"/>
                </a:schemeClr>
              </a:gs>
              <a:gs pos="52000">
                <a:srgbClr val="FFFFFF"/>
              </a:gs>
              <a:gs pos="100000">
                <a:schemeClr val="tx1">
                  <a:lumMod val="50000"/>
                  <a:lumOff val="50000"/>
                </a:schemeClr>
              </a:gs>
            </a:gsLst>
            <a:lin ang="0" scaled="1"/>
          </a:gradFill>
        </p:grpSpPr>
        <p:sp>
          <p:nvSpPr>
            <p:cNvPr id="136" name="AutoShape 340"/>
            <p:cNvSpPr>
              <a:spLocks noChangeArrowheads="1"/>
            </p:cNvSpPr>
            <p:nvPr/>
          </p:nvSpPr>
          <p:spPr bwMode="auto">
            <a:xfrm flipH="1">
              <a:off x="1266" y="2502"/>
              <a:ext cx="1230" cy="174"/>
            </a:xfrm>
            <a:custGeom>
              <a:avLst/>
              <a:gdLst>
                <a:gd name="G0" fmla="+- 17196 0 0"/>
                <a:gd name="G1" fmla="+- 5462 0 0"/>
                <a:gd name="G2" fmla="+- 21600 0 5462"/>
                <a:gd name="G3" fmla="+- 10800 0 5462"/>
                <a:gd name="G4" fmla="+- 21600 0 17196"/>
                <a:gd name="G5" fmla="*/ G4 G3 10800"/>
                <a:gd name="G6" fmla="+- 21600 0 G5"/>
                <a:gd name="T0" fmla="*/ 17196 w 21600"/>
                <a:gd name="T1" fmla="*/ 0 h 21600"/>
                <a:gd name="T2" fmla="*/ 0 w 21600"/>
                <a:gd name="T3" fmla="*/ 10800 h 21600"/>
                <a:gd name="T4" fmla="*/ 17196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7196" y="0"/>
                  </a:moveTo>
                  <a:lnTo>
                    <a:pt x="17196" y="5462"/>
                  </a:lnTo>
                  <a:lnTo>
                    <a:pt x="3375" y="5462"/>
                  </a:lnTo>
                  <a:lnTo>
                    <a:pt x="3375" y="16138"/>
                  </a:lnTo>
                  <a:lnTo>
                    <a:pt x="17196" y="16138"/>
                  </a:lnTo>
                  <a:lnTo>
                    <a:pt x="17196" y="21600"/>
                  </a:lnTo>
                  <a:lnTo>
                    <a:pt x="21600" y="10800"/>
                  </a:lnTo>
                  <a:close/>
                </a:path>
                <a:path w="21600" h="21600">
                  <a:moveTo>
                    <a:pt x="1350" y="5462"/>
                  </a:moveTo>
                  <a:lnTo>
                    <a:pt x="1350" y="16138"/>
                  </a:lnTo>
                  <a:lnTo>
                    <a:pt x="2700" y="16138"/>
                  </a:lnTo>
                  <a:lnTo>
                    <a:pt x="2700" y="5462"/>
                  </a:lnTo>
                  <a:close/>
                </a:path>
                <a:path w="21600" h="21600">
                  <a:moveTo>
                    <a:pt x="0" y="5462"/>
                  </a:moveTo>
                  <a:lnTo>
                    <a:pt x="0" y="16138"/>
                  </a:lnTo>
                  <a:lnTo>
                    <a:pt x="675" y="16138"/>
                  </a:lnTo>
                  <a:lnTo>
                    <a:pt x="675" y="5462"/>
                  </a:lnTo>
                  <a:close/>
                </a:path>
              </a:pathLst>
            </a:custGeom>
            <a:grp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137" name="AutoShape 341"/>
            <p:cNvSpPr>
              <a:spLocks noChangeArrowheads="1"/>
            </p:cNvSpPr>
            <p:nvPr/>
          </p:nvSpPr>
          <p:spPr bwMode="auto">
            <a:xfrm flipV="1">
              <a:off x="2227" y="2502"/>
              <a:ext cx="1230" cy="174"/>
            </a:xfrm>
            <a:custGeom>
              <a:avLst/>
              <a:gdLst>
                <a:gd name="G0" fmla="+- 17196 0 0"/>
                <a:gd name="G1" fmla="+- 5462 0 0"/>
                <a:gd name="G2" fmla="+- 21600 0 5462"/>
                <a:gd name="G3" fmla="+- 10800 0 5462"/>
                <a:gd name="G4" fmla="+- 21600 0 17196"/>
                <a:gd name="G5" fmla="*/ G4 G3 10800"/>
                <a:gd name="G6" fmla="+- 21600 0 G5"/>
                <a:gd name="T0" fmla="*/ 17196 w 21600"/>
                <a:gd name="T1" fmla="*/ 0 h 21600"/>
                <a:gd name="T2" fmla="*/ 0 w 21600"/>
                <a:gd name="T3" fmla="*/ 10800 h 21600"/>
                <a:gd name="T4" fmla="*/ 17196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7196" y="0"/>
                  </a:moveTo>
                  <a:lnTo>
                    <a:pt x="17196" y="5462"/>
                  </a:lnTo>
                  <a:lnTo>
                    <a:pt x="3375" y="5462"/>
                  </a:lnTo>
                  <a:lnTo>
                    <a:pt x="3375" y="16138"/>
                  </a:lnTo>
                  <a:lnTo>
                    <a:pt x="17196" y="16138"/>
                  </a:lnTo>
                  <a:lnTo>
                    <a:pt x="17196" y="21600"/>
                  </a:lnTo>
                  <a:lnTo>
                    <a:pt x="21600" y="10800"/>
                  </a:lnTo>
                  <a:close/>
                </a:path>
                <a:path w="21600" h="21600">
                  <a:moveTo>
                    <a:pt x="1350" y="5462"/>
                  </a:moveTo>
                  <a:lnTo>
                    <a:pt x="1350" y="16138"/>
                  </a:lnTo>
                  <a:lnTo>
                    <a:pt x="2700" y="16138"/>
                  </a:lnTo>
                  <a:lnTo>
                    <a:pt x="2700" y="5462"/>
                  </a:lnTo>
                  <a:close/>
                </a:path>
                <a:path w="21600" h="21600">
                  <a:moveTo>
                    <a:pt x="0" y="5462"/>
                  </a:moveTo>
                  <a:lnTo>
                    <a:pt x="0" y="16138"/>
                  </a:lnTo>
                  <a:lnTo>
                    <a:pt x="675" y="16138"/>
                  </a:lnTo>
                  <a:lnTo>
                    <a:pt x="675" y="5462"/>
                  </a:lnTo>
                  <a:close/>
                </a:path>
              </a:pathLst>
            </a:custGeom>
            <a:grp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grpSp>
      <p:grpSp>
        <p:nvGrpSpPr>
          <p:cNvPr id="153" name="Group 412"/>
          <p:cNvGrpSpPr>
            <a:grpSpLocks/>
          </p:cNvGrpSpPr>
          <p:nvPr/>
        </p:nvGrpSpPr>
        <p:grpSpPr bwMode="auto">
          <a:xfrm>
            <a:off x="8116888" y="4314299"/>
            <a:ext cx="2479115" cy="224981"/>
            <a:chOff x="1266" y="2502"/>
            <a:chExt cx="2191" cy="174"/>
          </a:xfrm>
          <a:gradFill>
            <a:gsLst>
              <a:gs pos="1442">
                <a:schemeClr val="tx2">
                  <a:lumMod val="60000"/>
                  <a:lumOff val="40000"/>
                  <a:alpha val="49000"/>
                </a:schemeClr>
              </a:gs>
              <a:gs pos="52000">
                <a:srgbClr val="FFFFFF"/>
              </a:gs>
              <a:gs pos="100000">
                <a:srgbClr val="0000FF">
                  <a:alpha val="49000"/>
                </a:srgbClr>
              </a:gs>
            </a:gsLst>
            <a:lin ang="0" scaled="1"/>
          </a:gradFill>
        </p:grpSpPr>
        <p:sp>
          <p:nvSpPr>
            <p:cNvPr id="154" name="AutoShape 340"/>
            <p:cNvSpPr>
              <a:spLocks noChangeArrowheads="1"/>
            </p:cNvSpPr>
            <p:nvPr/>
          </p:nvSpPr>
          <p:spPr bwMode="auto">
            <a:xfrm flipH="1">
              <a:off x="1266" y="2502"/>
              <a:ext cx="1230" cy="174"/>
            </a:xfrm>
            <a:custGeom>
              <a:avLst/>
              <a:gdLst>
                <a:gd name="G0" fmla="+- 17196 0 0"/>
                <a:gd name="G1" fmla="+- 5462 0 0"/>
                <a:gd name="G2" fmla="+- 21600 0 5462"/>
                <a:gd name="G3" fmla="+- 10800 0 5462"/>
                <a:gd name="G4" fmla="+- 21600 0 17196"/>
                <a:gd name="G5" fmla="*/ G4 G3 10800"/>
                <a:gd name="G6" fmla="+- 21600 0 G5"/>
                <a:gd name="T0" fmla="*/ 17196 w 21600"/>
                <a:gd name="T1" fmla="*/ 0 h 21600"/>
                <a:gd name="T2" fmla="*/ 0 w 21600"/>
                <a:gd name="T3" fmla="*/ 10800 h 21600"/>
                <a:gd name="T4" fmla="*/ 17196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7196" y="0"/>
                  </a:moveTo>
                  <a:lnTo>
                    <a:pt x="17196" y="5462"/>
                  </a:lnTo>
                  <a:lnTo>
                    <a:pt x="3375" y="5462"/>
                  </a:lnTo>
                  <a:lnTo>
                    <a:pt x="3375" y="16138"/>
                  </a:lnTo>
                  <a:lnTo>
                    <a:pt x="17196" y="16138"/>
                  </a:lnTo>
                  <a:lnTo>
                    <a:pt x="17196" y="21600"/>
                  </a:lnTo>
                  <a:lnTo>
                    <a:pt x="21600" y="10800"/>
                  </a:lnTo>
                  <a:close/>
                </a:path>
                <a:path w="21600" h="21600">
                  <a:moveTo>
                    <a:pt x="1350" y="5462"/>
                  </a:moveTo>
                  <a:lnTo>
                    <a:pt x="1350" y="16138"/>
                  </a:lnTo>
                  <a:lnTo>
                    <a:pt x="2700" y="16138"/>
                  </a:lnTo>
                  <a:lnTo>
                    <a:pt x="2700" y="5462"/>
                  </a:lnTo>
                  <a:close/>
                </a:path>
                <a:path w="21600" h="21600">
                  <a:moveTo>
                    <a:pt x="0" y="5462"/>
                  </a:moveTo>
                  <a:lnTo>
                    <a:pt x="0" y="16138"/>
                  </a:lnTo>
                  <a:lnTo>
                    <a:pt x="675" y="16138"/>
                  </a:lnTo>
                  <a:lnTo>
                    <a:pt x="675" y="5462"/>
                  </a:lnTo>
                  <a:close/>
                </a:path>
              </a:pathLst>
            </a:custGeom>
            <a:grp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155" name="AutoShape 341"/>
            <p:cNvSpPr>
              <a:spLocks noChangeArrowheads="1"/>
            </p:cNvSpPr>
            <p:nvPr/>
          </p:nvSpPr>
          <p:spPr bwMode="auto">
            <a:xfrm flipV="1">
              <a:off x="2227" y="2502"/>
              <a:ext cx="1230" cy="174"/>
            </a:xfrm>
            <a:custGeom>
              <a:avLst/>
              <a:gdLst>
                <a:gd name="G0" fmla="+- 17196 0 0"/>
                <a:gd name="G1" fmla="+- 5462 0 0"/>
                <a:gd name="G2" fmla="+- 21600 0 5462"/>
                <a:gd name="G3" fmla="+- 10800 0 5462"/>
                <a:gd name="G4" fmla="+- 21600 0 17196"/>
                <a:gd name="G5" fmla="*/ G4 G3 10800"/>
                <a:gd name="G6" fmla="+- 21600 0 G5"/>
                <a:gd name="T0" fmla="*/ 17196 w 21600"/>
                <a:gd name="T1" fmla="*/ 0 h 21600"/>
                <a:gd name="T2" fmla="*/ 0 w 21600"/>
                <a:gd name="T3" fmla="*/ 10800 h 21600"/>
                <a:gd name="T4" fmla="*/ 17196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7196" y="0"/>
                  </a:moveTo>
                  <a:lnTo>
                    <a:pt x="17196" y="5462"/>
                  </a:lnTo>
                  <a:lnTo>
                    <a:pt x="3375" y="5462"/>
                  </a:lnTo>
                  <a:lnTo>
                    <a:pt x="3375" y="16138"/>
                  </a:lnTo>
                  <a:lnTo>
                    <a:pt x="17196" y="16138"/>
                  </a:lnTo>
                  <a:lnTo>
                    <a:pt x="17196" y="21600"/>
                  </a:lnTo>
                  <a:lnTo>
                    <a:pt x="21600" y="10800"/>
                  </a:lnTo>
                  <a:close/>
                </a:path>
                <a:path w="21600" h="21600">
                  <a:moveTo>
                    <a:pt x="1350" y="5462"/>
                  </a:moveTo>
                  <a:lnTo>
                    <a:pt x="1350" y="16138"/>
                  </a:lnTo>
                  <a:lnTo>
                    <a:pt x="2700" y="16138"/>
                  </a:lnTo>
                  <a:lnTo>
                    <a:pt x="2700" y="5462"/>
                  </a:lnTo>
                  <a:close/>
                </a:path>
                <a:path w="21600" h="21600">
                  <a:moveTo>
                    <a:pt x="0" y="5462"/>
                  </a:moveTo>
                  <a:lnTo>
                    <a:pt x="0" y="16138"/>
                  </a:lnTo>
                  <a:lnTo>
                    <a:pt x="675" y="16138"/>
                  </a:lnTo>
                  <a:lnTo>
                    <a:pt x="675" y="5462"/>
                  </a:lnTo>
                  <a:close/>
                </a:path>
              </a:pathLst>
            </a:custGeom>
            <a:grp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grpSp>
      <p:grpSp>
        <p:nvGrpSpPr>
          <p:cNvPr id="156" name="Group 412"/>
          <p:cNvGrpSpPr>
            <a:grpSpLocks/>
          </p:cNvGrpSpPr>
          <p:nvPr/>
        </p:nvGrpSpPr>
        <p:grpSpPr bwMode="auto">
          <a:xfrm>
            <a:off x="8111973" y="5205531"/>
            <a:ext cx="2479115" cy="224981"/>
            <a:chOff x="1266" y="2502"/>
            <a:chExt cx="2191" cy="174"/>
          </a:xfrm>
          <a:gradFill>
            <a:gsLst>
              <a:gs pos="1442">
                <a:schemeClr val="tx2">
                  <a:lumMod val="60000"/>
                  <a:lumOff val="40000"/>
                  <a:alpha val="49000"/>
                </a:schemeClr>
              </a:gs>
              <a:gs pos="52000">
                <a:srgbClr val="FFFFFF"/>
              </a:gs>
              <a:gs pos="100000">
                <a:srgbClr val="0000FF">
                  <a:alpha val="49000"/>
                </a:srgbClr>
              </a:gs>
            </a:gsLst>
            <a:lin ang="0" scaled="1"/>
          </a:gradFill>
        </p:grpSpPr>
        <p:sp>
          <p:nvSpPr>
            <p:cNvPr id="157" name="AutoShape 340"/>
            <p:cNvSpPr>
              <a:spLocks noChangeArrowheads="1"/>
            </p:cNvSpPr>
            <p:nvPr/>
          </p:nvSpPr>
          <p:spPr bwMode="auto">
            <a:xfrm flipH="1">
              <a:off x="1266" y="2502"/>
              <a:ext cx="1230" cy="174"/>
            </a:xfrm>
            <a:custGeom>
              <a:avLst/>
              <a:gdLst>
                <a:gd name="G0" fmla="+- 17196 0 0"/>
                <a:gd name="G1" fmla="+- 5462 0 0"/>
                <a:gd name="G2" fmla="+- 21600 0 5462"/>
                <a:gd name="G3" fmla="+- 10800 0 5462"/>
                <a:gd name="G4" fmla="+- 21600 0 17196"/>
                <a:gd name="G5" fmla="*/ G4 G3 10800"/>
                <a:gd name="G6" fmla="+- 21600 0 G5"/>
                <a:gd name="T0" fmla="*/ 17196 w 21600"/>
                <a:gd name="T1" fmla="*/ 0 h 21600"/>
                <a:gd name="T2" fmla="*/ 0 w 21600"/>
                <a:gd name="T3" fmla="*/ 10800 h 21600"/>
                <a:gd name="T4" fmla="*/ 17196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7196" y="0"/>
                  </a:moveTo>
                  <a:lnTo>
                    <a:pt x="17196" y="5462"/>
                  </a:lnTo>
                  <a:lnTo>
                    <a:pt x="3375" y="5462"/>
                  </a:lnTo>
                  <a:lnTo>
                    <a:pt x="3375" y="16138"/>
                  </a:lnTo>
                  <a:lnTo>
                    <a:pt x="17196" y="16138"/>
                  </a:lnTo>
                  <a:lnTo>
                    <a:pt x="17196" y="21600"/>
                  </a:lnTo>
                  <a:lnTo>
                    <a:pt x="21600" y="10800"/>
                  </a:lnTo>
                  <a:close/>
                </a:path>
                <a:path w="21600" h="21600">
                  <a:moveTo>
                    <a:pt x="1350" y="5462"/>
                  </a:moveTo>
                  <a:lnTo>
                    <a:pt x="1350" y="16138"/>
                  </a:lnTo>
                  <a:lnTo>
                    <a:pt x="2700" y="16138"/>
                  </a:lnTo>
                  <a:lnTo>
                    <a:pt x="2700" y="5462"/>
                  </a:lnTo>
                  <a:close/>
                </a:path>
                <a:path w="21600" h="21600">
                  <a:moveTo>
                    <a:pt x="0" y="5462"/>
                  </a:moveTo>
                  <a:lnTo>
                    <a:pt x="0" y="16138"/>
                  </a:lnTo>
                  <a:lnTo>
                    <a:pt x="675" y="16138"/>
                  </a:lnTo>
                  <a:lnTo>
                    <a:pt x="675" y="5462"/>
                  </a:lnTo>
                  <a:close/>
                </a:path>
              </a:pathLst>
            </a:custGeom>
            <a:grp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158" name="AutoShape 341"/>
            <p:cNvSpPr>
              <a:spLocks noChangeArrowheads="1"/>
            </p:cNvSpPr>
            <p:nvPr/>
          </p:nvSpPr>
          <p:spPr bwMode="auto">
            <a:xfrm flipV="1">
              <a:off x="2227" y="2502"/>
              <a:ext cx="1230" cy="174"/>
            </a:xfrm>
            <a:custGeom>
              <a:avLst/>
              <a:gdLst>
                <a:gd name="G0" fmla="+- 17196 0 0"/>
                <a:gd name="G1" fmla="+- 5462 0 0"/>
                <a:gd name="G2" fmla="+- 21600 0 5462"/>
                <a:gd name="G3" fmla="+- 10800 0 5462"/>
                <a:gd name="G4" fmla="+- 21600 0 17196"/>
                <a:gd name="G5" fmla="*/ G4 G3 10800"/>
                <a:gd name="G6" fmla="+- 21600 0 G5"/>
                <a:gd name="T0" fmla="*/ 17196 w 21600"/>
                <a:gd name="T1" fmla="*/ 0 h 21600"/>
                <a:gd name="T2" fmla="*/ 0 w 21600"/>
                <a:gd name="T3" fmla="*/ 10800 h 21600"/>
                <a:gd name="T4" fmla="*/ 17196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7196" y="0"/>
                  </a:moveTo>
                  <a:lnTo>
                    <a:pt x="17196" y="5462"/>
                  </a:lnTo>
                  <a:lnTo>
                    <a:pt x="3375" y="5462"/>
                  </a:lnTo>
                  <a:lnTo>
                    <a:pt x="3375" y="16138"/>
                  </a:lnTo>
                  <a:lnTo>
                    <a:pt x="17196" y="16138"/>
                  </a:lnTo>
                  <a:lnTo>
                    <a:pt x="17196" y="21600"/>
                  </a:lnTo>
                  <a:lnTo>
                    <a:pt x="21600" y="10800"/>
                  </a:lnTo>
                  <a:close/>
                </a:path>
                <a:path w="21600" h="21600">
                  <a:moveTo>
                    <a:pt x="1350" y="5462"/>
                  </a:moveTo>
                  <a:lnTo>
                    <a:pt x="1350" y="16138"/>
                  </a:lnTo>
                  <a:lnTo>
                    <a:pt x="2700" y="16138"/>
                  </a:lnTo>
                  <a:lnTo>
                    <a:pt x="2700" y="5462"/>
                  </a:lnTo>
                  <a:close/>
                </a:path>
                <a:path w="21600" h="21600">
                  <a:moveTo>
                    <a:pt x="0" y="5462"/>
                  </a:moveTo>
                  <a:lnTo>
                    <a:pt x="0" y="16138"/>
                  </a:lnTo>
                  <a:lnTo>
                    <a:pt x="675" y="16138"/>
                  </a:lnTo>
                  <a:lnTo>
                    <a:pt x="675" y="5462"/>
                  </a:lnTo>
                  <a:close/>
                </a:path>
              </a:pathLst>
            </a:custGeom>
            <a:grp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grpSp>
      <p:sp>
        <p:nvSpPr>
          <p:cNvPr id="13" name="Rectangle 12"/>
          <p:cNvSpPr/>
          <p:nvPr/>
        </p:nvSpPr>
        <p:spPr bwMode="auto">
          <a:xfrm>
            <a:off x="8563350" y="1651000"/>
            <a:ext cx="3294109" cy="4293743"/>
          </a:xfrm>
          <a:prstGeom prst="rect">
            <a:avLst/>
          </a:prstGeom>
          <a:noFill/>
          <a:ln w="22225" cap="flat" cmpd="sng" algn="ctr">
            <a:solidFill>
              <a:srgbClr val="0000FF"/>
            </a:solidFill>
            <a:prstDash val="sysDot"/>
            <a:round/>
            <a:headEnd type="none" w="med" len="med"/>
            <a:tailEnd type="none"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grpSp>
        <p:nvGrpSpPr>
          <p:cNvPr id="8" name="Group 7"/>
          <p:cNvGrpSpPr/>
          <p:nvPr/>
        </p:nvGrpSpPr>
        <p:grpSpPr>
          <a:xfrm>
            <a:off x="10557625" y="5815808"/>
            <a:ext cx="1426227" cy="322675"/>
            <a:chOff x="9831812" y="363452"/>
            <a:chExt cx="1426227" cy="322675"/>
          </a:xfrm>
        </p:grpSpPr>
        <p:sp>
          <p:nvSpPr>
            <p:cNvPr id="6" name="Rectangle 5"/>
            <p:cNvSpPr/>
            <p:nvPr/>
          </p:nvSpPr>
          <p:spPr bwMode="auto">
            <a:xfrm>
              <a:off x="9831812" y="363452"/>
              <a:ext cx="1398165" cy="298471"/>
            </a:xfrm>
            <a:prstGeom prst="rect">
              <a:avLst/>
            </a:prstGeom>
            <a:solidFill>
              <a:schemeClr val="bg1"/>
            </a:solidFill>
            <a:ln w="9525" cap="flat" cmpd="sng" algn="ctr">
              <a:solidFill>
                <a:schemeClr val="bg1">
                  <a:lumMod val="50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no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grpSp>
          <p:nvGrpSpPr>
            <p:cNvPr id="149" name="Group 412"/>
            <p:cNvGrpSpPr>
              <a:grpSpLocks/>
            </p:cNvGrpSpPr>
            <p:nvPr/>
          </p:nvGrpSpPr>
          <p:grpSpPr bwMode="auto">
            <a:xfrm>
              <a:off x="9884903" y="387937"/>
              <a:ext cx="1219201" cy="106261"/>
              <a:chOff x="1266" y="2502"/>
              <a:chExt cx="2191" cy="174"/>
            </a:xfrm>
            <a:gradFill>
              <a:gsLst>
                <a:gs pos="1442">
                  <a:schemeClr val="tx2">
                    <a:lumMod val="60000"/>
                    <a:lumOff val="40000"/>
                  </a:schemeClr>
                </a:gs>
                <a:gs pos="52000">
                  <a:srgbClr val="FFFFFF"/>
                </a:gs>
                <a:gs pos="100000">
                  <a:srgbClr val="0000FF"/>
                </a:gs>
              </a:gsLst>
              <a:lin ang="0" scaled="1"/>
            </a:gradFill>
          </p:grpSpPr>
          <p:sp>
            <p:nvSpPr>
              <p:cNvPr id="150" name="AutoShape 340"/>
              <p:cNvSpPr>
                <a:spLocks noChangeArrowheads="1"/>
              </p:cNvSpPr>
              <p:nvPr/>
            </p:nvSpPr>
            <p:spPr bwMode="auto">
              <a:xfrm flipH="1">
                <a:off x="1266" y="2502"/>
                <a:ext cx="1230" cy="174"/>
              </a:xfrm>
              <a:custGeom>
                <a:avLst/>
                <a:gdLst>
                  <a:gd name="G0" fmla="+- 17196 0 0"/>
                  <a:gd name="G1" fmla="+- 5462 0 0"/>
                  <a:gd name="G2" fmla="+- 21600 0 5462"/>
                  <a:gd name="G3" fmla="+- 10800 0 5462"/>
                  <a:gd name="G4" fmla="+- 21600 0 17196"/>
                  <a:gd name="G5" fmla="*/ G4 G3 10800"/>
                  <a:gd name="G6" fmla="+- 21600 0 G5"/>
                  <a:gd name="T0" fmla="*/ 17196 w 21600"/>
                  <a:gd name="T1" fmla="*/ 0 h 21600"/>
                  <a:gd name="T2" fmla="*/ 0 w 21600"/>
                  <a:gd name="T3" fmla="*/ 10800 h 21600"/>
                  <a:gd name="T4" fmla="*/ 17196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7196" y="0"/>
                    </a:moveTo>
                    <a:lnTo>
                      <a:pt x="17196" y="5462"/>
                    </a:lnTo>
                    <a:lnTo>
                      <a:pt x="3375" y="5462"/>
                    </a:lnTo>
                    <a:lnTo>
                      <a:pt x="3375" y="16138"/>
                    </a:lnTo>
                    <a:lnTo>
                      <a:pt x="17196" y="16138"/>
                    </a:lnTo>
                    <a:lnTo>
                      <a:pt x="17196" y="21600"/>
                    </a:lnTo>
                    <a:lnTo>
                      <a:pt x="21600" y="10800"/>
                    </a:lnTo>
                    <a:close/>
                  </a:path>
                  <a:path w="21600" h="21600">
                    <a:moveTo>
                      <a:pt x="1350" y="5462"/>
                    </a:moveTo>
                    <a:lnTo>
                      <a:pt x="1350" y="16138"/>
                    </a:lnTo>
                    <a:lnTo>
                      <a:pt x="2700" y="16138"/>
                    </a:lnTo>
                    <a:lnTo>
                      <a:pt x="2700" y="5462"/>
                    </a:lnTo>
                    <a:close/>
                  </a:path>
                  <a:path w="21600" h="21600">
                    <a:moveTo>
                      <a:pt x="0" y="5462"/>
                    </a:moveTo>
                    <a:lnTo>
                      <a:pt x="0" y="16138"/>
                    </a:lnTo>
                    <a:lnTo>
                      <a:pt x="675" y="16138"/>
                    </a:lnTo>
                    <a:lnTo>
                      <a:pt x="675" y="5462"/>
                    </a:lnTo>
                    <a:close/>
                  </a:path>
                </a:pathLst>
              </a:cu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151" name="AutoShape 341"/>
              <p:cNvSpPr>
                <a:spLocks noChangeArrowheads="1"/>
              </p:cNvSpPr>
              <p:nvPr/>
            </p:nvSpPr>
            <p:spPr bwMode="auto">
              <a:xfrm flipV="1">
                <a:off x="2227" y="2502"/>
                <a:ext cx="1230" cy="174"/>
              </a:xfrm>
              <a:custGeom>
                <a:avLst/>
                <a:gdLst>
                  <a:gd name="G0" fmla="+- 17196 0 0"/>
                  <a:gd name="G1" fmla="+- 5462 0 0"/>
                  <a:gd name="G2" fmla="+- 21600 0 5462"/>
                  <a:gd name="G3" fmla="+- 10800 0 5462"/>
                  <a:gd name="G4" fmla="+- 21600 0 17196"/>
                  <a:gd name="G5" fmla="*/ G4 G3 10800"/>
                  <a:gd name="G6" fmla="+- 21600 0 G5"/>
                  <a:gd name="T0" fmla="*/ 17196 w 21600"/>
                  <a:gd name="T1" fmla="*/ 0 h 21600"/>
                  <a:gd name="T2" fmla="*/ 0 w 21600"/>
                  <a:gd name="T3" fmla="*/ 10800 h 21600"/>
                  <a:gd name="T4" fmla="*/ 17196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7196" y="0"/>
                    </a:moveTo>
                    <a:lnTo>
                      <a:pt x="17196" y="5462"/>
                    </a:lnTo>
                    <a:lnTo>
                      <a:pt x="3375" y="5462"/>
                    </a:lnTo>
                    <a:lnTo>
                      <a:pt x="3375" y="16138"/>
                    </a:lnTo>
                    <a:lnTo>
                      <a:pt x="17196" y="16138"/>
                    </a:lnTo>
                    <a:lnTo>
                      <a:pt x="17196" y="21600"/>
                    </a:lnTo>
                    <a:lnTo>
                      <a:pt x="21600" y="10800"/>
                    </a:lnTo>
                    <a:close/>
                  </a:path>
                  <a:path w="21600" h="21600">
                    <a:moveTo>
                      <a:pt x="1350" y="5462"/>
                    </a:moveTo>
                    <a:lnTo>
                      <a:pt x="1350" y="16138"/>
                    </a:lnTo>
                    <a:lnTo>
                      <a:pt x="2700" y="16138"/>
                    </a:lnTo>
                    <a:lnTo>
                      <a:pt x="2700" y="5462"/>
                    </a:lnTo>
                    <a:close/>
                  </a:path>
                  <a:path w="21600" h="21600">
                    <a:moveTo>
                      <a:pt x="0" y="5462"/>
                    </a:moveTo>
                    <a:lnTo>
                      <a:pt x="0" y="16138"/>
                    </a:lnTo>
                    <a:lnTo>
                      <a:pt x="675" y="16138"/>
                    </a:lnTo>
                    <a:lnTo>
                      <a:pt x="675" y="5462"/>
                    </a:lnTo>
                    <a:close/>
                  </a:path>
                </a:pathLst>
              </a:cu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ja-JP" altLang="en-US" sz="1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grpSp>
        <p:sp>
          <p:nvSpPr>
            <p:cNvPr id="152" name="Rectangle 343"/>
            <p:cNvSpPr>
              <a:spLocks noChangeArrowheads="1"/>
            </p:cNvSpPr>
            <p:nvPr/>
          </p:nvSpPr>
          <p:spPr bwMode="auto">
            <a:xfrm>
              <a:off x="10424881" y="439906"/>
              <a:ext cx="83315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914400" fontAlgn="base">
                <a:spcBef>
                  <a:spcPct val="30000"/>
                </a:spcBef>
                <a:spcAft>
                  <a:spcPct val="0"/>
                </a:spcAft>
              </a:pPr>
              <a:r>
                <a:rPr kumimoji="1" lang="en-US" altLang="ja-JP" sz="1000" dirty="0" smtClean="0">
                  <a:solidFill>
                    <a:srgbClr val="0000FF"/>
                  </a:solidFill>
                  <a:latin typeface="Meiryo UI" panose="020B0604030504040204" pitchFamily="50" charset="-128"/>
                  <a:ea typeface="Meiryo UI" panose="020B0604030504040204" pitchFamily="50" charset="-128"/>
                </a:rPr>
                <a:t>preferable</a:t>
              </a:r>
              <a:endParaRPr kumimoji="1" lang="ja-JP" altLang="en-US" sz="1000" dirty="0">
                <a:solidFill>
                  <a:srgbClr val="0000FF"/>
                </a:solidFill>
                <a:latin typeface="Meiryo UI" panose="020B0604030504040204" pitchFamily="50" charset="-128"/>
                <a:ea typeface="Meiryo UI" panose="020B0604030504040204" pitchFamily="50" charset="-128"/>
              </a:endParaRPr>
            </a:p>
          </p:txBody>
        </p:sp>
      </p:grpSp>
      <p:sp>
        <p:nvSpPr>
          <p:cNvPr id="159" name="Line 111"/>
          <p:cNvSpPr>
            <a:spLocks noChangeShapeType="1"/>
          </p:cNvSpPr>
          <p:nvPr/>
        </p:nvSpPr>
        <p:spPr bwMode="auto">
          <a:xfrm flipV="1">
            <a:off x="539205" y="2150982"/>
            <a:ext cx="0" cy="1803907"/>
          </a:xfrm>
          <a:prstGeom prst="line">
            <a:avLst/>
          </a:prstGeom>
          <a:noFill/>
          <a:ln w="19050">
            <a:solidFill>
              <a:schemeClr val="tx1">
                <a:lumMod val="50000"/>
                <a:lumOff val="50000"/>
              </a:schemeClr>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60" name="Line 112"/>
          <p:cNvSpPr>
            <a:spLocks noChangeShapeType="1"/>
          </p:cNvSpPr>
          <p:nvPr/>
        </p:nvSpPr>
        <p:spPr bwMode="auto">
          <a:xfrm rot="5400000" flipV="1">
            <a:off x="1628378" y="2866882"/>
            <a:ext cx="0" cy="2176015"/>
          </a:xfrm>
          <a:prstGeom prst="line">
            <a:avLst/>
          </a:prstGeom>
          <a:noFill/>
          <a:ln w="19050">
            <a:solidFill>
              <a:schemeClr val="tx1">
                <a:lumMod val="50000"/>
                <a:lumOff val="50000"/>
              </a:schemeClr>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61" name="Arc 113"/>
          <p:cNvSpPr>
            <a:spLocks/>
          </p:cNvSpPr>
          <p:nvPr/>
        </p:nvSpPr>
        <p:spPr bwMode="auto">
          <a:xfrm flipH="1" flipV="1">
            <a:off x="543850" y="2898435"/>
            <a:ext cx="1338678" cy="77945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62" name="Text Box 114"/>
          <p:cNvSpPr txBox="1">
            <a:spLocks noChangeArrowheads="1"/>
          </p:cNvSpPr>
          <p:nvPr/>
        </p:nvSpPr>
        <p:spPr bwMode="auto">
          <a:xfrm>
            <a:off x="2633893" y="3886994"/>
            <a:ext cx="58965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200" dirty="0" smtClean="0">
                <a:latin typeface="Meiryo UI" panose="020B0604030504040204" pitchFamily="34" charset="-128"/>
                <a:ea typeface="Meiryo UI" panose="020B0604030504040204" pitchFamily="34" charset="-128"/>
                <a:cs typeface="Meiryo UI" panose="020B0604030504040204" pitchFamily="34" charset="-128"/>
              </a:rPr>
              <a:t>time</a:t>
            </a:r>
            <a:endParaRPr lang="en-US" altLang="ja-JP" sz="1200"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163" name="Text Box 180"/>
          <p:cNvSpPr txBox="1">
            <a:spLocks noChangeArrowheads="1"/>
          </p:cNvSpPr>
          <p:nvPr/>
        </p:nvSpPr>
        <p:spPr bwMode="auto">
          <a:xfrm rot="16200000">
            <a:off x="-217433" y="3209502"/>
            <a:ext cx="1059470" cy="3295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0800" bIns="10800">
            <a:spAutoFit/>
          </a:bodyPr>
          <a:lstStyle/>
          <a:p>
            <a:pPr defTabSz="914400" fontAlgn="base">
              <a:spcBef>
                <a:spcPct val="0"/>
              </a:spcBef>
              <a:spcAft>
                <a:spcPct val="0"/>
              </a:spcAft>
              <a:defRPr/>
            </a:pPr>
            <a:r>
              <a:rPr kumimoji="1" lang="en-US" altLang="ja-JP" sz="1000" kern="0" dirty="0" err="1" smtClean="0">
                <a:solidFill>
                  <a:schemeClr val="tx2">
                    <a:lumMod val="60000"/>
                    <a:lumOff val="40000"/>
                  </a:schemeClr>
                </a:solidFill>
                <a:latin typeface="Meiryo UI" panose="020B0604030504040204" pitchFamily="50" charset="-128"/>
                <a:ea typeface="Meiryo UI" panose="020B0604030504040204" pitchFamily="50" charset="-128"/>
              </a:rPr>
              <a:t>Lum</a:t>
            </a:r>
            <a:r>
              <a:rPr kumimoji="1" lang="en-US" altLang="ja-JP" sz="1000" kern="0" dirty="0" smtClean="0">
                <a:solidFill>
                  <a:schemeClr val="tx2">
                    <a:lumMod val="60000"/>
                    <a:lumOff val="40000"/>
                  </a:schemeClr>
                </a:solidFill>
                <a:latin typeface="Meiryo UI" panose="020B0604030504040204" pitchFamily="50" charset="-128"/>
                <a:ea typeface="Meiryo UI" panose="020B0604030504040204" pitchFamily="50" charset="-128"/>
              </a:rPr>
              <a:t>/</a:t>
            </a:r>
            <a:r>
              <a:rPr kumimoji="1" lang="en-US" altLang="ja-JP" sz="1000" kern="0" dirty="0" err="1" smtClean="0">
                <a:solidFill>
                  <a:schemeClr val="tx2">
                    <a:lumMod val="60000"/>
                    <a:lumOff val="40000"/>
                  </a:schemeClr>
                </a:solidFill>
                <a:latin typeface="Meiryo UI" panose="020B0604030504040204" pitchFamily="50" charset="-128"/>
                <a:ea typeface="Meiryo UI" panose="020B0604030504040204" pitchFamily="50" charset="-128"/>
              </a:rPr>
              <a:t>Lum_init</a:t>
            </a:r>
            <a:r>
              <a:rPr kumimoji="1" lang="en-US" altLang="ja-JP" sz="1000" kern="0" dirty="0" smtClean="0">
                <a:solidFill>
                  <a:srgbClr val="000000"/>
                </a:solidFill>
                <a:latin typeface="Meiryo UI" panose="020B0604030504040204" pitchFamily="50" charset="-128"/>
                <a:ea typeface="Meiryo UI" panose="020B0604030504040204" pitchFamily="50" charset="-128"/>
              </a:rPr>
              <a:t>,</a:t>
            </a:r>
          </a:p>
          <a:p>
            <a:pPr defTabSz="914400" fontAlgn="base">
              <a:spcBef>
                <a:spcPct val="0"/>
              </a:spcBef>
              <a:spcAft>
                <a:spcPct val="0"/>
              </a:spcAft>
              <a:defRPr/>
            </a:pPr>
            <a:r>
              <a:rPr kumimoji="1" lang="en-US" altLang="ja-JP" sz="1000" kern="0" dirty="0" err="1" smtClean="0">
                <a:solidFill>
                  <a:srgbClr val="0000FF"/>
                </a:solidFill>
                <a:latin typeface="Meiryo UI" panose="020B0604030504040204" pitchFamily="50" charset="-128"/>
                <a:ea typeface="Meiryo UI" panose="020B0604030504040204" pitchFamily="50" charset="-128"/>
              </a:rPr>
              <a:t>Ipix</a:t>
            </a:r>
            <a:r>
              <a:rPr kumimoji="1" lang="en-US" altLang="ja-JP" sz="1000" kern="0" dirty="0" smtClean="0">
                <a:solidFill>
                  <a:srgbClr val="0000FF"/>
                </a:solidFill>
                <a:latin typeface="Meiryo UI" panose="020B0604030504040204" pitchFamily="50" charset="-128"/>
                <a:ea typeface="Meiryo UI" panose="020B0604030504040204" pitchFamily="50" charset="-128"/>
              </a:rPr>
              <a:t>/</a:t>
            </a:r>
            <a:r>
              <a:rPr kumimoji="1" lang="en-US" altLang="ja-JP" sz="1000" kern="0" dirty="0" err="1" smtClean="0">
                <a:solidFill>
                  <a:srgbClr val="0000FF"/>
                </a:solidFill>
                <a:latin typeface="Meiryo UI" panose="020B0604030504040204" pitchFamily="50" charset="-128"/>
                <a:ea typeface="Meiryo UI" panose="020B0604030504040204" pitchFamily="50" charset="-128"/>
              </a:rPr>
              <a:t>Ipix_init</a:t>
            </a:r>
            <a:endParaRPr kumimoji="1" lang="ja-JP" altLang="en-US" sz="1000" kern="0" dirty="0">
              <a:solidFill>
                <a:srgbClr val="0000FF"/>
              </a:solidFill>
              <a:latin typeface="Meiryo UI" panose="020B0604030504040204" pitchFamily="50" charset="-128"/>
              <a:ea typeface="Meiryo UI" panose="020B0604030504040204" pitchFamily="50" charset="-128"/>
            </a:endParaRPr>
          </a:p>
        </p:txBody>
      </p:sp>
      <p:sp>
        <p:nvSpPr>
          <p:cNvPr id="164" name="Line 112"/>
          <p:cNvSpPr>
            <a:spLocks noChangeShapeType="1"/>
          </p:cNvSpPr>
          <p:nvPr/>
        </p:nvSpPr>
        <p:spPr bwMode="auto">
          <a:xfrm rot="5400000" flipV="1">
            <a:off x="1292825" y="2067440"/>
            <a:ext cx="0" cy="1661995"/>
          </a:xfrm>
          <a:prstGeom prst="line">
            <a:avLst/>
          </a:prstGeom>
          <a:noFill/>
          <a:ln w="19050">
            <a:solidFill>
              <a:schemeClr val="tx1">
                <a:lumMod val="65000"/>
                <a:lumOff val="35000"/>
              </a:schemeClr>
            </a:solidFill>
            <a:prstDash val="sysDot"/>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65" name="Text Box 161"/>
          <p:cNvSpPr txBox="1">
            <a:spLocks noChangeArrowheads="1"/>
          </p:cNvSpPr>
          <p:nvPr/>
        </p:nvSpPr>
        <p:spPr bwMode="auto">
          <a:xfrm>
            <a:off x="245230" y="2645713"/>
            <a:ext cx="365189" cy="333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200" dirty="0">
                <a:latin typeface="Meiryo UI" panose="020B0604030504040204" pitchFamily="34" charset="-128"/>
                <a:ea typeface="Meiryo UI" panose="020B0604030504040204" pitchFamily="34" charset="-128"/>
                <a:cs typeface="Meiryo UI" panose="020B0604030504040204" pitchFamily="34" charset="-128"/>
              </a:rPr>
              <a:t>1</a:t>
            </a:r>
            <a:endParaRPr lang="en-US" altLang="ja-JP" sz="1200" baseline="-25000"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166" name="Arc 113"/>
          <p:cNvSpPr>
            <a:spLocks/>
          </p:cNvSpPr>
          <p:nvPr/>
        </p:nvSpPr>
        <p:spPr bwMode="auto">
          <a:xfrm flipH="1" flipV="1">
            <a:off x="552130" y="2898438"/>
            <a:ext cx="1307976" cy="45666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FF0000"/>
            </a:solidFill>
            <a:prstDash val="sys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5" name="Arc 14"/>
          <p:cNvSpPr/>
          <p:nvPr/>
        </p:nvSpPr>
        <p:spPr bwMode="auto">
          <a:xfrm rot="21390500" flipV="1">
            <a:off x="-731254" y="1880995"/>
            <a:ext cx="2189755" cy="1024278"/>
          </a:xfrm>
          <a:prstGeom prst="arc">
            <a:avLst>
              <a:gd name="adj1" fmla="val 17135947"/>
              <a:gd name="adj2" fmla="val 21153713"/>
            </a:avLst>
          </a:prstGeom>
          <a:noFill/>
          <a:ln w="19050" cap="flat" cmpd="sng" algn="ctr">
            <a:solidFill>
              <a:srgbClr val="0000FF"/>
            </a:solidFill>
            <a:prstDash val="solid"/>
            <a:round/>
            <a:headEnd type="none" w="med" len="med"/>
            <a:tailEnd type="none"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169" name="Line 112"/>
          <p:cNvSpPr>
            <a:spLocks noChangeShapeType="1"/>
          </p:cNvSpPr>
          <p:nvPr/>
        </p:nvSpPr>
        <p:spPr bwMode="auto">
          <a:xfrm rot="5400000" flipV="1">
            <a:off x="1576453" y="1448904"/>
            <a:ext cx="0" cy="2048642"/>
          </a:xfrm>
          <a:prstGeom prst="line">
            <a:avLst/>
          </a:prstGeom>
          <a:noFill/>
          <a:ln w="19050">
            <a:solidFill>
              <a:schemeClr val="tx1">
                <a:lumMod val="65000"/>
                <a:lumOff val="35000"/>
              </a:schemeClr>
            </a:solidFill>
            <a:prstDash val="sysDot"/>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70" name="Text Box 161"/>
          <p:cNvSpPr txBox="1">
            <a:spLocks noChangeArrowheads="1"/>
          </p:cNvSpPr>
          <p:nvPr/>
        </p:nvSpPr>
        <p:spPr bwMode="auto">
          <a:xfrm>
            <a:off x="57730" y="2310486"/>
            <a:ext cx="57008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200" dirty="0" smtClean="0">
                <a:latin typeface="Meiryo UI" panose="020B0604030504040204" pitchFamily="34" charset="-128"/>
                <a:ea typeface="Meiryo UI" panose="020B0604030504040204" pitchFamily="34" charset="-128"/>
                <a:cs typeface="Meiryo UI" panose="020B0604030504040204" pitchFamily="34" charset="-128"/>
              </a:rPr>
              <a:t>1.xx</a:t>
            </a:r>
            <a:endParaRPr lang="en-US" altLang="ja-JP" sz="1200" baseline="-25000"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171" name="Line 112"/>
          <p:cNvSpPr>
            <a:spLocks noChangeShapeType="1"/>
          </p:cNvSpPr>
          <p:nvPr/>
        </p:nvSpPr>
        <p:spPr bwMode="auto">
          <a:xfrm rot="5400000" flipV="1">
            <a:off x="1986315" y="1908173"/>
            <a:ext cx="0" cy="1130104"/>
          </a:xfrm>
          <a:prstGeom prst="line">
            <a:avLst/>
          </a:prstGeom>
          <a:noFill/>
          <a:ln w="19050">
            <a:solidFill>
              <a:srgbClr val="0000FF"/>
            </a:solidFill>
            <a:prstDash val="solid"/>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72" name="Text Box 114"/>
          <p:cNvSpPr txBox="1">
            <a:spLocks noChangeArrowheads="1"/>
          </p:cNvSpPr>
          <p:nvPr/>
        </p:nvSpPr>
        <p:spPr bwMode="auto">
          <a:xfrm>
            <a:off x="988735" y="3200031"/>
            <a:ext cx="2252556"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altLang="ja-JP" sz="1000" dirty="0" smtClean="0">
                <a:solidFill>
                  <a:schemeClr val="tx1">
                    <a:lumMod val="50000"/>
                    <a:lumOff val="50000"/>
                  </a:schemeClr>
                </a:solidFill>
                <a:latin typeface="Meiryo UI" panose="020B0604030504040204" pitchFamily="34" charset="-128"/>
                <a:ea typeface="Meiryo UI" panose="020B0604030504040204" pitchFamily="34" charset="-128"/>
                <a:cs typeface="Meiryo UI" panose="020B0604030504040204" pitchFamily="34" charset="-128"/>
              </a:rPr>
              <a:t>Original degradation               </a:t>
            </a:r>
            <a:r>
              <a:rPr lang="en-US" altLang="ja-JP" sz="900" dirty="0" smtClean="0">
                <a:solidFill>
                  <a:schemeClr val="tx1">
                    <a:lumMod val="50000"/>
                    <a:lumOff val="50000"/>
                  </a:schemeClr>
                </a:solidFill>
                <a:latin typeface="Meiryo UI" panose="020B0604030504040204" pitchFamily="34" charset="-128"/>
                <a:ea typeface="Meiryo UI" panose="020B0604030504040204" pitchFamily="34" charset="-128"/>
                <a:cs typeface="Meiryo UI" panose="020B0604030504040204" pitchFamily="34" charset="-128"/>
              </a:rPr>
              <a:t>(No compensation driving)</a:t>
            </a:r>
          </a:p>
        </p:txBody>
      </p:sp>
      <p:sp>
        <p:nvSpPr>
          <p:cNvPr id="174" name="Line 112"/>
          <p:cNvSpPr>
            <a:spLocks noChangeShapeType="1"/>
          </p:cNvSpPr>
          <p:nvPr/>
        </p:nvSpPr>
        <p:spPr bwMode="auto">
          <a:xfrm rot="10800000" flipV="1">
            <a:off x="1410277" y="2310485"/>
            <a:ext cx="0" cy="1713060"/>
          </a:xfrm>
          <a:prstGeom prst="line">
            <a:avLst/>
          </a:prstGeom>
          <a:noFill/>
          <a:ln w="19050">
            <a:solidFill>
              <a:schemeClr val="tx1">
                <a:lumMod val="65000"/>
                <a:lumOff val="35000"/>
              </a:schemeClr>
            </a:solidFill>
            <a:prstDash val="sysDot"/>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73" name="Line 112"/>
          <p:cNvSpPr>
            <a:spLocks noChangeShapeType="1"/>
          </p:cNvSpPr>
          <p:nvPr/>
        </p:nvSpPr>
        <p:spPr bwMode="auto">
          <a:xfrm rot="5400000" flipV="1">
            <a:off x="947363" y="2429388"/>
            <a:ext cx="0" cy="938101"/>
          </a:xfrm>
          <a:prstGeom prst="line">
            <a:avLst/>
          </a:prstGeom>
          <a:noFill/>
          <a:ln w="19050">
            <a:solidFill>
              <a:srgbClr val="00B050"/>
            </a:solidFill>
            <a:prstDash val="solid"/>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75" name="Arc 174"/>
          <p:cNvSpPr/>
          <p:nvPr/>
        </p:nvSpPr>
        <p:spPr bwMode="auto">
          <a:xfrm rot="209500" flipH="1" flipV="1">
            <a:off x="1250764" y="2618367"/>
            <a:ext cx="2189755" cy="440293"/>
          </a:xfrm>
          <a:prstGeom prst="arc">
            <a:avLst>
              <a:gd name="adj1" fmla="val 17135947"/>
              <a:gd name="adj2" fmla="val 21153713"/>
            </a:avLst>
          </a:prstGeom>
          <a:noFill/>
          <a:ln w="19050" cap="flat" cmpd="sng" algn="ctr">
            <a:solidFill>
              <a:srgbClr val="00B050"/>
            </a:solidFill>
            <a:prstDash val="solid"/>
            <a:round/>
            <a:headEnd type="none" w="med" len="med"/>
            <a:tailEnd type="none"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176" name="Text Box 114"/>
          <p:cNvSpPr txBox="1">
            <a:spLocks noChangeArrowheads="1"/>
          </p:cNvSpPr>
          <p:nvPr/>
        </p:nvSpPr>
        <p:spPr bwMode="auto">
          <a:xfrm>
            <a:off x="1601787" y="3535264"/>
            <a:ext cx="16258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000" dirty="0" smtClean="0">
                <a:solidFill>
                  <a:schemeClr val="tx2">
                    <a:lumMod val="60000"/>
                    <a:lumOff val="40000"/>
                  </a:schemeClr>
                </a:solidFill>
                <a:latin typeface="Meiryo UI" panose="020B0604030504040204" pitchFamily="34" charset="-128"/>
                <a:ea typeface="Meiryo UI" panose="020B0604030504040204" pitchFamily="34" charset="-128"/>
                <a:cs typeface="Meiryo UI" panose="020B0604030504040204" pitchFamily="34" charset="-128"/>
              </a:rPr>
              <a:t>degradation(</a:t>
            </a:r>
            <a:r>
              <a:rPr lang="ja-JP" altLang="en-US" sz="1000" dirty="0" smtClean="0">
                <a:solidFill>
                  <a:schemeClr val="tx2">
                    <a:lumMod val="60000"/>
                    <a:lumOff val="40000"/>
                  </a:schemeClr>
                </a:solidFill>
                <a:latin typeface="Meiryo UI" panose="020B0604030504040204" pitchFamily="34" charset="-128"/>
                <a:ea typeface="Meiryo UI" panose="020B0604030504040204" pitchFamily="34" charset="-128"/>
                <a:cs typeface="Meiryo UI" panose="020B0604030504040204" pitchFamily="34" charset="-128"/>
              </a:rPr>
              <a:t>①</a:t>
            </a:r>
            <a:r>
              <a:rPr lang="en-US" altLang="ja-JP" sz="1000" dirty="0" smtClean="0">
                <a:solidFill>
                  <a:schemeClr val="tx2">
                    <a:lumMod val="60000"/>
                    <a:lumOff val="40000"/>
                  </a:schemeClr>
                </a:solidFill>
                <a:latin typeface="Meiryo UI" panose="020B0604030504040204" pitchFamily="34" charset="-128"/>
                <a:ea typeface="Meiryo UI" panose="020B0604030504040204" pitchFamily="34" charset="-128"/>
                <a:cs typeface="Meiryo UI" panose="020B0604030504040204" pitchFamily="34" charset="-128"/>
              </a:rPr>
              <a:t>)                        (Before compensation)</a:t>
            </a:r>
          </a:p>
        </p:txBody>
      </p:sp>
      <p:sp>
        <p:nvSpPr>
          <p:cNvPr id="177" name="Text Box 114"/>
          <p:cNvSpPr txBox="1">
            <a:spLocks noChangeArrowheads="1"/>
          </p:cNvSpPr>
          <p:nvPr/>
        </p:nvSpPr>
        <p:spPr bwMode="auto">
          <a:xfrm>
            <a:off x="1560573" y="2847107"/>
            <a:ext cx="16258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000" dirty="0" smtClean="0">
                <a:solidFill>
                  <a:srgbClr val="00B050"/>
                </a:solidFill>
                <a:latin typeface="Meiryo UI" panose="020B0604030504040204" pitchFamily="34" charset="-128"/>
                <a:ea typeface="Meiryo UI" panose="020B0604030504040204" pitchFamily="34" charset="-128"/>
                <a:cs typeface="Meiryo UI" panose="020B0604030504040204" pitchFamily="34" charset="-128"/>
              </a:rPr>
              <a:t>        (</a:t>
            </a:r>
            <a:r>
              <a:rPr lang="ja-JP" altLang="en-US" sz="1000" dirty="0">
                <a:solidFill>
                  <a:srgbClr val="00B050"/>
                </a:solidFill>
                <a:latin typeface="Meiryo UI" panose="020B0604030504040204" pitchFamily="34" charset="-128"/>
                <a:ea typeface="Meiryo UI" panose="020B0604030504040204" pitchFamily="34" charset="-128"/>
                <a:cs typeface="Meiryo UI" panose="020B0604030504040204" pitchFamily="34" charset="-128"/>
              </a:rPr>
              <a:t>①</a:t>
            </a:r>
            <a:r>
              <a:rPr lang="en-US" altLang="ja-JP" sz="1000" dirty="0">
                <a:solidFill>
                  <a:srgbClr val="00B050"/>
                </a:solidFill>
                <a:latin typeface="Meiryo UI" panose="020B0604030504040204" pitchFamily="34" charset="-128"/>
                <a:ea typeface="Meiryo UI" panose="020B0604030504040204" pitchFamily="34" charset="-128"/>
                <a:cs typeface="Meiryo UI" panose="020B0604030504040204" pitchFamily="34" charset="-128"/>
              </a:rPr>
              <a:t>x</a:t>
            </a:r>
            <a:r>
              <a:rPr lang="ja-JP" altLang="en-US" sz="1000" dirty="0">
                <a:solidFill>
                  <a:srgbClr val="00B050"/>
                </a:solidFill>
                <a:latin typeface="Meiryo UI" panose="020B0604030504040204" pitchFamily="34" charset="-128"/>
                <a:ea typeface="Meiryo UI" panose="020B0604030504040204" pitchFamily="34" charset="-128"/>
                <a:cs typeface="Meiryo UI" panose="020B0604030504040204" pitchFamily="34" charset="-128"/>
              </a:rPr>
              <a:t>②</a:t>
            </a:r>
            <a:r>
              <a:rPr lang="en-US" altLang="ja-JP" sz="1000" dirty="0" smtClean="0">
                <a:solidFill>
                  <a:srgbClr val="00B050"/>
                </a:solidFill>
                <a:latin typeface="Meiryo UI" panose="020B0604030504040204" pitchFamily="34" charset="-128"/>
                <a:ea typeface="Meiryo UI" panose="020B0604030504040204" pitchFamily="34" charset="-128"/>
                <a:cs typeface="Meiryo UI" panose="020B0604030504040204" pitchFamily="34" charset="-128"/>
              </a:rPr>
              <a:t>)                Compensated </a:t>
            </a:r>
            <a:r>
              <a:rPr lang="en-US" altLang="ja-JP" sz="1000" dirty="0" err="1" smtClean="0">
                <a:solidFill>
                  <a:srgbClr val="00B050"/>
                </a:solidFill>
                <a:latin typeface="Meiryo UI" panose="020B0604030504040204" pitchFamily="34" charset="-128"/>
                <a:ea typeface="Meiryo UI" panose="020B0604030504040204" pitchFamily="34" charset="-128"/>
                <a:cs typeface="Meiryo UI" panose="020B0604030504040204" pitchFamily="34" charset="-128"/>
              </a:rPr>
              <a:t>Lum</a:t>
            </a:r>
            <a:r>
              <a:rPr lang="en-US" altLang="ja-JP" sz="1000" dirty="0" smtClean="0">
                <a:solidFill>
                  <a:srgbClr val="00B050"/>
                </a:solidFill>
                <a:latin typeface="Meiryo UI" panose="020B0604030504040204" pitchFamily="34" charset="-128"/>
                <a:ea typeface="Meiryo UI" panose="020B0604030504040204" pitchFamily="34" charset="-128"/>
                <a:cs typeface="Meiryo UI" panose="020B0604030504040204" pitchFamily="34" charset="-128"/>
              </a:rPr>
              <a:t>.</a:t>
            </a:r>
            <a:r>
              <a:rPr lang="ja-JP" altLang="en-US" sz="1000" dirty="0" smtClean="0">
                <a:solidFill>
                  <a:srgbClr val="00B050"/>
                </a:solidFill>
                <a:latin typeface="Meiryo UI" panose="020B0604030504040204" pitchFamily="34" charset="-128"/>
                <a:ea typeface="Meiryo UI" panose="020B0604030504040204" pitchFamily="34" charset="-128"/>
                <a:cs typeface="Meiryo UI" panose="020B0604030504040204" pitchFamily="34" charset="-128"/>
              </a:rPr>
              <a:t>　　　</a:t>
            </a:r>
            <a:endParaRPr lang="en-US" altLang="ja-JP" sz="1000" dirty="0" smtClean="0">
              <a:solidFill>
                <a:srgbClr val="00B050"/>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178" name="Text Box 114"/>
          <p:cNvSpPr txBox="1">
            <a:spLocks noChangeArrowheads="1"/>
          </p:cNvSpPr>
          <p:nvPr/>
        </p:nvSpPr>
        <p:spPr bwMode="auto">
          <a:xfrm>
            <a:off x="1370637" y="2259023"/>
            <a:ext cx="16258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000" dirty="0" smtClean="0">
                <a:solidFill>
                  <a:srgbClr val="0000FF"/>
                </a:solidFill>
                <a:latin typeface="Meiryo UI" panose="020B0604030504040204" pitchFamily="34" charset="-128"/>
                <a:ea typeface="Meiryo UI" panose="020B0604030504040204" pitchFamily="34" charset="-128"/>
                <a:cs typeface="Meiryo UI" panose="020B0604030504040204" pitchFamily="34" charset="-128"/>
              </a:rPr>
              <a:t>Compensated </a:t>
            </a:r>
            <a:r>
              <a:rPr lang="en-US" altLang="ja-JP" sz="1000" dirty="0" err="1" smtClean="0">
                <a:solidFill>
                  <a:srgbClr val="0000FF"/>
                </a:solidFill>
                <a:latin typeface="Meiryo UI" panose="020B0604030504040204" pitchFamily="34" charset="-128"/>
                <a:ea typeface="Meiryo UI" panose="020B0604030504040204" pitchFamily="34" charset="-128"/>
                <a:cs typeface="Meiryo UI" panose="020B0604030504040204" pitchFamily="34" charset="-128"/>
              </a:rPr>
              <a:t>Ipix</a:t>
            </a:r>
            <a:r>
              <a:rPr lang="en-US" altLang="ja-JP" sz="1000" dirty="0" smtClean="0">
                <a:solidFill>
                  <a:srgbClr val="0000FF"/>
                </a:solidFill>
                <a:latin typeface="Meiryo UI" panose="020B0604030504040204" pitchFamily="34" charset="-128"/>
                <a:ea typeface="Meiryo UI" panose="020B0604030504040204" pitchFamily="34" charset="-128"/>
                <a:cs typeface="Meiryo UI" panose="020B0604030504040204" pitchFamily="34" charset="-128"/>
              </a:rPr>
              <a:t>(</a:t>
            </a:r>
            <a:r>
              <a:rPr lang="ja-JP" altLang="en-US" sz="1000" dirty="0" smtClean="0">
                <a:solidFill>
                  <a:srgbClr val="0000FF"/>
                </a:solidFill>
                <a:latin typeface="Meiryo UI" panose="020B0604030504040204" pitchFamily="34" charset="-128"/>
                <a:ea typeface="Meiryo UI" panose="020B0604030504040204" pitchFamily="34" charset="-128"/>
                <a:cs typeface="Meiryo UI" panose="020B0604030504040204" pitchFamily="34" charset="-128"/>
              </a:rPr>
              <a:t>②</a:t>
            </a:r>
            <a:r>
              <a:rPr lang="en-US" altLang="ja-JP" sz="1000" dirty="0" smtClean="0">
                <a:solidFill>
                  <a:srgbClr val="0000FF"/>
                </a:solidFill>
                <a:latin typeface="Meiryo UI" panose="020B0604030504040204" pitchFamily="34" charset="-128"/>
                <a:ea typeface="Meiryo UI" panose="020B0604030504040204" pitchFamily="34" charset="-128"/>
                <a:cs typeface="Meiryo UI" panose="020B0604030504040204" pitchFamily="34" charset="-128"/>
              </a:rPr>
              <a:t>)</a:t>
            </a:r>
          </a:p>
        </p:txBody>
      </p:sp>
      <p:sp>
        <p:nvSpPr>
          <p:cNvPr id="180" name="Rounded Rectangular Callout 179"/>
          <p:cNvSpPr/>
          <p:nvPr/>
        </p:nvSpPr>
        <p:spPr bwMode="auto">
          <a:xfrm>
            <a:off x="315957" y="1701237"/>
            <a:ext cx="2789638" cy="398407"/>
          </a:xfrm>
          <a:prstGeom prst="wedgeRoundRectCallout">
            <a:avLst>
              <a:gd name="adj1" fmla="val 3260"/>
              <a:gd name="adj2" fmla="val 90468"/>
              <a:gd name="adj3" fmla="val 16667"/>
            </a:avLst>
          </a:prstGeom>
          <a:solidFill>
            <a:schemeClr val="accent2">
              <a:lumMod val="40000"/>
              <a:lumOff val="60000"/>
            </a:schemeClr>
          </a:solidFill>
          <a:ln w="9525" cap="flat" cmpd="sng" algn="ctr">
            <a:solidFill>
              <a:schemeClr val="accent2">
                <a:lumMod val="7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27432" tIns="18288" rIns="27432" bIns="18288" numCol="1" rtlCol="0" anchor="t" anchorCtr="0" compatLnSpc="1">
            <a:prstTxWarp prst="textNoShape">
              <a:avLst/>
            </a:prstTxWarp>
            <a:spAutoFit/>
          </a:bodyPr>
          <a:lstStyle/>
          <a:p>
            <a:pPr defTabSz="801688" fontAlgn="base">
              <a:spcBef>
                <a:spcPct val="0"/>
              </a:spcBef>
              <a:spcAft>
                <a:spcPct val="0"/>
              </a:spcAft>
            </a:pPr>
            <a:r>
              <a:rPr lang="en-US" altLang="ja-JP" sz="1050" dirty="0">
                <a:latin typeface="Meiryo UI" panose="020B0604030504040204" pitchFamily="34" charset="-128"/>
                <a:ea typeface="Meiryo UI" panose="020B0604030504040204" pitchFamily="34" charset="-128"/>
                <a:cs typeface="Meiryo UI" panose="020B0604030504040204" pitchFamily="34" charset="-128"/>
              </a:rPr>
              <a:t>Current is limited </a:t>
            </a:r>
            <a:r>
              <a:rPr lang="ja-JP" altLang="en-US" sz="1050" dirty="0">
                <a:latin typeface="Meiryo UI" panose="020B0604030504040204" pitchFamily="34" charset="-128"/>
                <a:ea typeface="Meiryo UI" panose="020B0604030504040204" pitchFamily="34" charset="-128"/>
                <a:cs typeface="Meiryo UI" panose="020B0604030504040204" pitchFamily="34" charset="-128"/>
              </a:rPr>
              <a:t>　　　　　　　　　　　　　　      </a:t>
            </a:r>
            <a:r>
              <a:rPr lang="en-US" altLang="ja-JP" sz="1000" dirty="0">
                <a:latin typeface="Meiryo UI" panose="020B0604030504040204" pitchFamily="34" charset="-128"/>
                <a:ea typeface="Meiryo UI" panose="020B0604030504040204" pitchFamily="34" charset="-128"/>
                <a:cs typeface="Meiryo UI" panose="020B0604030504040204" pitchFamily="34" charset="-128"/>
              </a:rPr>
              <a:t>(ex. due to power consumption restriction</a:t>
            </a:r>
            <a:r>
              <a:rPr lang="en-US" altLang="ja-JP" sz="1000" dirty="0" smtClean="0">
                <a:latin typeface="Meiryo UI" panose="020B0604030504040204" pitchFamily="34" charset="-128"/>
                <a:ea typeface="Meiryo UI" panose="020B0604030504040204" pitchFamily="34" charset="-128"/>
                <a:cs typeface="Meiryo UI" panose="020B0604030504040204" pitchFamily="34" charset="-128"/>
              </a:rPr>
              <a:t>)</a:t>
            </a:r>
            <a:r>
              <a:rPr lang="ja-JP" altLang="en-US" sz="1050" baseline="30000" dirty="0" smtClean="0">
                <a:latin typeface="Meiryo UI" panose="020B0604030504040204" pitchFamily="34" charset="-128"/>
                <a:ea typeface="Meiryo UI" panose="020B0604030504040204" pitchFamily="34" charset="-128"/>
                <a:cs typeface="Meiryo UI" panose="020B0604030504040204" pitchFamily="34" charset="-128"/>
              </a:rPr>
              <a:t>　　</a:t>
            </a:r>
            <a:endParaRPr kumimoji="0" lang="en-US" sz="1050" i="0" u="none" strike="noStrike" cap="none" normalizeH="0" baseline="30000" dirty="0" smtClean="0">
              <a:ln>
                <a:noFill/>
              </a:ln>
              <a:effectLst/>
              <a:latin typeface="Meiryo UI" panose="020B0604030504040204" pitchFamily="34" charset="-128"/>
              <a:ea typeface="Meiryo UI" panose="020B0604030504040204" pitchFamily="34" charset="-128"/>
              <a:cs typeface="Meiryo UI" panose="020B0604030504040204" pitchFamily="34" charset="-128"/>
            </a:endParaRPr>
          </a:p>
        </p:txBody>
      </p:sp>
      <p:cxnSp>
        <p:nvCxnSpPr>
          <p:cNvPr id="18" name="Straight Arrow Connector 17"/>
          <p:cNvCxnSpPr/>
          <p:nvPr/>
        </p:nvCxnSpPr>
        <p:spPr bwMode="auto">
          <a:xfrm flipH="1">
            <a:off x="1958437" y="2790010"/>
            <a:ext cx="195256" cy="203369"/>
          </a:xfrm>
          <a:prstGeom prst="straightConnector1">
            <a:avLst/>
          </a:prstGeom>
          <a:noFill/>
          <a:ln w="9525" cap="flat" cmpd="sng" algn="ctr">
            <a:solidFill>
              <a:schemeClr val="tx2">
                <a:lumMod val="60000"/>
                <a:lumOff val="40000"/>
              </a:schemeClr>
            </a:solidFill>
            <a:prstDash val="dash"/>
            <a:round/>
            <a:headEnd type="none" w="med" len="med"/>
            <a:tailEnd type="triangle"/>
          </a:ln>
          <a:effectLst/>
        </p:spPr>
      </p:cxnSp>
      <p:sp>
        <p:nvSpPr>
          <p:cNvPr id="181" name="Text Box 114"/>
          <p:cNvSpPr txBox="1">
            <a:spLocks noChangeArrowheads="1"/>
          </p:cNvSpPr>
          <p:nvPr/>
        </p:nvSpPr>
        <p:spPr bwMode="auto">
          <a:xfrm>
            <a:off x="1882444" y="2485960"/>
            <a:ext cx="114820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100" b="1" dirty="0" smtClean="0">
                <a:solidFill>
                  <a:schemeClr val="tx2">
                    <a:lumMod val="60000"/>
                    <a:lumOff val="40000"/>
                  </a:schemeClr>
                </a:solidFill>
                <a:latin typeface="Meiryo UI" panose="020B0604030504040204" pitchFamily="34" charset="-128"/>
                <a:ea typeface="Meiryo UI" panose="020B0604030504040204" pitchFamily="34" charset="-128"/>
                <a:cs typeface="Meiryo UI" panose="020B0604030504040204" pitchFamily="34" charset="-128"/>
              </a:rPr>
              <a:t>Correction  failure</a:t>
            </a:r>
            <a:endParaRPr lang="en-US" altLang="ja-JP" sz="1100" b="1" dirty="0">
              <a:solidFill>
                <a:schemeClr val="tx2">
                  <a:lumMod val="60000"/>
                  <a:lumOff val="40000"/>
                </a:schemeClr>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182" name="Line 112"/>
          <p:cNvSpPr>
            <a:spLocks noChangeShapeType="1"/>
          </p:cNvSpPr>
          <p:nvPr/>
        </p:nvSpPr>
        <p:spPr bwMode="auto">
          <a:xfrm rot="10800000" flipV="1">
            <a:off x="1068387" y="3804987"/>
            <a:ext cx="0" cy="260774"/>
          </a:xfrm>
          <a:prstGeom prst="line">
            <a:avLst/>
          </a:prstGeom>
          <a:noFill/>
          <a:ln w="19050">
            <a:solidFill>
              <a:srgbClr val="C00000"/>
            </a:solidFill>
            <a:prstDash val="sysDot"/>
            <a:round/>
            <a:headEnd type="stealth"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83" name="Line 112"/>
          <p:cNvSpPr>
            <a:spLocks noChangeShapeType="1"/>
          </p:cNvSpPr>
          <p:nvPr/>
        </p:nvSpPr>
        <p:spPr bwMode="auto">
          <a:xfrm rot="10800000" flipV="1">
            <a:off x="1601787" y="3810794"/>
            <a:ext cx="0" cy="260774"/>
          </a:xfrm>
          <a:prstGeom prst="line">
            <a:avLst/>
          </a:prstGeom>
          <a:noFill/>
          <a:ln w="19050">
            <a:solidFill>
              <a:srgbClr val="C00000"/>
            </a:solidFill>
            <a:prstDash val="sysDot"/>
            <a:round/>
            <a:headEnd type="stealth"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84" name="Text Box 16"/>
          <p:cNvSpPr txBox="1">
            <a:spLocks noChangeArrowheads="1"/>
          </p:cNvSpPr>
          <p:nvPr/>
        </p:nvSpPr>
        <p:spPr bwMode="auto">
          <a:xfrm>
            <a:off x="591276" y="4044549"/>
            <a:ext cx="97220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200" dirty="0" smtClean="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rPr>
              <a:t>t1</a:t>
            </a:r>
            <a:endParaRPr lang="ja-JP" altLang="en-US" sz="1200" dirty="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185" name="Text Box 16"/>
          <p:cNvSpPr txBox="1">
            <a:spLocks noChangeArrowheads="1"/>
          </p:cNvSpPr>
          <p:nvPr/>
        </p:nvSpPr>
        <p:spPr bwMode="auto">
          <a:xfrm>
            <a:off x="1115686" y="4043847"/>
            <a:ext cx="97220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200" dirty="0" smtClean="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rPr>
              <a:t>t2</a:t>
            </a:r>
            <a:endParaRPr lang="ja-JP" altLang="en-US" sz="1200" dirty="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186" name="Line 111"/>
          <p:cNvSpPr>
            <a:spLocks noChangeShapeType="1"/>
          </p:cNvSpPr>
          <p:nvPr/>
        </p:nvSpPr>
        <p:spPr bwMode="auto">
          <a:xfrm flipV="1">
            <a:off x="3458520" y="2588372"/>
            <a:ext cx="0" cy="1213189"/>
          </a:xfrm>
          <a:prstGeom prst="line">
            <a:avLst/>
          </a:prstGeom>
          <a:noFill/>
          <a:ln w="19050">
            <a:solidFill>
              <a:schemeClr val="tx1">
                <a:lumMod val="50000"/>
                <a:lumOff val="50000"/>
              </a:schemeClr>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87" name="Line 112"/>
          <p:cNvSpPr>
            <a:spLocks noChangeShapeType="1"/>
          </p:cNvSpPr>
          <p:nvPr/>
        </p:nvSpPr>
        <p:spPr bwMode="auto">
          <a:xfrm rot="5400000" flipV="1">
            <a:off x="4161332" y="3099688"/>
            <a:ext cx="0" cy="1403751"/>
          </a:xfrm>
          <a:prstGeom prst="line">
            <a:avLst/>
          </a:prstGeom>
          <a:noFill/>
          <a:ln w="19050">
            <a:solidFill>
              <a:schemeClr val="tx1">
                <a:lumMod val="50000"/>
                <a:lumOff val="50000"/>
              </a:schemeClr>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88" name="Text Box 114"/>
          <p:cNvSpPr txBox="1">
            <a:spLocks noChangeArrowheads="1"/>
          </p:cNvSpPr>
          <p:nvPr/>
        </p:nvSpPr>
        <p:spPr bwMode="auto">
          <a:xfrm>
            <a:off x="4669703" y="3767550"/>
            <a:ext cx="6448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200" dirty="0" smtClean="0">
                <a:latin typeface="Meiryo UI" panose="020B0604030504040204" pitchFamily="34" charset="-128"/>
                <a:ea typeface="Meiryo UI" panose="020B0604030504040204" pitchFamily="34" charset="-128"/>
                <a:cs typeface="Meiryo UI" panose="020B0604030504040204" pitchFamily="34" charset="-128"/>
              </a:rPr>
              <a:t>Level</a:t>
            </a:r>
            <a:endParaRPr lang="en-US" altLang="ja-JP" sz="1200"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189" name="Arc 113"/>
          <p:cNvSpPr>
            <a:spLocks/>
          </p:cNvSpPr>
          <p:nvPr/>
        </p:nvSpPr>
        <p:spPr bwMode="auto">
          <a:xfrm rot="16200000" flipH="1" flipV="1">
            <a:off x="3497629" y="2755312"/>
            <a:ext cx="999957" cy="1078616"/>
          </a:xfrm>
          <a:custGeom>
            <a:avLst/>
            <a:gdLst>
              <a:gd name="G0" fmla="+- 0 0 0"/>
              <a:gd name="G1" fmla="+- 21600 0 0"/>
              <a:gd name="G2" fmla="+- 21600 0 0"/>
              <a:gd name="T0" fmla="*/ 0 w 21600"/>
              <a:gd name="T1" fmla="*/ 0 h 21600"/>
              <a:gd name="T2" fmla="*/ 21600 w 21600"/>
              <a:gd name="T3" fmla="*/ 21600 h 21600"/>
              <a:gd name="T4" fmla="*/ 0 w 21600"/>
              <a:gd name="T5" fmla="*/ 21600 h 21600"/>
              <a:gd name="connsiteX0" fmla="*/ 0 w 21600"/>
              <a:gd name="connsiteY0" fmla="*/ 632 h 22232"/>
              <a:gd name="connsiteX1" fmla="*/ 21600 w 21600"/>
              <a:gd name="connsiteY1" fmla="*/ 22232 h 22232"/>
              <a:gd name="connsiteX0" fmla="*/ 0 w 21600"/>
              <a:gd name="connsiteY0" fmla="*/ 0 h 22232"/>
              <a:gd name="connsiteX1" fmla="*/ 21600 w 21600"/>
              <a:gd name="connsiteY1" fmla="*/ 22232 h 22232"/>
              <a:gd name="connsiteX2" fmla="*/ 0 w 21600"/>
              <a:gd name="connsiteY2" fmla="*/ 22232 h 22232"/>
              <a:gd name="connsiteX3" fmla="*/ 0 w 21600"/>
              <a:gd name="connsiteY3" fmla="*/ 0 h 22232"/>
              <a:gd name="connsiteX0" fmla="*/ 0 w 21600"/>
              <a:gd name="connsiteY0" fmla="*/ 0 h 22311"/>
              <a:gd name="connsiteX1" fmla="*/ 21600 w 21600"/>
              <a:gd name="connsiteY1" fmla="*/ 22311 h 22311"/>
              <a:gd name="connsiteX0" fmla="*/ 0 w 21600"/>
              <a:gd name="connsiteY0" fmla="*/ 79 h 22311"/>
              <a:gd name="connsiteX1" fmla="*/ 21600 w 21600"/>
              <a:gd name="connsiteY1" fmla="*/ 22311 h 22311"/>
              <a:gd name="connsiteX2" fmla="*/ 0 w 21600"/>
              <a:gd name="connsiteY2" fmla="*/ 22311 h 22311"/>
              <a:gd name="connsiteX3" fmla="*/ 0 w 21600"/>
              <a:gd name="connsiteY3" fmla="*/ 79 h 22311"/>
              <a:gd name="connsiteX0" fmla="*/ 0 w 21600"/>
              <a:gd name="connsiteY0" fmla="*/ 0 h 22311"/>
              <a:gd name="connsiteX1" fmla="*/ 21600 w 21600"/>
              <a:gd name="connsiteY1" fmla="*/ 22311 h 22311"/>
              <a:gd name="connsiteX0" fmla="*/ 0 w 21600"/>
              <a:gd name="connsiteY0" fmla="*/ 79 h 22311"/>
              <a:gd name="connsiteX1" fmla="*/ 21600 w 21600"/>
              <a:gd name="connsiteY1" fmla="*/ 22311 h 22311"/>
              <a:gd name="connsiteX2" fmla="*/ 0 w 21600"/>
              <a:gd name="connsiteY2" fmla="*/ 22311 h 22311"/>
              <a:gd name="connsiteX3" fmla="*/ 0 w 21600"/>
              <a:gd name="connsiteY3" fmla="*/ 79 h 22311"/>
              <a:gd name="connsiteX0" fmla="*/ 0 w 21600"/>
              <a:gd name="connsiteY0" fmla="*/ 0 h 22311"/>
              <a:gd name="connsiteX1" fmla="*/ 21600 w 21600"/>
              <a:gd name="connsiteY1" fmla="*/ 22311 h 22311"/>
              <a:gd name="connsiteX0" fmla="*/ 0 w 21600"/>
              <a:gd name="connsiteY0" fmla="*/ 79 h 22311"/>
              <a:gd name="connsiteX1" fmla="*/ 21600 w 21600"/>
              <a:gd name="connsiteY1" fmla="*/ 22311 h 22311"/>
              <a:gd name="connsiteX2" fmla="*/ 0 w 21600"/>
              <a:gd name="connsiteY2" fmla="*/ 22311 h 22311"/>
              <a:gd name="connsiteX3" fmla="*/ 0 w 21600"/>
              <a:gd name="connsiteY3" fmla="*/ 79 h 22311"/>
            </a:gdLst>
            <a:ahLst/>
            <a:cxnLst>
              <a:cxn ang="0">
                <a:pos x="connsiteX0" y="connsiteY0"/>
              </a:cxn>
              <a:cxn ang="0">
                <a:pos x="connsiteX1" y="connsiteY1"/>
              </a:cxn>
              <a:cxn ang="0">
                <a:pos x="connsiteX2" y="connsiteY2"/>
              </a:cxn>
              <a:cxn ang="0">
                <a:pos x="connsiteX3" y="connsiteY3"/>
              </a:cxn>
            </a:cxnLst>
            <a:rect l="l" t="t" r="r" b="b"/>
            <a:pathLst>
              <a:path w="21600" h="22311" fill="none" extrusionOk="0">
                <a:moveTo>
                  <a:pt x="0" y="0"/>
                </a:moveTo>
                <a:cubicBezTo>
                  <a:pt x="11764" y="2134"/>
                  <a:pt x="21600" y="10381"/>
                  <a:pt x="21600" y="22311"/>
                </a:cubicBezTo>
              </a:path>
              <a:path w="21600" h="22311" stroke="0" extrusionOk="0">
                <a:moveTo>
                  <a:pt x="0" y="79"/>
                </a:moveTo>
                <a:cubicBezTo>
                  <a:pt x="11929" y="79"/>
                  <a:pt x="21600" y="10381"/>
                  <a:pt x="21600" y="22311"/>
                </a:cubicBezTo>
                <a:lnTo>
                  <a:pt x="0" y="22311"/>
                </a:lnTo>
                <a:lnTo>
                  <a:pt x="0" y="79"/>
                </a:lnTo>
                <a:close/>
              </a:path>
            </a:pathLst>
          </a:custGeom>
          <a:noFill/>
          <a:ln w="19050">
            <a:solidFill>
              <a:schemeClr val="tx1">
                <a:lumMod val="75000"/>
                <a:lumOff val="2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92" name="Text Box 114"/>
          <p:cNvSpPr txBox="1">
            <a:spLocks noChangeArrowheads="1"/>
          </p:cNvSpPr>
          <p:nvPr/>
        </p:nvSpPr>
        <p:spPr bwMode="auto">
          <a:xfrm rot="16200000">
            <a:off x="3015632" y="2707215"/>
            <a:ext cx="6448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200" dirty="0" err="1" smtClean="0">
                <a:latin typeface="Meiryo UI" panose="020B0604030504040204" pitchFamily="34" charset="-128"/>
                <a:ea typeface="Meiryo UI" panose="020B0604030504040204" pitchFamily="34" charset="-128"/>
                <a:cs typeface="Meiryo UI" panose="020B0604030504040204" pitchFamily="34" charset="-128"/>
              </a:rPr>
              <a:t>Lum</a:t>
            </a:r>
            <a:endParaRPr lang="en-US" altLang="ja-JP" sz="1200"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193" name="Line 112"/>
          <p:cNvSpPr>
            <a:spLocks noChangeShapeType="1"/>
          </p:cNvSpPr>
          <p:nvPr/>
        </p:nvSpPr>
        <p:spPr bwMode="auto">
          <a:xfrm rot="5400000" flipV="1">
            <a:off x="4476897" y="3191169"/>
            <a:ext cx="0" cy="510125"/>
          </a:xfrm>
          <a:prstGeom prst="line">
            <a:avLst/>
          </a:prstGeom>
          <a:noFill/>
          <a:ln w="19050">
            <a:solidFill>
              <a:schemeClr val="tx1">
                <a:lumMod val="75000"/>
                <a:lumOff val="25000"/>
              </a:schemeClr>
            </a:solidFill>
            <a:prstDash val="solid"/>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94" name="Text Box 16"/>
          <p:cNvSpPr txBox="1">
            <a:spLocks noChangeArrowheads="1"/>
          </p:cNvSpPr>
          <p:nvPr/>
        </p:nvSpPr>
        <p:spPr bwMode="auto">
          <a:xfrm>
            <a:off x="4313112" y="2510678"/>
            <a:ext cx="97220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200" dirty="0" smtClean="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rPr>
              <a:t>Initial,t1</a:t>
            </a:r>
            <a:endParaRPr lang="ja-JP" altLang="en-US" sz="1200" dirty="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195" name="Text Box 16"/>
          <p:cNvSpPr txBox="1">
            <a:spLocks noChangeArrowheads="1"/>
          </p:cNvSpPr>
          <p:nvPr/>
        </p:nvSpPr>
        <p:spPr bwMode="auto">
          <a:xfrm>
            <a:off x="4396105" y="3309641"/>
            <a:ext cx="97220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200" dirty="0" smtClean="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rPr>
              <a:t>t2</a:t>
            </a:r>
            <a:endParaRPr lang="ja-JP" altLang="en-US" sz="1200" dirty="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196" name="Line 112"/>
          <p:cNvSpPr>
            <a:spLocks noChangeShapeType="1"/>
          </p:cNvSpPr>
          <p:nvPr/>
        </p:nvSpPr>
        <p:spPr bwMode="auto">
          <a:xfrm rot="10800000" flipV="1">
            <a:off x="3773330" y="3815848"/>
            <a:ext cx="0" cy="176366"/>
          </a:xfrm>
          <a:prstGeom prst="line">
            <a:avLst/>
          </a:prstGeom>
          <a:noFill/>
          <a:ln w="19050">
            <a:solidFill>
              <a:srgbClr val="0000FF"/>
            </a:solidFill>
            <a:prstDash val="sysDot"/>
            <a:round/>
            <a:headEnd type="stealth"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97" name="Line 112"/>
          <p:cNvSpPr>
            <a:spLocks noChangeShapeType="1"/>
          </p:cNvSpPr>
          <p:nvPr/>
        </p:nvSpPr>
        <p:spPr bwMode="auto">
          <a:xfrm rot="10800000" flipV="1">
            <a:off x="4071651" y="3815848"/>
            <a:ext cx="0" cy="176366"/>
          </a:xfrm>
          <a:prstGeom prst="line">
            <a:avLst/>
          </a:prstGeom>
          <a:noFill/>
          <a:ln w="19050">
            <a:solidFill>
              <a:srgbClr val="0000FF"/>
            </a:solidFill>
            <a:prstDash val="sysDot"/>
            <a:round/>
            <a:headEnd type="stealth"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98" name="Line 112"/>
          <p:cNvSpPr>
            <a:spLocks noChangeShapeType="1"/>
          </p:cNvSpPr>
          <p:nvPr/>
        </p:nvSpPr>
        <p:spPr bwMode="auto">
          <a:xfrm rot="10800000" flipV="1">
            <a:off x="4387916" y="3815848"/>
            <a:ext cx="0" cy="176366"/>
          </a:xfrm>
          <a:prstGeom prst="line">
            <a:avLst/>
          </a:prstGeom>
          <a:noFill/>
          <a:ln w="19050">
            <a:solidFill>
              <a:srgbClr val="0000FF"/>
            </a:solidFill>
            <a:prstDash val="sysDot"/>
            <a:round/>
            <a:headEnd type="stealth"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99" name="Text Box 16"/>
          <p:cNvSpPr txBox="1">
            <a:spLocks noChangeArrowheads="1"/>
          </p:cNvSpPr>
          <p:nvPr/>
        </p:nvSpPr>
        <p:spPr bwMode="auto">
          <a:xfrm>
            <a:off x="3622202" y="3912134"/>
            <a:ext cx="28846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200" dirty="0" smtClean="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rPr>
              <a:t>a</a:t>
            </a:r>
            <a:endParaRPr lang="ja-JP" altLang="en-US" sz="1200" dirty="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200" name="Text Box 16"/>
          <p:cNvSpPr txBox="1">
            <a:spLocks noChangeArrowheads="1"/>
          </p:cNvSpPr>
          <p:nvPr/>
        </p:nvSpPr>
        <p:spPr bwMode="auto">
          <a:xfrm>
            <a:off x="3928609" y="3912134"/>
            <a:ext cx="28846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200" dirty="0" smtClean="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rPr>
              <a:t>b</a:t>
            </a:r>
            <a:endParaRPr lang="ja-JP" altLang="en-US" sz="1200" dirty="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201" name="Text Box 16"/>
          <p:cNvSpPr txBox="1">
            <a:spLocks noChangeArrowheads="1"/>
          </p:cNvSpPr>
          <p:nvPr/>
        </p:nvSpPr>
        <p:spPr bwMode="auto">
          <a:xfrm>
            <a:off x="4240346" y="3912134"/>
            <a:ext cx="28846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200" dirty="0" smtClean="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rPr>
              <a:t>c</a:t>
            </a:r>
            <a:endParaRPr lang="ja-JP" altLang="en-US" sz="1200" dirty="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202" name="Arc 113"/>
          <p:cNvSpPr>
            <a:spLocks/>
          </p:cNvSpPr>
          <p:nvPr/>
        </p:nvSpPr>
        <p:spPr bwMode="auto">
          <a:xfrm rot="2186706" flipH="1" flipV="1">
            <a:off x="192879" y="4061940"/>
            <a:ext cx="633416" cy="829247"/>
          </a:xfrm>
          <a:custGeom>
            <a:avLst/>
            <a:gdLst>
              <a:gd name="G0" fmla="+- 0 0 0"/>
              <a:gd name="G1" fmla="+- 21600 0 0"/>
              <a:gd name="G2" fmla="+- 21600 0 0"/>
              <a:gd name="T0" fmla="*/ 0 w 21600"/>
              <a:gd name="T1" fmla="*/ 0 h 21600"/>
              <a:gd name="T2" fmla="*/ 21600 w 21600"/>
              <a:gd name="T3" fmla="*/ 21600 h 21600"/>
              <a:gd name="T4" fmla="*/ 0 w 21600"/>
              <a:gd name="T5" fmla="*/ 21600 h 21600"/>
              <a:gd name="connsiteX0" fmla="*/ 0 w 21600"/>
              <a:gd name="connsiteY0" fmla="*/ 632 h 22232"/>
              <a:gd name="connsiteX1" fmla="*/ 21600 w 21600"/>
              <a:gd name="connsiteY1" fmla="*/ 22232 h 22232"/>
              <a:gd name="connsiteX0" fmla="*/ 0 w 21600"/>
              <a:gd name="connsiteY0" fmla="*/ 0 h 22232"/>
              <a:gd name="connsiteX1" fmla="*/ 21600 w 21600"/>
              <a:gd name="connsiteY1" fmla="*/ 22232 h 22232"/>
              <a:gd name="connsiteX2" fmla="*/ 0 w 21600"/>
              <a:gd name="connsiteY2" fmla="*/ 22232 h 22232"/>
              <a:gd name="connsiteX3" fmla="*/ 0 w 21600"/>
              <a:gd name="connsiteY3" fmla="*/ 0 h 22232"/>
              <a:gd name="connsiteX0" fmla="*/ 0 w 21600"/>
              <a:gd name="connsiteY0" fmla="*/ 0 h 22311"/>
              <a:gd name="connsiteX1" fmla="*/ 21600 w 21600"/>
              <a:gd name="connsiteY1" fmla="*/ 22311 h 22311"/>
              <a:gd name="connsiteX0" fmla="*/ 0 w 21600"/>
              <a:gd name="connsiteY0" fmla="*/ 79 h 22311"/>
              <a:gd name="connsiteX1" fmla="*/ 21600 w 21600"/>
              <a:gd name="connsiteY1" fmla="*/ 22311 h 22311"/>
              <a:gd name="connsiteX2" fmla="*/ 0 w 21600"/>
              <a:gd name="connsiteY2" fmla="*/ 22311 h 22311"/>
              <a:gd name="connsiteX3" fmla="*/ 0 w 21600"/>
              <a:gd name="connsiteY3" fmla="*/ 79 h 22311"/>
              <a:gd name="connsiteX0" fmla="*/ 0 w 21600"/>
              <a:gd name="connsiteY0" fmla="*/ 0 h 22311"/>
              <a:gd name="connsiteX1" fmla="*/ 21600 w 21600"/>
              <a:gd name="connsiteY1" fmla="*/ 22311 h 22311"/>
              <a:gd name="connsiteX0" fmla="*/ 0 w 21600"/>
              <a:gd name="connsiteY0" fmla="*/ 79 h 22311"/>
              <a:gd name="connsiteX1" fmla="*/ 21600 w 21600"/>
              <a:gd name="connsiteY1" fmla="*/ 22311 h 22311"/>
              <a:gd name="connsiteX2" fmla="*/ 0 w 21600"/>
              <a:gd name="connsiteY2" fmla="*/ 22311 h 22311"/>
              <a:gd name="connsiteX3" fmla="*/ 0 w 21600"/>
              <a:gd name="connsiteY3" fmla="*/ 79 h 22311"/>
              <a:gd name="connsiteX0" fmla="*/ 0 w 21600"/>
              <a:gd name="connsiteY0" fmla="*/ 0 h 22311"/>
              <a:gd name="connsiteX1" fmla="*/ 21600 w 21600"/>
              <a:gd name="connsiteY1" fmla="*/ 22311 h 22311"/>
              <a:gd name="connsiteX0" fmla="*/ 0 w 21600"/>
              <a:gd name="connsiteY0" fmla="*/ 79 h 22311"/>
              <a:gd name="connsiteX1" fmla="*/ 21600 w 21600"/>
              <a:gd name="connsiteY1" fmla="*/ 22311 h 22311"/>
              <a:gd name="connsiteX2" fmla="*/ 0 w 21600"/>
              <a:gd name="connsiteY2" fmla="*/ 22311 h 22311"/>
              <a:gd name="connsiteX3" fmla="*/ 0 w 21600"/>
              <a:gd name="connsiteY3" fmla="*/ 79 h 22311"/>
            </a:gdLst>
            <a:ahLst/>
            <a:cxnLst>
              <a:cxn ang="0">
                <a:pos x="connsiteX0" y="connsiteY0"/>
              </a:cxn>
              <a:cxn ang="0">
                <a:pos x="connsiteX1" y="connsiteY1"/>
              </a:cxn>
              <a:cxn ang="0">
                <a:pos x="connsiteX2" y="connsiteY2"/>
              </a:cxn>
              <a:cxn ang="0">
                <a:pos x="connsiteX3" y="connsiteY3"/>
              </a:cxn>
            </a:cxnLst>
            <a:rect l="l" t="t" r="r" b="b"/>
            <a:pathLst>
              <a:path w="21600" h="22311" fill="none" extrusionOk="0">
                <a:moveTo>
                  <a:pt x="0" y="0"/>
                </a:moveTo>
                <a:cubicBezTo>
                  <a:pt x="11764" y="2134"/>
                  <a:pt x="21600" y="10381"/>
                  <a:pt x="21600" y="22311"/>
                </a:cubicBezTo>
              </a:path>
              <a:path w="21600" h="22311" stroke="0" extrusionOk="0">
                <a:moveTo>
                  <a:pt x="0" y="79"/>
                </a:moveTo>
                <a:cubicBezTo>
                  <a:pt x="11929" y="79"/>
                  <a:pt x="21600" y="10381"/>
                  <a:pt x="21600" y="22311"/>
                </a:cubicBezTo>
                <a:lnTo>
                  <a:pt x="0" y="22311"/>
                </a:lnTo>
                <a:lnTo>
                  <a:pt x="0" y="79"/>
                </a:lnTo>
                <a:close/>
              </a:path>
            </a:pathLst>
          </a:custGeom>
          <a:noFill/>
          <a:ln w="19050">
            <a:solidFill>
              <a:schemeClr val="bg1">
                <a:lumMod val="65000"/>
              </a:schemeClr>
            </a:solidFill>
            <a:round/>
            <a:headEnd type="arrow"/>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203" name="Line 130"/>
          <p:cNvSpPr>
            <a:spLocks noChangeShapeType="1"/>
          </p:cNvSpPr>
          <p:nvPr/>
        </p:nvSpPr>
        <p:spPr bwMode="auto">
          <a:xfrm>
            <a:off x="4387915" y="3355099"/>
            <a:ext cx="0" cy="433406"/>
          </a:xfrm>
          <a:prstGeom prst="line">
            <a:avLst/>
          </a:prstGeom>
          <a:noFill/>
          <a:ln w="1270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70" name="Oval 69"/>
          <p:cNvSpPr/>
          <p:nvPr/>
        </p:nvSpPr>
        <p:spPr bwMode="auto">
          <a:xfrm>
            <a:off x="4362009" y="3419889"/>
            <a:ext cx="52684" cy="52684"/>
          </a:xfrm>
          <a:prstGeom prst="ellipse">
            <a:avLst/>
          </a:prstGeom>
          <a:solidFill>
            <a:schemeClr val="bg1"/>
          </a:solidFill>
          <a:ln w="9525" cap="flat" cmpd="sng" algn="ctr">
            <a:solidFill>
              <a:schemeClr val="tx2">
                <a:lumMod val="60000"/>
                <a:lumOff val="40000"/>
              </a:schemeClr>
            </a:solidFill>
            <a:prstDash val="solid"/>
            <a:round/>
            <a:headEnd type="none" w="med" len="med"/>
            <a:tailEnd type="none"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cxnSp>
        <p:nvCxnSpPr>
          <p:cNvPr id="205" name="Straight Arrow Connector 204"/>
          <p:cNvCxnSpPr/>
          <p:nvPr/>
        </p:nvCxnSpPr>
        <p:spPr bwMode="auto">
          <a:xfrm>
            <a:off x="4058338" y="3152287"/>
            <a:ext cx="305090" cy="268521"/>
          </a:xfrm>
          <a:prstGeom prst="straightConnector1">
            <a:avLst/>
          </a:prstGeom>
          <a:noFill/>
          <a:ln w="12700" cap="flat" cmpd="sng" algn="ctr">
            <a:solidFill>
              <a:schemeClr val="tx2">
                <a:lumMod val="60000"/>
                <a:lumOff val="40000"/>
              </a:schemeClr>
            </a:solidFill>
            <a:prstDash val="sysDot"/>
            <a:round/>
            <a:headEnd type="none" w="med" len="med"/>
            <a:tailEnd type="triangle"/>
          </a:ln>
          <a:effectLst/>
        </p:spPr>
      </p:cxnSp>
      <p:cxnSp>
        <p:nvCxnSpPr>
          <p:cNvPr id="206" name="Straight Arrow Connector 205"/>
          <p:cNvCxnSpPr/>
          <p:nvPr/>
        </p:nvCxnSpPr>
        <p:spPr bwMode="auto">
          <a:xfrm>
            <a:off x="4057186" y="2512880"/>
            <a:ext cx="1" cy="640068"/>
          </a:xfrm>
          <a:prstGeom prst="straightConnector1">
            <a:avLst/>
          </a:prstGeom>
          <a:noFill/>
          <a:ln w="12700" cap="flat" cmpd="sng" algn="ctr">
            <a:solidFill>
              <a:schemeClr val="tx2">
                <a:lumMod val="60000"/>
                <a:lumOff val="40000"/>
              </a:schemeClr>
            </a:solidFill>
            <a:prstDash val="sysDot"/>
            <a:round/>
            <a:headEnd type="none" w="med" len="med"/>
            <a:tailEnd type="none"/>
          </a:ln>
          <a:effectLst/>
        </p:spPr>
      </p:cxnSp>
      <p:sp>
        <p:nvSpPr>
          <p:cNvPr id="204" name="Rounded Rectangular Callout 203"/>
          <p:cNvSpPr/>
          <p:nvPr/>
        </p:nvSpPr>
        <p:spPr bwMode="auto">
          <a:xfrm>
            <a:off x="3242101" y="2099765"/>
            <a:ext cx="1711935" cy="398407"/>
          </a:xfrm>
          <a:prstGeom prst="wedgeRoundRectCallout">
            <a:avLst>
              <a:gd name="adj1" fmla="val -4246"/>
              <a:gd name="adj2" fmla="val 27559"/>
              <a:gd name="adj3" fmla="val 16667"/>
            </a:avLst>
          </a:prstGeom>
          <a:solidFill>
            <a:schemeClr val="accent2">
              <a:lumMod val="40000"/>
              <a:lumOff val="60000"/>
            </a:schemeClr>
          </a:solidFill>
          <a:ln w="9525" cap="flat" cmpd="sng" algn="ctr">
            <a:solidFill>
              <a:schemeClr val="accent2">
                <a:lumMod val="7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18288" tIns="18288" rIns="18288" bIns="18288" numCol="1" rtlCol="0" anchor="t" anchorCtr="0" compatLnSpc="1">
            <a:prstTxWarp prst="textNoShape">
              <a:avLst/>
            </a:prstTxWarp>
            <a:spAutoFit/>
          </a:bodyPr>
          <a:lstStyle/>
          <a:p>
            <a:pPr defTabSz="801688" fontAlgn="base">
              <a:spcBef>
                <a:spcPct val="0"/>
              </a:spcBef>
              <a:spcAft>
                <a:spcPct val="0"/>
              </a:spcAft>
            </a:pPr>
            <a:r>
              <a:rPr lang="en-US" altLang="ja-JP" sz="1100" dirty="0">
                <a:latin typeface="Meiryo UI" panose="020B0604030504040204" pitchFamily="34" charset="-128"/>
                <a:ea typeface="Meiryo UI" panose="020B0604030504040204" pitchFamily="34" charset="-128"/>
                <a:cs typeface="Meiryo UI" panose="020B0604030504040204" pitchFamily="34" charset="-128"/>
              </a:rPr>
              <a:t>Correction failure </a:t>
            </a:r>
            <a:endParaRPr lang="en-US" altLang="ja-JP" sz="1100" dirty="0" smtClean="0">
              <a:latin typeface="Meiryo UI" panose="020B0604030504040204" pitchFamily="34" charset="-128"/>
              <a:ea typeface="Meiryo UI" panose="020B0604030504040204" pitchFamily="34" charset="-128"/>
              <a:cs typeface="Meiryo UI" panose="020B0604030504040204" pitchFamily="34" charset="-128"/>
            </a:endParaRPr>
          </a:p>
          <a:p>
            <a:pPr defTabSz="801688" fontAlgn="base">
              <a:spcBef>
                <a:spcPct val="0"/>
              </a:spcBef>
              <a:spcAft>
                <a:spcPct val="0"/>
              </a:spcAft>
            </a:pPr>
            <a:r>
              <a:rPr lang="en-US" altLang="ja-JP" sz="1000" dirty="0" smtClean="0">
                <a:latin typeface="Meiryo UI" panose="020B0604030504040204" pitchFamily="34" charset="-128"/>
                <a:ea typeface="Meiryo UI" panose="020B0604030504040204" pitchFamily="34" charset="-128"/>
                <a:cs typeface="Meiryo UI" panose="020B0604030504040204" pitchFamily="34" charset="-128"/>
              </a:rPr>
              <a:t>due </a:t>
            </a:r>
            <a:r>
              <a:rPr lang="en-US" altLang="ja-JP" sz="1000" dirty="0">
                <a:latin typeface="Meiryo UI" panose="020B0604030504040204" pitchFamily="34" charset="-128"/>
                <a:ea typeface="Meiryo UI" panose="020B0604030504040204" pitchFamily="34" charset="-128"/>
                <a:cs typeface="Meiryo UI" panose="020B0604030504040204" pitchFamily="34" charset="-128"/>
              </a:rPr>
              <a:t>to the </a:t>
            </a:r>
            <a:r>
              <a:rPr lang="en-US" altLang="ja-JP" sz="1000" dirty="0" smtClean="0">
                <a:latin typeface="Meiryo UI" panose="020B0604030504040204" pitchFamily="34" charset="-128"/>
                <a:ea typeface="Meiryo UI" panose="020B0604030504040204" pitchFamily="34" charset="-128"/>
                <a:cs typeface="Meiryo UI" panose="020B0604030504040204" pitchFamily="34" charset="-128"/>
              </a:rPr>
              <a:t>current</a:t>
            </a:r>
            <a:r>
              <a:rPr lang="ja-JP" altLang="en-US" sz="1000" dirty="0" smtClean="0">
                <a:latin typeface="Meiryo UI" panose="020B0604030504040204" pitchFamily="34" charset="-128"/>
                <a:ea typeface="Meiryo UI" panose="020B0604030504040204" pitchFamily="34" charset="-128"/>
                <a:cs typeface="Meiryo UI" panose="020B0604030504040204" pitchFamily="34" charset="-128"/>
              </a:rPr>
              <a:t> </a:t>
            </a:r>
            <a:r>
              <a:rPr lang="en-US" altLang="ja-JP" sz="1000" dirty="0" smtClean="0">
                <a:latin typeface="Meiryo UI" panose="020B0604030504040204" pitchFamily="34" charset="-128"/>
                <a:ea typeface="Meiryo UI" panose="020B0604030504040204" pitchFamily="34" charset="-128"/>
                <a:cs typeface="Meiryo UI" panose="020B0604030504040204" pitchFamily="34" charset="-128"/>
              </a:rPr>
              <a:t>limited</a:t>
            </a:r>
            <a:r>
              <a:rPr lang="ja-JP" altLang="en-US" sz="1000" baseline="30000" dirty="0" smtClean="0">
                <a:latin typeface="Meiryo UI" panose="020B0604030504040204" pitchFamily="34" charset="-128"/>
                <a:ea typeface="Meiryo UI" panose="020B0604030504040204" pitchFamily="34" charset="-128"/>
                <a:cs typeface="Meiryo UI" panose="020B0604030504040204" pitchFamily="34" charset="-128"/>
              </a:rPr>
              <a:t>　</a:t>
            </a:r>
            <a:endParaRPr kumimoji="0" lang="en-US" sz="1000" i="0" u="none" strike="noStrike" cap="none" normalizeH="0" baseline="30000" dirty="0" smtClean="0">
              <a:ln>
                <a:noFill/>
              </a:ln>
              <a:effectLst/>
              <a:latin typeface="Meiryo UI" panose="020B0604030504040204" pitchFamily="34" charset="-128"/>
              <a:ea typeface="Meiryo UI" panose="020B0604030504040204" pitchFamily="34" charset="-128"/>
              <a:cs typeface="Meiryo UI" panose="020B0604030504040204" pitchFamily="34" charset="-128"/>
            </a:endParaRPr>
          </a:p>
        </p:txBody>
      </p:sp>
      <p:sp>
        <p:nvSpPr>
          <p:cNvPr id="208" name="Text Box 16"/>
          <p:cNvSpPr txBox="1">
            <a:spLocks noChangeArrowheads="1"/>
          </p:cNvSpPr>
          <p:nvPr/>
        </p:nvSpPr>
        <p:spPr bwMode="auto">
          <a:xfrm>
            <a:off x="1811649" y="4467366"/>
            <a:ext cx="62434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900" dirty="0" err="1" smtClean="0">
                <a:solidFill>
                  <a:schemeClr val="bg1">
                    <a:lumMod val="50000"/>
                  </a:schemeClr>
                </a:solidFill>
                <a:latin typeface="Meiryo UI" panose="020B0604030504040204" pitchFamily="34" charset="-128"/>
                <a:ea typeface="Meiryo UI" panose="020B0604030504040204" pitchFamily="34" charset="-128"/>
                <a:cs typeface="Meiryo UI" panose="020B0604030504040204" pitchFamily="34" charset="-128"/>
              </a:rPr>
              <a:t>Lev.c</a:t>
            </a:r>
            <a:endParaRPr lang="ja-JP" altLang="en-US" sz="900" dirty="0">
              <a:solidFill>
                <a:schemeClr val="bg1">
                  <a:lumMod val="50000"/>
                </a:schemeClr>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209" name="Text Box 16"/>
          <p:cNvSpPr txBox="1">
            <a:spLocks noChangeArrowheads="1"/>
          </p:cNvSpPr>
          <p:nvPr/>
        </p:nvSpPr>
        <p:spPr bwMode="auto">
          <a:xfrm>
            <a:off x="1811649" y="4992099"/>
            <a:ext cx="62434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900" dirty="0" err="1" smtClean="0">
                <a:solidFill>
                  <a:schemeClr val="bg1">
                    <a:lumMod val="95000"/>
                  </a:schemeClr>
                </a:solidFill>
                <a:latin typeface="Meiryo UI" panose="020B0604030504040204" pitchFamily="34" charset="-128"/>
                <a:ea typeface="Meiryo UI" panose="020B0604030504040204" pitchFamily="34" charset="-128"/>
                <a:cs typeface="Meiryo UI" panose="020B0604030504040204" pitchFamily="34" charset="-128"/>
              </a:rPr>
              <a:t>Lev.b</a:t>
            </a:r>
            <a:endParaRPr lang="ja-JP" altLang="en-US" sz="900" dirty="0">
              <a:solidFill>
                <a:schemeClr val="bg1">
                  <a:lumMod val="95000"/>
                </a:schemeClr>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210" name="Text Box 16"/>
          <p:cNvSpPr txBox="1">
            <a:spLocks noChangeArrowheads="1"/>
          </p:cNvSpPr>
          <p:nvPr/>
        </p:nvSpPr>
        <p:spPr bwMode="auto">
          <a:xfrm>
            <a:off x="1811649" y="5516832"/>
            <a:ext cx="62434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900" dirty="0" err="1" smtClean="0">
                <a:solidFill>
                  <a:schemeClr val="bg1">
                    <a:lumMod val="95000"/>
                  </a:schemeClr>
                </a:solidFill>
                <a:latin typeface="Meiryo UI" panose="020B0604030504040204" pitchFamily="34" charset="-128"/>
                <a:ea typeface="Meiryo UI" panose="020B0604030504040204" pitchFamily="34" charset="-128"/>
                <a:cs typeface="Meiryo UI" panose="020B0604030504040204" pitchFamily="34" charset="-128"/>
              </a:rPr>
              <a:t>Lev.a</a:t>
            </a:r>
            <a:endParaRPr lang="ja-JP" altLang="en-US" sz="900" dirty="0">
              <a:solidFill>
                <a:schemeClr val="bg1">
                  <a:lumMod val="95000"/>
                </a:schemeClr>
              </a:solidFill>
              <a:latin typeface="Meiryo UI" panose="020B0604030504040204" pitchFamily="34" charset="-128"/>
              <a:ea typeface="Meiryo UI" panose="020B0604030504040204" pitchFamily="34" charset="-128"/>
              <a:cs typeface="Meiryo UI" panose="020B0604030504040204" pitchFamily="34" charset="-128"/>
            </a:endParaRPr>
          </a:p>
        </p:txBody>
      </p:sp>
    </p:spTree>
    <p:extLst>
      <p:ext uri="{BB962C8B-B14F-4D97-AF65-F5344CB8AC3E}">
        <p14:creationId xmlns:p14="http://schemas.microsoft.com/office/powerpoint/2010/main" val="10154932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日期占位符 3"/>
          <p:cNvSpPr>
            <a:spLocks noGrp="1"/>
          </p:cNvSpPr>
          <p:nvPr>
            <p:ph type="dt" sz="quarter" idx="4294967295"/>
          </p:nvPr>
        </p:nvSpPr>
        <p:spPr>
          <a:xfrm>
            <a:off x="7887115" y="6491203"/>
            <a:ext cx="2097572" cy="45571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1848">
              <a:lnSpc>
                <a:spcPct val="140000"/>
              </a:lnSpc>
              <a:buClr>
                <a:schemeClr val="bg2"/>
              </a:buClr>
              <a:buSzPct val="60000"/>
              <a:buFont typeface="Wingdings" panose="05000000000000000000" pitchFamily="2" charset="2"/>
              <a:buChar char="l"/>
              <a:defRPr sz="2000" b="1">
                <a:solidFill>
                  <a:schemeClr val="tx1"/>
                </a:solidFill>
                <a:latin typeface="Arial" panose="020B0604020202020204" pitchFamily="34" charset="0"/>
                <a:ea typeface="华文细黑" panose="02010600040101010101" pitchFamily="2" charset="-122"/>
              </a:defRPr>
            </a:lvl1pPr>
            <a:lvl2pPr marL="743099" indent="-285807" defTabSz="801848">
              <a:lnSpc>
                <a:spcPct val="140000"/>
              </a:lnSpc>
              <a:buClr>
                <a:schemeClr val="tx1"/>
              </a:buClr>
              <a:buSzPct val="50000"/>
              <a:buFont typeface="Wingdings" panose="05000000000000000000" pitchFamily="2" charset="2"/>
              <a:buChar char="p"/>
              <a:defRPr>
                <a:solidFill>
                  <a:schemeClr val="tx1"/>
                </a:solidFill>
                <a:latin typeface="Arial" panose="020B0604020202020204" pitchFamily="34" charset="0"/>
                <a:ea typeface="华文细黑" panose="02010600040101010101" pitchFamily="2" charset="-122"/>
              </a:defRPr>
            </a:lvl2pPr>
            <a:lvl3pPr marL="1143229" indent="-228646" defTabSz="801848">
              <a:lnSpc>
                <a:spcPct val="140000"/>
              </a:lnSpc>
              <a:buSzPct val="50000"/>
              <a:buFont typeface="Wingdings" panose="05000000000000000000" pitchFamily="2" charset="2"/>
              <a:buChar char="n"/>
              <a:defRPr sz="1600">
                <a:solidFill>
                  <a:schemeClr val="tx1"/>
                </a:solidFill>
                <a:latin typeface="Arial" panose="020B0604020202020204" pitchFamily="34" charset="0"/>
                <a:ea typeface="华文细黑" panose="02010600040101010101" pitchFamily="2" charset="-122"/>
              </a:defRPr>
            </a:lvl3pPr>
            <a:lvl4pPr marL="1600520" indent="-228646" defTabSz="801848">
              <a:lnSpc>
                <a:spcPct val="140000"/>
              </a:lnSpc>
              <a:buChar char="–"/>
              <a:defRPr sz="1400">
                <a:solidFill>
                  <a:schemeClr val="tx1"/>
                </a:solidFill>
                <a:latin typeface="Arial" panose="020B0604020202020204" pitchFamily="34" charset="0"/>
                <a:ea typeface="华文细黑" panose="02010600040101010101" pitchFamily="2" charset="-122"/>
              </a:defRPr>
            </a:lvl4pPr>
            <a:lvl5pPr marL="2057811" indent="-228646" defTabSz="801848">
              <a:lnSpc>
                <a:spcPct val="140000"/>
              </a:lnSpc>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5pPr>
            <a:lvl6pPr marL="2515103"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6pPr>
            <a:lvl7pPr marL="2972394"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7pPr>
            <a:lvl8pPr marL="3429686"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8pPr>
            <a:lvl9pPr marL="3886977"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9pPr>
          </a:lstStyle>
          <a:p>
            <a:pPr>
              <a:lnSpc>
                <a:spcPct val="85000"/>
              </a:lnSpc>
              <a:buClrTx/>
              <a:buSzTx/>
              <a:buFontTx/>
              <a:buNone/>
            </a:pPr>
            <a:r>
              <a:rPr lang="de-DE" altLang="zh-CN" sz="1200" b="0">
                <a:solidFill>
                  <a:srgbClr val="000000"/>
                </a:solidFill>
                <a:ea typeface="MS PGothic" panose="020B0600070205080204" pitchFamily="34" charset="-128"/>
              </a:rPr>
              <a:t>Page </a:t>
            </a:r>
            <a:fld id="{8D839213-7A7B-4A64-9274-9FA6A4197B37}" type="slidenum">
              <a:rPr lang="de-DE" altLang="zh-CN" sz="1200" b="0">
                <a:solidFill>
                  <a:srgbClr val="000000"/>
                </a:solidFill>
                <a:ea typeface="MS PGothic" panose="020B0600070205080204" pitchFamily="34" charset="-128"/>
              </a:rPr>
              <a:pPr>
                <a:lnSpc>
                  <a:spcPct val="85000"/>
                </a:lnSpc>
                <a:buClrTx/>
                <a:buSzTx/>
                <a:buFontTx/>
                <a:buNone/>
              </a:pPr>
              <a:t>7</a:t>
            </a:fld>
            <a:endParaRPr lang="en-GB" altLang="zh-CN" sz="1200" b="0">
              <a:solidFill>
                <a:srgbClr val="000000"/>
              </a:solidFill>
              <a:ea typeface="MS PGothic" panose="020B0600070205080204" pitchFamily="34" charset="-128"/>
            </a:endParaRPr>
          </a:p>
        </p:txBody>
      </p:sp>
      <p:sp>
        <p:nvSpPr>
          <p:cNvPr id="71" name="Rectangle 5"/>
          <p:cNvSpPr>
            <a:spLocks noChangeArrowheads="1"/>
          </p:cNvSpPr>
          <p:nvPr/>
        </p:nvSpPr>
        <p:spPr bwMode="auto">
          <a:xfrm>
            <a:off x="382587" y="429677"/>
            <a:ext cx="11049000" cy="38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804" tIns="39402" rIns="78804" bIns="39402"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5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1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914583" eaLnBrk="0" fontAlgn="base" hangingPunct="0">
              <a:spcBef>
                <a:spcPct val="0"/>
              </a:spcBef>
              <a:spcAft>
                <a:spcPct val="0"/>
              </a:spcAft>
              <a:buFontTx/>
              <a:buNone/>
            </a:pPr>
            <a:r>
              <a:rPr lang="en-US" sz="2801" b="1" dirty="0" smtClean="0">
                <a:solidFill>
                  <a:srgbClr val="990000"/>
                </a:solidFill>
                <a:ea typeface="黑体"/>
                <a:cs typeface="Arial" pitchFamily="34" charset="0"/>
              </a:rPr>
              <a:t>Overview of Compensation System </a:t>
            </a:r>
            <a:endParaRPr lang="zh-CN" altLang="zh-CN" sz="2801" b="1" dirty="0">
              <a:solidFill>
                <a:srgbClr val="990000"/>
              </a:solidFill>
              <a:ea typeface="黑体"/>
              <a:cs typeface="Arial" pitchFamily="34" charset="0"/>
              <a:sym typeface="Arial" panose="020B0604020202020204" pitchFamily="34" charset="0"/>
            </a:endParaRPr>
          </a:p>
        </p:txBody>
      </p:sp>
      <p:sp>
        <p:nvSpPr>
          <p:cNvPr id="118" name="Rectangle 29"/>
          <p:cNvSpPr>
            <a:spLocks noChangeArrowheads="1"/>
          </p:cNvSpPr>
          <p:nvPr/>
        </p:nvSpPr>
        <p:spPr bwMode="auto">
          <a:xfrm>
            <a:off x="2359673" y="1682916"/>
            <a:ext cx="5258918" cy="2648578"/>
          </a:xfrm>
          <a:prstGeom prst="rect">
            <a:avLst/>
          </a:prstGeom>
          <a:solidFill>
            <a:srgbClr val="FFFF99"/>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lstStyle/>
          <a:p>
            <a:pPr eaLnBrk="0" fontAlgn="ctr" hangingPunct="0">
              <a:lnSpc>
                <a:spcPct val="88000"/>
              </a:lnSpc>
              <a:spcBef>
                <a:spcPct val="50000"/>
              </a:spcBef>
            </a:pPr>
            <a:r>
              <a:rPr kumimoji="0" lang="en-US" altLang="ja-JP" sz="1200" dirty="0" smtClean="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rPr>
              <a:t>Image sticking compensation</a:t>
            </a:r>
            <a:endParaRPr kumimoji="0" lang="ja-JP" altLang="en-US" sz="1200" dirty="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119" name="Line 30"/>
          <p:cNvSpPr>
            <a:spLocks noChangeShapeType="1"/>
          </p:cNvSpPr>
          <p:nvPr/>
        </p:nvSpPr>
        <p:spPr bwMode="auto">
          <a:xfrm>
            <a:off x="6916507" y="2014131"/>
            <a:ext cx="314821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22" name="Line 37"/>
          <p:cNvSpPr>
            <a:spLocks noChangeShapeType="1"/>
          </p:cNvSpPr>
          <p:nvPr/>
        </p:nvSpPr>
        <p:spPr bwMode="auto">
          <a:xfrm>
            <a:off x="4173559" y="2861184"/>
            <a:ext cx="42073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23" name="Rectangle 38"/>
          <p:cNvSpPr>
            <a:spLocks noChangeArrowheads="1"/>
          </p:cNvSpPr>
          <p:nvPr/>
        </p:nvSpPr>
        <p:spPr bwMode="auto">
          <a:xfrm>
            <a:off x="4619739" y="2600461"/>
            <a:ext cx="1085500" cy="592492"/>
          </a:xfrm>
          <a:prstGeom prst="rect">
            <a:avLst/>
          </a:prstGeom>
          <a:solidFill>
            <a:srgbClr val="CCFFFF"/>
          </a:solidFill>
          <a:ln w="28575" algn="ctr">
            <a:solidFill>
              <a:schemeClr val="tx2">
                <a:lumMod val="60000"/>
                <a:lumOff val="4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pPr algn="ctr" eaLnBrk="0" fontAlgn="ctr" hangingPunct="0">
              <a:lnSpc>
                <a:spcPct val="88000"/>
              </a:lnSpc>
              <a:spcBef>
                <a:spcPct val="50000"/>
              </a:spcBef>
            </a:pPr>
            <a:r>
              <a:rPr kumimoji="0" lang="en-US" altLang="ja-JP" sz="1200" dirty="0" smtClean="0">
                <a:latin typeface="Meiryo UI" panose="020B0604030504040204" pitchFamily="34" charset="-128"/>
                <a:ea typeface="Meiryo UI" panose="020B0604030504040204" pitchFamily="34" charset="-128"/>
                <a:cs typeface="Meiryo UI" panose="020B0604030504040204" pitchFamily="34" charset="-128"/>
              </a:rPr>
              <a:t>Gain </a:t>
            </a:r>
            <a:r>
              <a:rPr lang="en-US" altLang="ja-JP" sz="1200" dirty="0" smtClean="0">
                <a:latin typeface="Meiryo UI" panose="020B0604030504040204" pitchFamily="34" charset="-128"/>
                <a:ea typeface="Meiryo UI" panose="020B0604030504040204" pitchFamily="34" charset="-128"/>
                <a:cs typeface="Meiryo UI" panose="020B0604030504040204" pitchFamily="34" charset="-128"/>
              </a:rPr>
              <a:t>Calc.</a:t>
            </a:r>
            <a:endParaRPr kumimoji="0" lang="ja-JP" altLang="en-US" sz="1200"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124" name="Rectangle 39"/>
          <p:cNvSpPr>
            <a:spLocks noChangeArrowheads="1"/>
          </p:cNvSpPr>
          <p:nvPr/>
        </p:nvSpPr>
        <p:spPr bwMode="auto">
          <a:xfrm>
            <a:off x="3047344" y="2676661"/>
            <a:ext cx="332898" cy="384623"/>
          </a:xfrm>
          <a:prstGeom prst="rect">
            <a:avLst/>
          </a:prstGeom>
          <a:solidFill>
            <a:srgbClr val="CCFFFF"/>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pPr algn="ctr" eaLnBrk="0" fontAlgn="ctr" hangingPunct="0">
              <a:lnSpc>
                <a:spcPct val="88000"/>
              </a:lnSpc>
              <a:spcBef>
                <a:spcPct val="50000"/>
              </a:spcBef>
            </a:pPr>
            <a:r>
              <a:rPr kumimoji="0" lang="en-US" altLang="ja-JP" sz="1200" dirty="0">
                <a:latin typeface="Meiryo UI" panose="020B0604030504040204" pitchFamily="34" charset="-128"/>
                <a:ea typeface="Meiryo UI" panose="020B0604030504040204" pitchFamily="34" charset="-128"/>
                <a:cs typeface="Meiryo UI" panose="020B0604030504040204" pitchFamily="34" charset="-128"/>
              </a:rPr>
              <a:t>γ</a:t>
            </a:r>
          </a:p>
        </p:txBody>
      </p:sp>
      <p:sp>
        <p:nvSpPr>
          <p:cNvPr id="125" name="Line 40"/>
          <p:cNvSpPr>
            <a:spLocks noChangeShapeType="1"/>
          </p:cNvSpPr>
          <p:nvPr/>
        </p:nvSpPr>
        <p:spPr bwMode="auto">
          <a:xfrm>
            <a:off x="2701724" y="2006991"/>
            <a:ext cx="116495" cy="2496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26" name="Line 41"/>
          <p:cNvSpPr>
            <a:spLocks noChangeShapeType="1"/>
          </p:cNvSpPr>
          <p:nvPr/>
        </p:nvSpPr>
        <p:spPr bwMode="auto">
          <a:xfrm>
            <a:off x="2815051" y="2242255"/>
            <a:ext cx="0" cy="63853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27" name="Line 42"/>
          <p:cNvSpPr>
            <a:spLocks noChangeShapeType="1"/>
          </p:cNvSpPr>
          <p:nvPr/>
        </p:nvSpPr>
        <p:spPr bwMode="auto">
          <a:xfrm>
            <a:off x="2817825" y="2861184"/>
            <a:ext cx="236491"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28" name="Line 43"/>
          <p:cNvSpPr>
            <a:spLocks noChangeShapeType="1"/>
          </p:cNvSpPr>
          <p:nvPr/>
        </p:nvSpPr>
        <p:spPr bwMode="auto">
          <a:xfrm>
            <a:off x="5705239" y="2861184"/>
            <a:ext cx="897791"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29" name="Rectangle 44"/>
          <p:cNvSpPr>
            <a:spLocks noChangeArrowheads="1"/>
          </p:cNvSpPr>
          <p:nvPr/>
        </p:nvSpPr>
        <p:spPr bwMode="auto">
          <a:xfrm>
            <a:off x="6603030" y="2679434"/>
            <a:ext cx="389928" cy="421759"/>
          </a:xfrm>
          <a:prstGeom prst="rect">
            <a:avLst/>
          </a:prstGeom>
          <a:solidFill>
            <a:srgbClr val="CCFFFF"/>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pPr algn="ctr" eaLnBrk="0" fontAlgn="ctr" hangingPunct="0">
              <a:lnSpc>
                <a:spcPct val="88000"/>
              </a:lnSpc>
              <a:spcBef>
                <a:spcPct val="50000"/>
              </a:spcBef>
            </a:pPr>
            <a:r>
              <a:rPr kumimoji="0" lang="en-US" altLang="ja-JP" sz="1200" dirty="0" smtClean="0">
                <a:latin typeface="Meiryo UI" panose="020B0604030504040204" pitchFamily="34" charset="-128"/>
                <a:ea typeface="Meiryo UI" panose="020B0604030504040204" pitchFamily="34" charset="-128"/>
                <a:cs typeface="Meiryo UI" panose="020B0604030504040204" pitchFamily="34" charset="-128"/>
              </a:rPr>
              <a:t>γ-1</a:t>
            </a:r>
            <a:endParaRPr kumimoji="0" lang="en-US" altLang="ja-JP" sz="1200"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130" name="Rectangle 45"/>
          <p:cNvSpPr>
            <a:spLocks noChangeArrowheads="1"/>
          </p:cNvSpPr>
          <p:nvPr/>
        </p:nvSpPr>
        <p:spPr bwMode="auto">
          <a:xfrm>
            <a:off x="6661881" y="1896297"/>
            <a:ext cx="254625" cy="232995"/>
          </a:xfrm>
          <a:prstGeom prst="rect">
            <a:avLst/>
          </a:prstGeom>
          <a:solidFill>
            <a:srgbClr val="CCFFFF"/>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pPr algn="ctr" eaLnBrk="0" fontAlgn="ctr" hangingPunct="0">
              <a:lnSpc>
                <a:spcPct val="88000"/>
              </a:lnSpc>
              <a:spcBef>
                <a:spcPct val="50000"/>
              </a:spcBef>
            </a:pPr>
            <a:r>
              <a:rPr kumimoji="0" lang="en-US" altLang="ja-JP" sz="1200">
                <a:latin typeface="Meiryo UI" panose="020B0604030504040204" pitchFamily="34" charset="-128"/>
                <a:ea typeface="Meiryo UI" panose="020B0604030504040204" pitchFamily="34" charset="-128"/>
                <a:cs typeface="Meiryo UI" panose="020B0604030504040204" pitchFamily="34" charset="-128"/>
              </a:rPr>
              <a:t>×</a:t>
            </a:r>
          </a:p>
        </p:txBody>
      </p:sp>
      <p:sp>
        <p:nvSpPr>
          <p:cNvPr id="132" name="Rectangle 47"/>
          <p:cNvSpPr>
            <a:spLocks noChangeArrowheads="1"/>
          </p:cNvSpPr>
          <p:nvPr/>
        </p:nvSpPr>
        <p:spPr bwMode="auto">
          <a:xfrm>
            <a:off x="3047343" y="2192921"/>
            <a:ext cx="2135844" cy="26020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ja-JP" sz="1100" dirty="0" smtClean="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rPr>
              <a:t>Signal level is </a:t>
            </a:r>
          </a:p>
          <a:p>
            <a:r>
              <a:rPr lang="en-US" altLang="ja-JP" sz="1100" dirty="0" smtClean="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rPr>
              <a:t>equivalent to </a:t>
            </a:r>
            <a:r>
              <a:rPr lang="en-US" altLang="ja-JP" sz="1100" dirty="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rPr>
              <a:t>b</a:t>
            </a:r>
            <a:r>
              <a:rPr lang="en-US" altLang="ja-JP" sz="1100" dirty="0" smtClean="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rPr>
              <a:t>rightness</a:t>
            </a:r>
            <a:endParaRPr lang="ja-JP" altLang="en-US" sz="1100" dirty="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133" name="Line 48"/>
          <p:cNvSpPr>
            <a:spLocks noChangeShapeType="1"/>
          </p:cNvSpPr>
          <p:nvPr/>
        </p:nvSpPr>
        <p:spPr bwMode="auto">
          <a:xfrm>
            <a:off x="1911316" y="2014131"/>
            <a:ext cx="472311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135" name="Rectangle 50"/>
          <p:cNvSpPr>
            <a:spLocks noChangeArrowheads="1"/>
          </p:cNvSpPr>
          <p:nvPr/>
        </p:nvSpPr>
        <p:spPr bwMode="auto">
          <a:xfrm>
            <a:off x="8007316" y="1682916"/>
            <a:ext cx="698970" cy="475917"/>
          </a:xfrm>
          <a:prstGeom prst="rect">
            <a:avLst/>
          </a:prstGeom>
          <a:solidFill>
            <a:srgbClr val="FFFF99"/>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pPr algn="ctr" eaLnBrk="0" fontAlgn="ctr" hangingPunct="0">
              <a:lnSpc>
                <a:spcPct val="88000"/>
              </a:lnSpc>
              <a:spcBef>
                <a:spcPct val="50000"/>
              </a:spcBef>
            </a:pPr>
            <a:r>
              <a:rPr kumimoji="0" lang="en-US" altLang="ja-JP" sz="1200" dirty="0" smtClean="0">
                <a:latin typeface="Meiryo UI" panose="020B0604030504040204" pitchFamily="34" charset="-128"/>
                <a:ea typeface="Meiryo UI" panose="020B0604030504040204" pitchFamily="34" charset="-128"/>
                <a:cs typeface="Meiryo UI" panose="020B0604030504040204" pitchFamily="34" charset="-128"/>
              </a:rPr>
              <a:t>Adjust WB</a:t>
            </a:r>
            <a:endParaRPr kumimoji="0" lang="ja-JP" altLang="en-US" sz="1200"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24" name="テキスト ボックス 9"/>
          <p:cNvSpPr txBox="1"/>
          <p:nvPr/>
        </p:nvSpPr>
        <p:spPr>
          <a:xfrm>
            <a:off x="763587" y="2006991"/>
            <a:ext cx="1377928" cy="307777"/>
          </a:xfrm>
          <a:prstGeom prst="rect">
            <a:avLst/>
          </a:prstGeom>
          <a:noFill/>
        </p:spPr>
        <p:txBody>
          <a:bodyPr wrap="square" rtlCol="0">
            <a:spAutoFit/>
          </a:bodyPr>
          <a:lstStyle/>
          <a:p>
            <a:pPr defTabSz="914400"/>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Display Data</a:t>
            </a:r>
            <a:endParaRPr kumimoji="1" lang="en-US" altLang="ja-JP" sz="12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5" name="Rectangle 45"/>
          <p:cNvSpPr>
            <a:spLocks noChangeArrowheads="1"/>
          </p:cNvSpPr>
          <p:nvPr/>
        </p:nvSpPr>
        <p:spPr bwMode="auto">
          <a:xfrm>
            <a:off x="3874377" y="2751833"/>
            <a:ext cx="251226" cy="229885"/>
          </a:xfrm>
          <a:prstGeom prst="rect">
            <a:avLst/>
          </a:prstGeom>
          <a:solidFill>
            <a:srgbClr val="CCFFFF"/>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pPr algn="ctr" eaLnBrk="0" fontAlgn="ctr" hangingPunct="0">
              <a:lnSpc>
                <a:spcPct val="88000"/>
              </a:lnSpc>
              <a:spcBef>
                <a:spcPct val="50000"/>
              </a:spcBef>
            </a:pPr>
            <a:r>
              <a:rPr kumimoji="0" lang="en-US" altLang="ja-JP" sz="1200" dirty="0">
                <a:latin typeface="Meiryo UI" panose="020B0604030504040204" pitchFamily="34" charset="-128"/>
                <a:ea typeface="Meiryo UI" panose="020B0604030504040204" pitchFamily="34" charset="-128"/>
                <a:cs typeface="Meiryo UI" panose="020B0604030504040204" pitchFamily="34" charset="-128"/>
              </a:rPr>
              <a:t>×</a:t>
            </a:r>
          </a:p>
        </p:txBody>
      </p:sp>
      <p:sp>
        <p:nvSpPr>
          <p:cNvPr id="26" name="Line 42"/>
          <p:cNvSpPr>
            <a:spLocks noChangeShapeType="1"/>
          </p:cNvSpPr>
          <p:nvPr/>
        </p:nvSpPr>
        <p:spPr bwMode="auto">
          <a:xfrm>
            <a:off x="3410744" y="2861184"/>
            <a:ext cx="46363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27" name="Line 42"/>
          <p:cNvSpPr>
            <a:spLocks noChangeShapeType="1"/>
          </p:cNvSpPr>
          <p:nvPr/>
        </p:nvSpPr>
        <p:spPr bwMode="auto">
          <a:xfrm rot="16200000">
            <a:off x="3686250" y="3296437"/>
            <a:ext cx="60969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28" name="Rectangle 38"/>
          <p:cNvSpPr>
            <a:spLocks noChangeArrowheads="1"/>
          </p:cNvSpPr>
          <p:nvPr/>
        </p:nvSpPr>
        <p:spPr bwMode="auto">
          <a:xfrm>
            <a:off x="3602694" y="3246453"/>
            <a:ext cx="812691" cy="545185"/>
          </a:xfrm>
          <a:prstGeom prst="rect">
            <a:avLst/>
          </a:prstGeom>
          <a:solidFill>
            <a:srgbClr val="CCFFFF"/>
          </a:solidFill>
          <a:ln w="28575" algn="ctr">
            <a:solidFill>
              <a:srgbClr val="00B05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pPr algn="ctr" eaLnBrk="0" fontAlgn="ctr" hangingPunct="0">
              <a:lnSpc>
                <a:spcPct val="88000"/>
              </a:lnSpc>
              <a:spcBef>
                <a:spcPct val="50000"/>
              </a:spcBef>
            </a:pPr>
            <a:r>
              <a:rPr kumimoji="0" lang="en-US" altLang="ja-JP" sz="1200" dirty="0" smtClean="0">
                <a:latin typeface="Meiryo UI" panose="020B0604030504040204" pitchFamily="34" charset="-128"/>
                <a:ea typeface="Meiryo UI" panose="020B0604030504040204" pitchFamily="34" charset="-128"/>
                <a:cs typeface="Meiryo UI" panose="020B0604030504040204" pitchFamily="34" charset="-128"/>
              </a:rPr>
              <a:t>Bright Control</a:t>
            </a:r>
            <a:endParaRPr kumimoji="0" lang="ja-JP" altLang="en-US" sz="1200"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29" name="Line 42"/>
          <p:cNvSpPr>
            <a:spLocks noChangeShapeType="1"/>
          </p:cNvSpPr>
          <p:nvPr/>
        </p:nvSpPr>
        <p:spPr bwMode="auto">
          <a:xfrm>
            <a:off x="2139917" y="3417268"/>
            <a:ext cx="146277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30" name="テキスト ボックス 9"/>
          <p:cNvSpPr txBox="1"/>
          <p:nvPr/>
        </p:nvSpPr>
        <p:spPr>
          <a:xfrm>
            <a:off x="645459" y="3266797"/>
            <a:ext cx="1494457" cy="307777"/>
          </a:xfrm>
          <a:prstGeom prst="rect">
            <a:avLst/>
          </a:prstGeom>
          <a:noFill/>
        </p:spPr>
        <p:txBody>
          <a:bodyPr wrap="square" rtlCol="0">
            <a:spAutoFit/>
          </a:bodyPr>
          <a:lstStyle/>
          <a:p>
            <a:pPr defTabSz="914400"/>
            <a:r>
              <a:rPr kumimoji="1" lang="en-US" altLang="ja-JP" sz="14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Operating time</a:t>
            </a:r>
            <a:endParaRPr kumimoji="1" lang="en-US" altLang="ja-JP" sz="12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1" name="Line 42"/>
          <p:cNvSpPr>
            <a:spLocks noChangeShapeType="1"/>
          </p:cNvSpPr>
          <p:nvPr/>
        </p:nvSpPr>
        <p:spPr bwMode="auto">
          <a:xfrm rot="16200000">
            <a:off x="6546730" y="2401297"/>
            <a:ext cx="484926"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32" name="Line 40"/>
          <p:cNvSpPr>
            <a:spLocks noChangeShapeType="1"/>
          </p:cNvSpPr>
          <p:nvPr/>
        </p:nvSpPr>
        <p:spPr bwMode="auto">
          <a:xfrm>
            <a:off x="6033526" y="2863601"/>
            <a:ext cx="116495" cy="2496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33" name="Line 41"/>
          <p:cNvSpPr>
            <a:spLocks noChangeShapeType="1"/>
          </p:cNvSpPr>
          <p:nvPr/>
        </p:nvSpPr>
        <p:spPr bwMode="auto">
          <a:xfrm>
            <a:off x="6153680" y="3101193"/>
            <a:ext cx="0" cy="61263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34" name="Rectangle 38"/>
          <p:cNvSpPr>
            <a:spLocks noChangeArrowheads="1"/>
          </p:cNvSpPr>
          <p:nvPr/>
        </p:nvSpPr>
        <p:spPr bwMode="auto">
          <a:xfrm>
            <a:off x="5616479" y="3413037"/>
            <a:ext cx="1085500" cy="592492"/>
          </a:xfrm>
          <a:prstGeom prst="rect">
            <a:avLst/>
          </a:prstGeom>
          <a:solidFill>
            <a:srgbClr val="CCFFFF"/>
          </a:solidFill>
          <a:ln w="2857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pPr algn="ctr" eaLnBrk="0" fontAlgn="ctr" hangingPunct="0">
              <a:lnSpc>
                <a:spcPct val="88000"/>
              </a:lnSpc>
              <a:spcBef>
                <a:spcPct val="50000"/>
              </a:spcBef>
            </a:pPr>
            <a:r>
              <a:rPr lang="en-US" altLang="ja-JP" sz="1200" dirty="0" smtClean="0">
                <a:latin typeface="Meiryo UI" panose="020B0604030504040204" pitchFamily="34" charset="-128"/>
                <a:ea typeface="Meiryo UI" panose="020B0604030504040204" pitchFamily="34" charset="-128"/>
                <a:cs typeface="Meiryo UI" panose="020B0604030504040204" pitchFamily="34" charset="-128"/>
              </a:rPr>
              <a:t>Accumulate </a:t>
            </a:r>
            <a:r>
              <a:rPr kumimoji="0" lang="en-US" altLang="ja-JP" sz="1200" dirty="0" smtClean="0">
                <a:latin typeface="Meiryo UI" panose="020B0604030504040204" pitchFamily="34" charset="-128"/>
                <a:ea typeface="Meiryo UI" panose="020B0604030504040204" pitchFamily="34" charset="-128"/>
                <a:cs typeface="Meiryo UI" panose="020B0604030504040204" pitchFamily="34" charset="-128"/>
              </a:rPr>
              <a:t>Stress</a:t>
            </a:r>
            <a:endParaRPr kumimoji="0" lang="ja-JP" altLang="en-US" sz="1200"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35" name="Rectangle 38"/>
          <p:cNvSpPr>
            <a:spLocks noChangeArrowheads="1"/>
          </p:cNvSpPr>
          <p:nvPr/>
        </p:nvSpPr>
        <p:spPr bwMode="auto">
          <a:xfrm>
            <a:off x="4402158" y="4805802"/>
            <a:ext cx="1085500" cy="592492"/>
          </a:xfrm>
          <a:prstGeom prst="rect">
            <a:avLst/>
          </a:prstGeom>
          <a:solidFill>
            <a:schemeClr val="bg1"/>
          </a:solidFill>
          <a:ln w="19050" algn="ctr">
            <a:solidFill>
              <a:schemeClr val="tx1"/>
            </a:solidFill>
            <a:miter lim="800000"/>
            <a:headEnd/>
            <a:tailEnd/>
          </a:ln>
          <a:effectLst/>
          <a:extLst/>
        </p:spPr>
        <p:txBody>
          <a:bodyPr lIns="36000" tIns="36000" rIns="36000" bIns="36000" anchor="ctr"/>
          <a:lstStyle/>
          <a:p>
            <a:pPr algn="ctr" eaLnBrk="0" fontAlgn="ctr" hangingPunct="0">
              <a:lnSpc>
                <a:spcPct val="88000"/>
              </a:lnSpc>
              <a:spcBef>
                <a:spcPct val="50000"/>
              </a:spcBef>
            </a:pPr>
            <a:r>
              <a:rPr lang="en-US" altLang="ja-JP" sz="1200" dirty="0" smtClean="0">
                <a:latin typeface="Meiryo UI" panose="020B0604030504040204" pitchFamily="34" charset="-128"/>
                <a:ea typeface="Meiryo UI" panose="020B0604030504040204" pitchFamily="34" charset="-128"/>
                <a:cs typeface="Meiryo UI" panose="020B0604030504040204" pitchFamily="34" charset="-128"/>
              </a:rPr>
              <a:t>DDR</a:t>
            </a:r>
            <a:endParaRPr kumimoji="0" lang="ja-JP" altLang="en-US" sz="1200"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36" name="Rectangle 38"/>
          <p:cNvSpPr>
            <a:spLocks noChangeArrowheads="1"/>
          </p:cNvSpPr>
          <p:nvPr/>
        </p:nvSpPr>
        <p:spPr bwMode="auto">
          <a:xfrm>
            <a:off x="6154758" y="4805802"/>
            <a:ext cx="1085500" cy="592492"/>
          </a:xfrm>
          <a:prstGeom prst="rect">
            <a:avLst/>
          </a:prstGeom>
          <a:solidFill>
            <a:schemeClr val="bg1"/>
          </a:solidFill>
          <a:ln w="19050" algn="ctr">
            <a:solidFill>
              <a:schemeClr val="tx1"/>
            </a:solidFill>
            <a:miter lim="800000"/>
            <a:headEnd/>
            <a:tailEnd/>
          </a:ln>
          <a:effectLst/>
          <a:extLst/>
        </p:spPr>
        <p:txBody>
          <a:bodyPr lIns="36000" tIns="36000" rIns="36000" bIns="36000" anchor="ctr"/>
          <a:lstStyle/>
          <a:p>
            <a:pPr algn="ctr" eaLnBrk="0" fontAlgn="ctr" hangingPunct="0">
              <a:lnSpc>
                <a:spcPct val="88000"/>
              </a:lnSpc>
              <a:spcBef>
                <a:spcPct val="50000"/>
              </a:spcBef>
            </a:pPr>
            <a:r>
              <a:rPr lang="en-US" altLang="ja-JP" sz="1200" dirty="0" smtClean="0">
                <a:latin typeface="Meiryo UI" panose="020B0604030504040204" pitchFamily="34" charset="-128"/>
                <a:ea typeface="Meiryo UI" panose="020B0604030504040204" pitchFamily="34" charset="-128"/>
                <a:cs typeface="Meiryo UI" panose="020B0604030504040204" pitchFamily="34" charset="-128"/>
              </a:rPr>
              <a:t>Flash</a:t>
            </a:r>
            <a:endParaRPr kumimoji="0" lang="ja-JP" altLang="en-US" sz="1200"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37" name="Rectangle 50"/>
          <p:cNvSpPr>
            <a:spLocks noChangeArrowheads="1"/>
          </p:cNvSpPr>
          <p:nvPr/>
        </p:nvSpPr>
        <p:spPr bwMode="auto">
          <a:xfrm>
            <a:off x="8981696" y="1682916"/>
            <a:ext cx="698970" cy="475918"/>
          </a:xfrm>
          <a:prstGeom prst="rect">
            <a:avLst/>
          </a:prstGeom>
          <a:solidFill>
            <a:srgbClr val="FFFF99"/>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pPr algn="ctr" eaLnBrk="0" fontAlgn="ctr" hangingPunct="0">
              <a:lnSpc>
                <a:spcPct val="88000"/>
              </a:lnSpc>
              <a:spcBef>
                <a:spcPct val="50000"/>
              </a:spcBef>
            </a:pPr>
            <a:r>
              <a:rPr kumimoji="0" lang="en-US" altLang="ja-JP" sz="1200" dirty="0" err="1" smtClean="0">
                <a:latin typeface="Meiryo UI" panose="020B0604030504040204" pitchFamily="34" charset="-128"/>
                <a:ea typeface="Meiryo UI" panose="020B0604030504040204" pitchFamily="34" charset="-128"/>
                <a:cs typeface="Meiryo UI" panose="020B0604030504040204" pitchFamily="34" charset="-128"/>
              </a:rPr>
              <a:t>demura</a:t>
            </a:r>
            <a:endParaRPr kumimoji="0" lang="ja-JP" altLang="en-US" sz="1200"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38" name="Line 30"/>
          <p:cNvSpPr>
            <a:spLocks noChangeShapeType="1"/>
          </p:cNvSpPr>
          <p:nvPr/>
        </p:nvSpPr>
        <p:spPr bwMode="auto">
          <a:xfrm>
            <a:off x="1301716" y="2014131"/>
            <a:ext cx="509642" cy="0"/>
          </a:xfrm>
          <a:prstGeom prst="line">
            <a:avLst/>
          </a:prstGeom>
          <a:noFill/>
          <a:ln w="38100">
            <a:solidFill>
              <a:schemeClr val="tx1"/>
            </a:solidFill>
            <a:prstDash val="sysDot"/>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39" name="Line 30"/>
          <p:cNvSpPr>
            <a:spLocks noChangeShapeType="1"/>
          </p:cNvSpPr>
          <p:nvPr/>
        </p:nvSpPr>
        <p:spPr bwMode="auto">
          <a:xfrm>
            <a:off x="10140916" y="2012795"/>
            <a:ext cx="509642" cy="0"/>
          </a:xfrm>
          <a:prstGeom prst="line">
            <a:avLst/>
          </a:prstGeom>
          <a:noFill/>
          <a:ln w="38100">
            <a:solidFill>
              <a:schemeClr val="tx1"/>
            </a:solidFill>
            <a:prstDash val="sysDot"/>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40" name="Rectangle 45"/>
          <p:cNvSpPr>
            <a:spLocks noChangeArrowheads="1"/>
          </p:cNvSpPr>
          <p:nvPr/>
        </p:nvSpPr>
        <p:spPr bwMode="auto">
          <a:xfrm>
            <a:off x="4989132" y="3644409"/>
            <a:ext cx="251226" cy="229885"/>
          </a:xfrm>
          <a:prstGeom prst="rect">
            <a:avLst/>
          </a:prstGeom>
          <a:solidFill>
            <a:srgbClr val="CCFFFF"/>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pPr algn="ctr" eaLnBrk="0" fontAlgn="ctr" hangingPunct="0">
              <a:lnSpc>
                <a:spcPct val="88000"/>
              </a:lnSpc>
              <a:spcBef>
                <a:spcPct val="50000"/>
              </a:spcBef>
            </a:pPr>
            <a:r>
              <a:rPr lang="en-US" altLang="ja-JP" sz="1200" dirty="0">
                <a:latin typeface="Meiryo UI" panose="020B0604030504040204" pitchFamily="34" charset="-128"/>
                <a:ea typeface="Meiryo UI" panose="020B0604030504040204" pitchFamily="34" charset="-128"/>
                <a:cs typeface="Meiryo UI" panose="020B0604030504040204" pitchFamily="34" charset="-128"/>
              </a:rPr>
              <a:t>+</a:t>
            </a:r>
            <a:endParaRPr kumimoji="0" lang="en-US" altLang="ja-JP" sz="1200"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41" name="Line 42"/>
          <p:cNvSpPr>
            <a:spLocks noChangeShapeType="1"/>
          </p:cNvSpPr>
          <p:nvPr/>
        </p:nvSpPr>
        <p:spPr bwMode="auto">
          <a:xfrm rot="16200000">
            <a:off x="3902664" y="4001508"/>
            <a:ext cx="1608587"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42" name="Line 37"/>
          <p:cNvSpPr>
            <a:spLocks noChangeShapeType="1"/>
          </p:cNvSpPr>
          <p:nvPr/>
        </p:nvSpPr>
        <p:spPr bwMode="auto">
          <a:xfrm>
            <a:off x="4714810" y="3761176"/>
            <a:ext cx="27432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43" name="Line 42"/>
          <p:cNvSpPr>
            <a:spLocks noChangeShapeType="1"/>
          </p:cNvSpPr>
          <p:nvPr/>
        </p:nvSpPr>
        <p:spPr bwMode="auto">
          <a:xfrm rot="5400000" flipV="1">
            <a:off x="4656729" y="4340050"/>
            <a:ext cx="93150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44" name="Line 37"/>
          <p:cNvSpPr>
            <a:spLocks noChangeShapeType="1"/>
          </p:cNvSpPr>
          <p:nvPr/>
        </p:nvSpPr>
        <p:spPr bwMode="auto">
          <a:xfrm flipH="1">
            <a:off x="5240357" y="3761176"/>
            <a:ext cx="37612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45" name="Line 37"/>
          <p:cNvSpPr>
            <a:spLocks noChangeShapeType="1"/>
          </p:cNvSpPr>
          <p:nvPr/>
        </p:nvSpPr>
        <p:spPr bwMode="auto">
          <a:xfrm flipH="1">
            <a:off x="5487658" y="5093494"/>
            <a:ext cx="666022" cy="0"/>
          </a:xfrm>
          <a:prstGeom prst="line">
            <a:avLst/>
          </a:prstGeom>
          <a:noFill/>
          <a:ln w="38100">
            <a:solidFill>
              <a:schemeClr val="tx1"/>
            </a:solidFill>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nchorCtr="1"/>
          <a:lstStyle/>
          <a:p>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46" name="Rectangle 47"/>
          <p:cNvSpPr>
            <a:spLocks noChangeArrowheads="1"/>
          </p:cNvSpPr>
          <p:nvPr/>
        </p:nvSpPr>
        <p:spPr bwMode="auto">
          <a:xfrm>
            <a:off x="5087957" y="4407694"/>
            <a:ext cx="3227147" cy="26020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ja-JP" sz="1100" dirty="0" smtClean="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rPr>
              <a:t>Update cycle is several tens of frames</a:t>
            </a:r>
            <a:endParaRPr lang="ja-JP" altLang="en-US" sz="1100" dirty="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47" name="Rectangle 47"/>
          <p:cNvSpPr>
            <a:spLocks noChangeArrowheads="1"/>
          </p:cNvSpPr>
          <p:nvPr/>
        </p:nvSpPr>
        <p:spPr bwMode="auto">
          <a:xfrm>
            <a:off x="4497387" y="5442891"/>
            <a:ext cx="3786718" cy="26020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ja-JP" sz="1100" dirty="0" smtClean="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rPr>
              <a:t>Write cycle to Flash is several tens of minutes.</a:t>
            </a:r>
            <a:endParaRPr lang="ja-JP" altLang="en-US" sz="1100" dirty="0">
              <a:solidFill>
                <a:schemeClr val="tx1">
                  <a:lumMod val="65000"/>
                  <a:lumOff val="35000"/>
                </a:schemeClr>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48" name="Rectangle 47"/>
          <p:cNvSpPr>
            <a:spLocks noChangeArrowheads="1"/>
          </p:cNvSpPr>
          <p:nvPr/>
        </p:nvSpPr>
        <p:spPr bwMode="auto">
          <a:xfrm>
            <a:off x="3178031" y="5431838"/>
            <a:ext cx="975829" cy="26020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ja-JP" sz="1050" u="sng" dirty="0" smtClean="0">
                <a:solidFill>
                  <a:srgbClr val="0000FF"/>
                </a:solidFill>
                <a:latin typeface="Meiryo UI" panose="020B0604030504040204" pitchFamily="34" charset="-128"/>
                <a:ea typeface="Meiryo UI" panose="020B0604030504040204" pitchFamily="34" charset="-128"/>
                <a:cs typeface="Meiryo UI" panose="020B0604030504040204" pitchFamily="34" charset="-128"/>
              </a:rPr>
              <a:t>Stress Data</a:t>
            </a:r>
            <a:endParaRPr lang="ja-JP" altLang="en-US" sz="1050" u="sng" dirty="0">
              <a:solidFill>
                <a:srgbClr val="0000FF"/>
              </a:solidFill>
              <a:latin typeface="Meiryo UI" panose="020B0604030504040204" pitchFamily="34" charset="-128"/>
              <a:ea typeface="Meiryo UI" panose="020B0604030504040204" pitchFamily="34" charset="-128"/>
              <a:cs typeface="Meiryo UI" panose="020B0604030504040204" pitchFamily="34" charset="-128"/>
            </a:endParaRPr>
          </a:p>
        </p:txBody>
      </p:sp>
      <p:sp>
        <p:nvSpPr>
          <p:cNvPr id="80" name="テキスト ボックス 9"/>
          <p:cNvSpPr txBox="1"/>
          <p:nvPr/>
        </p:nvSpPr>
        <p:spPr>
          <a:xfrm>
            <a:off x="577618" y="915203"/>
            <a:ext cx="10016330" cy="738664"/>
          </a:xfrm>
          <a:prstGeom prst="rect">
            <a:avLst/>
          </a:prstGeom>
          <a:noFill/>
        </p:spPr>
        <p:txBody>
          <a:bodyPr wrap="square" rtlCol="0">
            <a:spAutoFit/>
          </a:bodyPr>
          <a:lstStyle/>
          <a:p>
            <a:pPr defTabSz="914400"/>
            <a:r>
              <a:rPr kumimoji="1" lang="ja-JP" altLang="en-US" sz="14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For TV,</a:t>
            </a:r>
            <a:r>
              <a:rPr kumimoji="1" lang="en-US" altLang="ja-JP" sz="1400"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 medical </a:t>
            </a:r>
            <a:r>
              <a:rPr kumimoji="1" lang="en-US" altLang="ja-JP" sz="14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use, stress </a:t>
            </a:r>
            <a:r>
              <a:rPr kumimoji="1" lang="en-US" altLang="ja-JP" sz="1400"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data of all pixels are stored, and correction of all pixels is </a:t>
            </a:r>
            <a:r>
              <a:rPr kumimoji="1" lang="en-US" altLang="ja-JP" sz="14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performed.</a:t>
            </a:r>
          </a:p>
          <a:p>
            <a:pPr defTabSz="914400"/>
            <a:r>
              <a:rPr kumimoji="1" lang="en-US" altLang="ja-JP" sz="14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4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4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4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Substantial resources are needed (especially memory capacity, band width of DDR etc..))</a:t>
            </a:r>
          </a:p>
          <a:p>
            <a:pPr defTabSz="914400"/>
            <a:r>
              <a:rPr kumimoji="1" lang="ja-JP" altLang="en-US" sz="14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It is necessary to simplify the system and compress stress </a:t>
            </a:r>
            <a:r>
              <a:rPr kumimoji="1" lang="en-US" altLang="ja-JP" sz="14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data for use on Smartphone.</a:t>
            </a:r>
            <a:r>
              <a:rPr kumimoji="1" lang="ja-JP" altLang="en-US" sz="14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400" dirty="0">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10" name="Group 9"/>
          <p:cNvGrpSpPr/>
          <p:nvPr/>
        </p:nvGrpSpPr>
        <p:grpSpPr>
          <a:xfrm>
            <a:off x="2139916" y="5665809"/>
            <a:ext cx="3212546" cy="508275"/>
            <a:chOff x="1773969" y="5602309"/>
            <a:chExt cx="3212546" cy="508275"/>
          </a:xfrm>
        </p:grpSpPr>
        <mc:AlternateContent xmlns:mc="http://schemas.openxmlformats.org/markup-compatibility/2006" xmlns:a14="http://schemas.microsoft.com/office/drawing/2010/main">
          <mc:Choice Requires="a14">
            <p:sp>
              <p:nvSpPr>
                <p:cNvPr id="49" name="TextBox 48"/>
                <p:cNvSpPr txBox="1"/>
                <p:nvPr/>
              </p:nvSpPr>
              <p:spPr>
                <a:xfrm>
                  <a:off x="1773969" y="5602309"/>
                  <a:ext cx="3212546" cy="4954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ja-JP" sz="1000" i="1" smtClean="0">
                                <a:latin typeface="Cambria Math" panose="02040503050406030204" pitchFamily="18" charset="0"/>
                              </a:rPr>
                            </m:ctrlPr>
                          </m:fPr>
                          <m:num>
                            <m:r>
                              <a:rPr lang="en-US" altLang="ja-JP" sz="1000" i="1" smtClean="0">
                                <a:latin typeface="Cambria Math" panose="02040503050406030204" pitchFamily="18" charset="0"/>
                              </a:rPr>
                              <m:t>𝐿</m:t>
                            </m:r>
                            <m:r>
                              <a:rPr lang="en-US" altLang="ja-JP" sz="1000" b="0" i="1" baseline="-25000" smtClean="0">
                                <a:latin typeface="Cambria Math" panose="02040503050406030204" pitchFamily="18" charset="0"/>
                              </a:rPr>
                              <m:t>𝑢𝑚</m:t>
                            </m:r>
                          </m:num>
                          <m:den>
                            <m:r>
                              <a:rPr lang="en-US" altLang="ja-JP" sz="1000" b="0" i="1" smtClean="0">
                                <a:latin typeface="Cambria Math" panose="02040503050406030204" pitchFamily="18" charset="0"/>
                              </a:rPr>
                              <m:t>𝐿</m:t>
                            </m:r>
                            <m:r>
                              <a:rPr lang="en-US" altLang="ja-JP" sz="1000" b="0" i="1" baseline="-25000" smtClean="0">
                                <a:latin typeface="Cambria Math" panose="02040503050406030204" pitchFamily="18" charset="0"/>
                              </a:rPr>
                              <m:t>𝑢𝑚</m:t>
                            </m:r>
                            <m:r>
                              <a:rPr lang="en-US" altLang="ja-JP" sz="1000" b="0" i="1" baseline="-25000" smtClean="0">
                                <a:latin typeface="Cambria Math" panose="02040503050406030204" pitchFamily="18" charset="0"/>
                              </a:rPr>
                              <m:t>_</m:t>
                            </m:r>
                            <m:r>
                              <a:rPr lang="en-US" altLang="ja-JP" sz="1000" b="0" i="1" baseline="-25000" smtClean="0">
                                <a:latin typeface="Cambria Math" panose="02040503050406030204" pitchFamily="18" charset="0"/>
                              </a:rPr>
                              <m:t>𝑖𝑛𝑖</m:t>
                            </m:r>
                          </m:den>
                        </m:f>
                        <m:r>
                          <a:rPr lang="en-US" altLang="ja-JP" sz="1000" i="1">
                            <a:latin typeface="Cambria Math" panose="02040503050406030204" pitchFamily="18" charset="0"/>
                            <a:ea typeface="Cambria Math" panose="02040503050406030204" pitchFamily="18" charset="0"/>
                          </a:rPr>
                          <m:t>∝</m:t>
                        </m:r>
                        <m:r>
                          <a:rPr lang="en-US" sz="1000" i="1" smtClean="0">
                            <a:solidFill>
                              <a:srgbClr val="0000FF"/>
                            </a:solidFill>
                            <a:latin typeface="Cambria Math" panose="02040503050406030204" pitchFamily="18" charset="0"/>
                            <a:ea typeface="Cambria Math" panose="02040503050406030204" pitchFamily="18" charset="0"/>
                          </a:rPr>
                          <m:t>∆</m:t>
                        </m:r>
                        <m:r>
                          <a:rPr lang="en-US" sz="1000" i="1" smtClean="0">
                            <a:solidFill>
                              <a:srgbClr val="0000FF"/>
                            </a:solidFill>
                            <a:latin typeface="Cambria Math" panose="02040503050406030204" pitchFamily="18" charset="0"/>
                            <a:ea typeface="Cambria Math" panose="02040503050406030204" pitchFamily="18" charset="0"/>
                          </a:rPr>
                          <m:t>𝜂</m:t>
                        </m:r>
                        <m:r>
                          <a:rPr lang="en-US" sz="1000" b="0" i="1" baseline="30000" smtClean="0">
                            <a:solidFill>
                              <a:srgbClr val="0000FF"/>
                            </a:solidFill>
                            <a:latin typeface="Cambria Math" panose="02040503050406030204" pitchFamily="18" charset="0"/>
                            <a:ea typeface="Cambria Math" panose="02040503050406030204" pitchFamily="18" charset="0"/>
                          </a:rPr>
                          <m:t>1</m:t>
                        </m:r>
                        <m:d>
                          <m:dPr>
                            <m:ctrlPr>
                              <a:rPr lang="en-US" sz="1000" b="0" i="1" smtClean="0">
                                <a:solidFill>
                                  <a:srgbClr val="0000FF"/>
                                </a:solidFill>
                                <a:latin typeface="Cambria Math" panose="02040503050406030204" pitchFamily="18" charset="0"/>
                                <a:ea typeface="Cambria Math" panose="02040503050406030204" pitchFamily="18" charset="0"/>
                              </a:rPr>
                            </m:ctrlPr>
                          </m:dPr>
                          <m:e>
                            <m:r>
                              <a:rPr lang="en-US" sz="1000" b="0" i="1" smtClean="0">
                                <a:solidFill>
                                  <a:srgbClr val="0000FF"/>
                                </a:solidFill>
                                <a:latin typeface="Cambria Math" panose="02040503050406030204" pitchFamily="18" charset="0"/>
                                <a:ea typeface="Cambria Math" panose="02040503050406030204" pitchFamily="18" charset="0"/>
                              </a:rPr>
                              <m:t>∆</m:t>
                            </m:r>
                            <m:r>
                              <a:rPr lang="en-US" sz="1000" b="0" i="1" smtClean="0">
                                <a:solidFill>
                                  <a:srgbClr val="0000FF"/>
                                </a:solidFill>
                                <a:latin typeface="Cambria Math" panose="02040503050406030204" pitchFamily="18" charset="0"/>
                                <a:ea typeface="Cambria Math" panose="02040503050406030204" pitchFamily="18" charset="0"/>
                              </a:rPr>
                              <m:t>𝑡</m:t>
                            </m:r>
                            <m:r>
                              <a:rPr lang="en-US" sz="1000" b="0" i="1" smtClean="0">
                                <a:solidFill>
                                  <a:srgbClr val="0000FF"/>
                                </a:solidFill>
                                <a:latin typeface="Cambria Math" panose="02040503050406030204" pitchFamily="18" charset="0"/>
                                <a:ea typeface="Cambria Math" panose="02040503050406030204" pitchFamily="18" charset="0"/>
                              </a:rPr>
                              <m:t>∙</m:t>
                            </m:r>
                            <m:nary>
                              <m:naryPr>
                                <m:chr m:val="∑"/>
                                <m:ctrlPr>
                                  <a:rPr lang="en-US" sz="1000" b="0" i="1" smtClean="0">
                                    <a:solidFill>
                                      <a:srgbClr val="0000FF"/>
                                    </a:solidFill>
                                    <a:latin typeface="Cambria Math" panose="02040503050406030204" pitchFamily="18" charset="0"/>
                                    <a:ea typeface="Cambria Math" panose="02040503050406030204" pitchFamily="18" charset="0"/>
                                  </a:rPr>
                                </m:ctrlPr>
                              </m:naryPr>
                              <m:sub>
                                <m:r>
                                  <m:rPr>
                                    <m:brk m:alnAt="23"/>
                                  </m:rPr>
                                  <a:rPr lang="en-US" sz="1000" b="0" i="1" smtClean="0">
                                    <a:solidFill>
                                      <a:srgbClr val="0000FF"/>
                                    </a:solidFill>
                                    <a:latin typeface="Cambria Math" panose="02040503050406030204" pitchFamily="18" charset="0"/>
                                    <a:ea typeface="Cambria Math" panose="02040503050406030204" pitchFamily="18" charset="0"/>
                                  </a:rPr>
                                  <m:t>𝑁</m:t>
                                </m:r>
                                <m:r>
                                  <a:rPr lang="en-US" sz="1000" b="0" i="1" baseline="-25000" smtClean="0">
                                    <a:solidFill>
                                      <a:srgbClr val="0000FF"/>
                                    </a:solidFill>
                                    <a:latin typeface="Cambria Math" panose="02040503050406030204" pitchFamily="18" charset="0"/>
                                    <a:ea typeface="Cambria Math" panose="02040503050406030204" pitchFamily="18" charset="0"/>
                                  </a:rPr>
                                  <m:t>𝑖</m:t>
                                </m:r>
                                <m:r>
                                  <a:rPr lang="en-US" sz="1000" b="0" i="1" smtClean="0">
                                    <a:solidFill>
                                      <a:srgbClr val="0000FF"/>
                                    </a:solidFill>
                                    <a:latin typeface="Cambria Math" panose="02040503050406030204" pitchFamily="18" charset="0"/>
                                    <a:ea typeface="Cambria Math" panose="02040503050406030204" pitchFamily="18" charset="0"/>
                                  </a:rPr>
                                  <m:t>=0</m:t>
                                </m:r>
                              </m:sub>
                              <m:sup>
                                <m:f>
                                  <m:fPr>
                                    <m:type m:val="lin"/>
                                    <m:ctrlPr>
                                      <a:rPr lang="en-US" sz="1000" b="0" i="1" smtClean="0">
                                        <a:solidFill>
                                          <a:srgbClr val="0000FF"/>
                                        </a:solidFill>
                                        <a:latin typeface="Cambria Math" panose="02040503050406030204" pitchFamily="18" charset="0"/>
                                        <a:ea typeface="Cambria Math" panose="02040503050406030204" pitchFamily="18" charset="0"/>
                                      </a:rPr>
                                    </m:ctrlPr>
                                  </m:fPr>
                                  <m:num>
                                    <m:r>
                                      <a:rPr lang="en-US" sz="1000" b="0" i="1" smtClean="0">
                                        <a:solidFill>
                                          <a:srgbClr val="0000FF"/>
                                        </a:solidFill>
                                        <a:latin typeface="Cambria Math" panose="02040503050406030204" pitchFamily="18" charset="0"/>
                                        <a:ea typeface="Cambria Math" panose="02040503050406030204" pitchFamily="18" charset="0"/>
                                      </a:rPr>
                                      <m:t>𝑡</m:t>
                                    </m:r>
                                  </m:num>
                                  <m:den>
                                    <m:r>
                                      <a:rPr lang="en-US" sz="1000" b="0" i="1" smtClean="0">
                                        <a:solidFill>
                                          <a:srgbClr val="0000FF"/>
                                        </a:solidFill>
                                        <a:latin typeface="Cambria Math" panose="02040503050406030204" pitchFamily="18" charset="0"/>
                                        <a:ea typeface="Cambria Math" panose="02040503050406030204" pitchFamily="18" charset="0"/>
                                      </a:rPr>
                                      <m:t>∆</m:t>
                                    </m:r>
                                    <m:r>
                                      <a:rPr lang="en-US" sz="1000" b="0" i="1" smtClean="0">
                                        <a:solidFill>
                                          <a:srgbClr val="0000FF"/>
                                        </a:solidFill>
                                        <a:latin typeface="Cambria Math" panose="02040503050406030204" pitchFamily="18" charset="0"/>
                                        <a:ea typeface="Cambria Math" panose="02040503050406030204" pitchFamily="18" charset="0"/>
                                      </a:rPr>
                                      <m:t>𝑡</m:t>
                                    </m:r>
                                  </m:den>
                                </m:f>
                              </m:sup>
                              <m:e>
                                <m:r>
                                  <a:rPr lang="en-US" sz="1000" b="0" i="1" smtClean="0">
                                    <a:solidFill>
                                      <a:srgbClr val="0000FF"/>
                                    </a:solidFill>
                                    <a:latin typeface="Cambria Math" panose="02040503050406030204" pitchFamily="18" charset="0"/>
                                    <a:ea typeface="Cambria Math" panose="02040503050406030204" pitchFamily="18" charset="0"/>
                                  </a:rPr>
                                  <m:t>𝑆</m:t>
                                </m:r>
                                <m:r>
                                  <a:rPr lang="en-US" sz="1000" b="0" i="1" baseline="-25000" smtClean="0">
                                    <a:solidFill>
                                      <a:srgbClr val="0000FF"/>
                                    </a:solidFill>
                                    <a:latin typeface="Cambria Math" panose="02040503050406030204" pitchFamily="18" charset="0"/>
                                    <a:ea typeface="Cambria Math" panose="02040503050406030204" pitchFamily="18" charset="0"/>
                                  </a:rPr>
                                  <m:t>1</m:t>
                                </m:r>
                                <m:d>
                                  <m:dPr>
                                    <m:ctrlPr>
                                      <a:rPr lang="en-US" sz="1000" b="0" i="1" smtClean="0">
                                        <a:solidFill>
                                          <a:srgbClr val="0000FF"/>
                                        </a:solidFill>
                                        <a:latin typeface="Cambria Math" panose="02040503050406030204" pitchFamily="18" charset="0"/>
                                        <a:ea typeface="Cambria Math" panose="02040503050406030204" pitchFamily="18" charset="0"/>
                                      </a:rPr>
                                    </m:ctrlPr>
                                  </m:dPr>
                                  <m:e>
                                    <m:r>
                                      <a:rPr lang="en-US" sz="1000" b="0" i="1" smtClean="0">
                                        <a:solidFill>
                                          <a:srgbClr val="0000FF"/>
                                        </a:solidFill>
                                        <a:latin typeface="Cambria Math" panose="02040503050406030204" pitchFamily="18" charset="0"/>
                                        <a:ea typeface="Cambria Math" panose="02040503050406030204" pitchFamily="18" charset="0"/>
                                      </a:rPr>
                                      <m:t>𝐼</m:t>
                                    </m:r>
                                    <m:r>
                                      <a:rPr lang="en-US" sz="1000" b="0" i="1" baseline="-25000" smtClean="0">
                                        <a:solidFill>
                                          <a:srgbClr val="0000FF"/>
                                        </a:solidFill>
                                        <a:latin typeface="Cambria Math" panose="02040503050406030204" pitchFamily="18" charset="0"/>
                                        <a:ea typeface="Cambria Math" panose="02040503050406030204" pitchFamily="18" charset="0"/>
                                      </a:rPr>
                                      <m:t>𝑠𝑡𝑟𝑒𝑠𝑠</m:t>
                                    </m:r>
                                    <m:d>
                                      <m:dPr>
                                        <m:ctrlPr>
                                          <a:rPr lang="en-US" sz="1000" b="0" i="1" smtClean="0">
                                            <a:solidFill>
                                              <a:srgbClr val="0000FF"/>
                                            </a:solidFill>
                                            <a:latin typeface="Cambria Math" panose="02040503050406030204" pitchFamily="18" charset="0"/>
                                            <a:ea typeface="Cambria Math" panose="02040503050406030204" pitchFamily="18" charset="0"/>
                                          </a:rPr>
                                        </m:ctrlPr>
                                      </m:dPr>
                                      <m:e>
                                        <m:r>
                                          <a:rPr lang="en-US" sz="1000" b="0" i="1" smtClean="0">
                                            <a:solidFill>
                                              <a:srgbClr val="0000FF"/>
                                            </a:solidFill>
                                            <a:latin typeface="Cambria Math" panose="02040503050406030204" pitchFamily="18" charset="0"/>
                                            <a:ea typeface="Cambria Math" panose="02040503050406030204" pitchFamily="18" charset="0"/>
                                          </a:rPr>
                                          <m:t>𝑁</m:t>
                                        </m:r>
                                        <m:r>
                                          <a:rPr lang="en-US" sz="1000" b="0" i="1" baseline="-25000" smtClean="0">
                                            <a:solidFill>
                                              <a:srgbClr val="0000FF"/>
                                            </a:solidFill>
                                            <a:latin typeface="Cambria Math" panose="02040503050406030204" pitchFamily="18" charset="0"/>
                                            <a:ea typeface="Cambria Math" panose="02040503050406030204" pitchFamily="18" charset="0"/>
                                          </a:rPr>
                                          <m:t>𝑖</m:t>
                                        </m:r>
                                        <m:r>
                                          <a:rPr lang="en-US" sz="1000" b="0" i="1" smtClean="0">
                                            <a:solidFill>
                                              <a:srgbClr val="0000FF"/>
                                            </a:solidFill>
                                            <a:latin typeface="Cambria Math" panose="02040503050406030204" pitchFamily="18" charset="0"/>
                                            <a:ea typeface="Cambria Math" panose="02040503050406030204" pitchFamily="18" charset="0"/>
                                          </a:rPr>
                                          <m:t>∙∆</m:t>
                                        </m:r>
                                        <m:r>
                                          <a:rPr lang="en-US" sz="1000" b="0" i="1" smtClean="0">
                                            <a:solidFill>
                                              <a:srgbClr val="0000FF"/>
                                            </a:solidFill>
                                            <a:latin typeface="Cambria Math" panose="02040503050406030204" pitchFamily="18" charset="0"/>
                                            <a:ea typeface="Cambria Math" panose="02040503050406030204" pitchFamily="18" charset="0"/>
                                          </a:rPr>
                                          <m:t>𝑡</m:t>
                                        </m:r>
                                      </m:e>
                                    </m:d>
                                  </m:e>
                                </m:d>
                              </m:e>
                            </m:nary>
                          </m:e>
                        </m:d>
                        <m:r>
                          <a:rPr lang="en-US" sz="1000" i="1">
                            <a:latin typeface="Cambria Math" panose="02040503050406030204" pitchFamily="18" charset="0"/>
                            <a:ea typeface="Cambria Math" panose="02040503050406030204" pitchFamily="18" charset="0"/>
                          </a:rPr>
                          <m:t>∙</m:t>
                        </m:r>
                        <m:r>
                          <a:rPr lang="en-US" sz="1000" i="1" smtClean="0">
                            <a:latin typeface="Cambria Math" panose="02040503050406030204" pitchFamily="18" charset="0"/>
                            <a:ea typeface="Cambria Math" panose="02040503050406030204" pitchFamily="18" charset="0"/>
                          </a:rPr>
                          <m:t>∆</m:t>
                        </m:r>
                        <m:r>
                          <a:rPr lang="en-US" sz="1000" i="1" smtClean="0">
                            <a:latin typeface="Cambria Math" panose="02040503050406030204" pitchFamily="18" charset="0"/>
                            <a:ea typeface="Cambria Math" panose="02040503050406030204" pitchFamily="18" charset="0"/>
                          </a:rPr>
                          <m:t>𝜂</m:t>
                        </m:r>
                        <m:r>
                          <a:rPr lang="en-US" sz="1000" b="0" i="1" baseline="30000" smtClean="0">
                            <a:latin typeface="Cambria Math" panose="02040503050406030204" pitchFamily="18" charset="0"/>
                            <a:ea typeface="Cambria Math" panose="02040503050406030204" pitchFamily="18" charset="0"/>
                          </a:rPr>
                          <m:t>2</m:t>
                        </m:r>
                        <m:d>
                          <m:dPr>
                            <m:ctrlPr>
                              <a:rPr lang="en-US" sz="1000" i="1">
                                <a:latin typeface="Cambria Math" panose="02040503050406030204" pitchFamily="18" charset="0"/>
                                <a:ea typeface="Cambria Math" panose="02040503050406030204" pitchFamily="18" charset="0"/>
                              </a:rPr>
                            </m:ctrlPr>
                          </m:dPr>
                          <m:e>
                            <m:r>
                              <a:rPr lang="en-US" sz="1000" i="1" smtClean="0">
                                <a:latin typeface="Cambria Math" panose="02040503050406030204" pitchFamily="18" charset="0"/>
                                <a:ea typeface="Cambria Math" panose="02040503050406030204" pitchFamily="18" charset="0"/>
                              </a:rPr>
                              <m:t>∆</m:t>
                            </m:r>
                            <m:r>
                              <a:rPr lang="en-US" sz="1000" i="1" smtClean="0">
                                <a:latin typeface="Cambria Math" panose="02040503050406030204" pitchFamily="18" charset="0"/>
                                <a:ea typeface="Cambria Math" panose="02040503050406030204" pitchFamily="18" charset="0"/>
                              </a:rPr>
                              <m:t>𝜂</m:t>
                            </m:r>
                            <m:r>
                              <a:rPr lang="en-US" sz="1000" b="0" i="1" baseline="30000" smtClean="0">
                                <a:latin typeface="Cambria Math" panose="02040503050406030204" pitchFamily="18" charset="0"/>
                                <a:ea typeface="Cambria Math" panose="02040503050406030204" pitchFamily="18" charset="0"/>
                              </a:rPr>
                              <m:t>1</m:t>
                            </m:r>
                            <m:r>
                              <a:rPr lang="en-US" sz="1000" b="0" i="1" smtClean="0">
                                <a:latin typeface="Cambria Math" panose="02040503050406030204" pitchFamily="18" charset="0"/>
                                <a:ea typeface="Cambria Math" panose="02040503050406030204" pitchFamily="18" charset="0"/>
                              </a:rPr>
                              <m:t>,</m:t>
                            </m:r>
                            <m:r>
                              <a:rPr lang="en-US" sz="1000" b="0" i="1" smtClean="0">
                                <a:latin typeface="Cambria Math" panose="02040503050406030204" pitchFamily="18" charset="0"/>
                                <a:ea typeface="Cambria Math" panose="02040503050406030204" pitchFamily="18" charset="0"/>
                              </a:rPr>
                              <m:t>𝐼𝑝𝑖𝑥</m:t>
                            </m:r>
                          </m:e>
                        </m:d>
                      </m:oMath>
                    </m:oMathPara>
                  </a14:m>
                  <a:endParaRPr lang="en-US" sz="1000" baseline="30000" dirty="0"/>
                </a:p>
              </p:txBody>
            </p:sp>
          </mc:Choice>
          <mc:Fallback xmlns="">
            <p:sp>
              <p:nvSpPr>
                <p:cNvPr id="49" name="TextBox 48"/>
                <p:cNvSpPr txBox="1">
                  <a:spLocks noRot="1" noChangeAspect="1" noMove="1" noResize="1" noEditPoints="1" noAdjustHandles="1" noChangeArrowheads="1" noChangeShapeType="1" noTextEdit="1"/>
                </p:cNvSpPr>
                <p:nvPr/>
              </p:nvSpPr>
              <p:spPr>
                <a:xfrm>
                  <a:off x="1773969" y="5602309"/>
                  <a:ext cx="3212546" cy="495457"/>
                </a:xfrm>
                <a:prstGeom prst="rect">
                  <a:avLst/>
                </a:prstGeom>
                <a:blipFill rotWithShape="0">
                  <a:blip r:embed="rId2"/>
                  <a:stretch>
                    <a:fillRect l="-380" t="-96296" b="-150617"/>
                  </a:stretch>
                </a:blipFill>
              </p:spPr>
              <p:txBody>
                <a:bodyPr/>
                <a:lstStyle/>
                <a:p>
                  <a:r>
                    <a:rPr lang="en-US">
                      <a:noFill/>
                    </a:rPr>
                    <a:t> </a:t>
                  </a:r>
                </a:p>
              </p:txBody>
            </p:sp>
          </mc:Fallback>
        </mc:AlternateContent>
        <p:sp>
          <p:nvSpPr>
            <p:cNvPr id="90" name="Rounded Rectangle 89"/>
            <p:cNvSpPr/>
            <p:nvPr/>
          </p:nvSpPr>
          <p:spPr bwMode="auto">
            <a:xfrm>
              <a:off x="2567229" y="5621250"/>
              <a:ext cx="1471371" cy="489334"/>
            </a:xfrm>
            <a:prstGeom prst="roundRect">
              <a:avLst>
                <a:gd name="adj" fmla="val 15652"/>
              </a:avLst>
            </a:prstGeom>
            <a:noFill/>
            <a:ln w="15875" cap="flat" cmpd="sng" algn="ctr">
              <a:solidFill>
                <a:schemeClr val="tx2">
                  <a:lumMod val="60000"/>
                  <a:lumOff val="40000"/>
                </a:schemeClr>
              </a:solidFill>
              <a:prstDash val="sysDot"/>
              <a:round/>
              <a:headEnd type="none" w="med" len="med"/>
              <a:tailEnd type="none" w="med" len="med"/>
            </a:ln>
            <a:effectLst/>
          </p:spPr>
          <p:txBody>
            <a:bodyPr vert="horz" wrap="square" lIns="79200" tIns="39600" rIns="79200" bIns="39600" numCol="1" rtlCol="0" anchor="t" anchorCtr="0" compatLnSpc="1">
              <a:prstTxWarp prst="textNoShape">
                <a:avLst/>
              </a:prstTxWarp>
              <a:no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grpSp>
      <p:cxnSp>
        <p:nvCxnSpPr>
          <p:cNvPr id="12" name="Straight Connector 11"/>
          <p:cNvCxnSpPr/>
          <p:nvPr/>
        </p:nvCxnSpPr>
        <p:spPr bwMode="auto">
          <a:xfrm flipH="1" flipV="1">
            <a:off x="3858228" y="4851131"/>
            <a:ext cx="1" cy="580707"/>
          </a:xfrm>
          <a:prstGeom prst="line">
            <a:avLst/>
          </a:prstGeom>
          <a:noFill/>
          <a:ln w="15875" cap="flat" cmpd="sng" algn="ctr">
            <a:solidFill>
              <a:srgbClr val="0000FF"/>
            </a:solidFill>
            <a:prstDash val="sysDot"/>
            <a:round/>
            <a:headEnd type="none" w="med" len="med"/>
            <a:tailEnd type="none" w="med" len="med"/>
          </a:ln>
          <a:effectLst/>
        </p:spPr>
      </p:cxnSp>
      <p:cxnSp>
        <p:nvCxnSpPr>
          <p:cNvPr id="93" name="Straight Connector 92"/>
          <p:cNvCxnSpPr/>
          <p:nvPr/>
        </p:nvCxnSpPr>
        <p:spPr bwMode="auto">
          <a:xfrm flipV="1">
            <a:off x="3866558" y="4503282"/>
            <a:ext cx="802152" cy="354298"/>
          </a:xfrm>
          <a:prstGeom prst="line">
            <a:avLst/>
          </a:prstGeom>
          <a:noFill/>
          <a:ln w="15875" cap="flat" cmpd="sng" algn="ctr">
            <a:solidFill>
              <a:srgbClr val="0000FF"/>
            </a:solidFill>
            <a:prstDash val="sysDot"/>
            <a:round/>
            <a:headEnd type="none" w="med" len="med"/>
            <a:tailEnd type="stealth" w="sm" len="lg"/>
          </a:ln>
          <a:effectLst/>
        </p:spPr>
      </p:cxnSp>
      <p:cxnSp>
        <p:nvCxnSpPr>
          <p:cNvPr id="97" name="Straight Connector 96"/>
          <p:cNvCxnSpPr/>
          <p:nvPr/>
        </p:nvCxnSpPr>
        <p:spPr bwMode="auto">
          <a:xfrm flipV="1">
            <a:off x="3487433" y="2580045"/>
            <a:ext cx="189253" cy="262629"/>
          </a:xfrm>
          <a:prstGeom prst="line">
            <a:avLst/>
          </a:prstGeom>
          <a:noFill/>
          <a:ln w="15875" cap="flat" cmpd="sng" algn="ctr">
            <a:solidFill>
              <a:schemeClr val="tx1">
                <a:lumMod val="50000"/>
                <a:lumOff val="50000"/>
              </a:schemeClr>
            </a:solidFill>
            <a:prstDash val="sysDot"/>
            <a:round/>
            <a:headEnd type="none" w="med" len="med"/>
            <a:tailEnd type="none" w="sm" len="lg"/>
          </a:ln>
          <a:effectLst/>
        </p:spPr>
      </p:cxnSp>
      <p:cxnSp>
        <p:nvCxnSpPr>
          <p:cNvPr id="99" name="Straight Connector 98"/>
          <p:cNvCxnSpPr/>
          <p:nvPr/>
        </p:nvCxnSpPr>
        <p:spPr bwMode="auto">
          <a:xfrm flipV="1">
            <a:off x="5625669" y="5107869"/>
            <a:ext cx="273734" cy="379864"/>
          </a:xfrm>
          <a:prstGeom prst="line">
            <a:avLst/>
          </a:prstGeom>
          <a:noFill/>
          <a:ln w="15875" cap="flat" cmpd="sng" algn="ctr">
            <a:solidFill>
              <a:schemeClr val="tx1">
                <a:lumMod val="50000"/>
                <a:lumOff val="50000"/>
              </a:schemeClr>
            </a:solidFill>
            <a:prstDash val="sysDot"/>
            <a:round/>
            <a:headEnd type="none" w="med" len="med"/>
            <a:tailEnd type="none" w="sm" len="lg"/>
          </a:ln>
          <a:effectLst/>
        </p:spPr>
      </p:cxnSp>
      <p:sp>
        <p:nvSpPr>
          <p:cNvPr id="101" name="テキスト ボックス 9"/>
          <p:cNvSpPr txBox="1"/>
          <p:nvPr/>
        </p:nvSpPr>
        <p:spPr>
          <a:xfrm>
            <a:off x="5523523" y="2644956"/>
            <a:ext cx="124521" cy="180049"/>
          </a:xfrm>
          <a:prstGeom prst="rect">
            <a:avLst/>
          </a:prstGeom>
          <a:solidFill>
            <a:srgbClr val="0000FF"/>
          </a:solidFill>
          <a:effectLst>
            <a:outerShdw blurRad="50800" dist="38100" dir="2700000" algn="tl" rotWithShape="0">
              <a:prstClr val="black">
                <a:alpha val="40000"/>
              </a:prstClr>
            </a:outerShdw>
          </a:effectLst>
        </p:spPr>
        <p:txBody>
          <a:bodyPr wrap="square" lIns="9144" tIns="9144" rIns="9144" bIns="9144" rtlCol="0">
            <a:spAutoFit/>
          </a:bodyPr>
          <a:lstStyle/>
          <a:p>
            <a:pPr algn="ctr" defTabSz="914400"/>
            <a:r>
              <a:rPr kumimoji="1" lang="en-US" altLang="ja-JP" sz="105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1</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2" name="テキスト ボックス 9"/>
          <p:cNvSpPr txBox="1"/>
          <p:nvPr/>
        </p:nvSpPr>
        <p:spPr>
          <a:xfrm>
            <a:off x="6509905" y="3770445"/>
            <a:ext cx="124521" cy="180049"/>
          </a:xfrm>
          <a:prstGeom prst="rect">
            <a:avLst/>
          </a:prstGeom>
          <a:solidFill>
            <a:srgbClr val="0000FF"/>
          </a:solidFill>
          <a:effectLst>
            <a:outerShdw blurRad="50800" dist="38100" dir="2700000" algn="tl" rotWithShape="0">
              <a:prstClr val="black">
                <a:alpha val="40000"/>
              </a:prstClr>
            </a:outerShdw>
          </a:effectLst>
        </p:spPr>
        <p:txBody>
          <a:bodyPr wrap="square" lIns="9144" tIns="9144" rIns="9144" bIns="9144" rtlCol="0">
            <a:spAutoFit/>
          </a:bodyPr>
          <a:lstStyle/>
          <a:p>
            <a:pPr algn="ctr" defTabSz="914400"/>
            <a:r>
              <a:rPr kumimoji="1" lang="en-US" altLang="ja-JP" sz="105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3" name="テキスト ボックス 9"/>
          <p:cNvSpPr txBox="1"/>
          <p:nvPr/>
        </p:nvSpPr>
        <p:spPr>
          <a:xfrm>
            <a:off x="4242867" y="3708023"/>
            <a:ext cx="124521" cy="180049"/>
          </a:xfrm>
          <a:prstGeom prst="rect">
            <a:avLst/>
          </a:prstGeom>
          <a:solidFill>
            <a:srgbClr val="0000FF"/>
          </a:solidFill>
          <a:effectLst>
            <a:outerShdw blurRad="50800" dist="38100" dir="2700000" algn="tl" rotWithShape="0">
              <a:prstClr val="black">
                <a:alpha val="40000"/>
              </a:prstClr>
            </a:outerShdw>
          </a:effectLst>
        </p:spPr>
        <p:txBody>
          <a:bodyPr wrap="square" lIns="9144" tIns="9144" rIns="9144" bIns="9144" rtlCol="0">
            <a:spAutoFit/>
          </a:bodyPr>
          <a:lstStyle/>
          <a:p>
            <a:pPr algn="ctr" defTabSz="914400"/>
            <a:r>
              <a:rPr kumimoji="1" lang="en-US" altLang="ja-JP" sz="105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19" name="Group 18"/>
          <p:cNvGrpSpPr/>
          <p:nvPr/>
        </p:nvGrpSpPr>
        <p:grpSpPr>
          <a:xfrm>
            <a:off x="7827409" y="2224003"/>
            <a:ext cx="4149417" cy="2010686"/>
            <a:chOff x="7827409" y="2224003"/>
            <a:chExt cx="4149417" cy="2010686"/>
          </a:xfrm>
        </p:grpSpPr>
        <p:sp>
          <p:nvSpPr>
            <p:cNvPr id="84" name="Rectangle 83"/>
            <p:cNvSpPr/>
            <p:nvPr/>
          </p:nvSpPr>
          <p:spPr bwMode="auto">
            <a:xfrm>
              <a:off x="7926387" y="2224003"/>
              <a:ext cx="4050439" cy="2010686"/>
            </a:xfrm>
            <a:prstGeom prst="rect">
              <a:avLst/>
            </a:prstGeom>
            <a:solidFill>
              <a:schemeClr val="bg1"/>
            </a:solidFill>
            <a:ln w="22225" cap="flat" cmpd="sng" algn="ctr">
              <a:solidFill>
                <a:schemeClr val="tx2">
                  <a:lumMod val="60000"/>
                  <a:lumOff val="40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no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82" name="テキスト ボックス 9"/>
            <p:cNvSpPr txBox="1"/>
            <p:nvPr/>
          </p:nvSpPr>
          <p:spPr>
            <a:xfrm>
              <a:off x="8014062" y="2274930"/>
              <a:ext cx="3767070" cy="430887"/>
            </a:xfrm>
            <a:prstGeom prst="rect">
              <a:avLst/>
            </a:prstGeom>
            <a:solidFill>
              <a:srgbClr val="0070C0"/>
            </a:solidFill>
          </p:spPr>
          <p:txBody>
            <a:bodyPr wrap="square" rtlCol="0">
              <a:spAutoFit/>
            </a:bodyPr>
            <a:lstStyle/>
            <a:p>
              <a:pPr defTabSz="914400"/>
              <a:r>
                <a:rPr kumimoji="1" lang="en-US" altLang="ja-JP" sz="11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Calculate </a:t>
              </a:r>
              <a:r>
                <a:rPr kumimoji="1" lang="en-US" altLang="ja-JP" sz="11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the degradation with </a:t>
              </a:r>
              <a:r>
                <a:rPr kumimoji="1" lang="en-US" altLang="ja-JP" sz="11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Δη</a:t>
              </a:r>
              <a:r>
                <a:rPr kumimoji="1" lang="en-US" altLang="ja-JP" sz="1100" baseline="300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1</a:t>
              </a:r>
              <a:r>
                <a:rPr kumimoji="1" lang="en-US" altLang="ja-JP" sz="11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aseline="300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2</a:t>
              </a:r>
              <a:r>
                <a:rPr kumimoji="1" lang="en-US" altLang="ja-JP" sz="11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1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and estimate the gain for compensation</a:t>
              </a:r>
            </a:p>
          </p:txBody>
        </p:sp>
        <p:pic>
          <p:nvPicPr>
            <p:cNvPr id="3" name="Picture 2"/>
            <p:cNvPicPr>
              <a:picLocks noChangeAspect="1"/>
            </p:cNvPicPr>
            <p:nvPr/>
          </p:nvPicPr>
          <p:blipFill>
            <a:blip r:embed="rId3"/>
            <a:stretch>
              <a:fillRect/>
            </a:stretch>
          </p:blipFill>
          <p:spPr>
            <a:xfrm>
              <a:off x="8090626" y="2746529"/>
              <a:ext cx="2322577" cy="1472247"/>
            </a:xfrm>
            <a:prstGeom prst="rect">
              <a:avLst/>
            </a:prstGeom>
          </p:spPr>
        </p:pic>
        <p:pic>
          <p:nvPicPr>
            <p:cNvPr id="4" name="Picture 3"/>
            <p:cNvPicPr>
              <a:picLocks noChangeAspect="1"/>
            </p:cNvPicPr>
            <p:nvPr/>
          </p:nvPicPr>
          <p:blipFill>
            <a:blip r:embed="rId4"/>
            <a:stretch>
              <a:fillRect/>
            </a:stretch>
          </p:blipFill>
          <p:spPr>
            <a:xfrm>
              <a:off x="10255176" y="2800984"/>
              <a:ext cx="1432453" cy="268293"/>
            </a:xfrm>
            <a:prstGeom prst="rect">
              <a:avLst/>
            </a:prstGeom>
          </p:spPr>
        </p:pic>
        <p:sp>
          <p:nvSpPr>
            <p:cNvPr id="104" name="テキスト ボックス 9"/>
            <p:cNvSpPr txBox="1"/>
            <p:nvPr/>
          </p:nvSpPr>
          <p:spPr>
            <a:xfrm>
              <a:off x="7827409" y="3883930"/>
              <a:ext cx="176942" cy="252377"/>
            </a:xfrm>
            <a:prstGeom prst="rect">
              <a:avLst/>
            </a:prstGeom>
            <a:solidFill>
              <a:srgbClr val="0000FF"/>
            </a:solidFill>
            <a:effectLst>
              <a:outerShdw blurRad="50800" dist="38100" dir="2700000" algn="tl" rotWithShape="0">
                <a:prstClr val="black">
                  <a:alpha val="40000"/>
                </a:prstClr>
              </a:outerShdw>
            </a:effectLst>
          </p:spPr>
          <p:txBody>
            <a:bodyPr wrap="square" lIns="18288" tIns="18288" rIns="18288" bIns="18288" rtlCol="0">
              <a:spAutoFit/>
            </a:bodyPr>
            <a:lstStyle/>
            <a:p>
              <a:pPr algn="ctr" defTabSz="914400"/>
              <a:r>
                <a:rPr kumimoji="1" lang="en-US" altLang="ja-JP" sz="14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1</a:t>
              </a:r>
              <a:endPar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20" name="Group 19"/>
          <p:cNvGrpSpPr/>
          <p:nvPr/>
        </p:nvGrpSpPr>
        <p:grpSpPr>
          <a:xfrm>
            <a:off x="7827409" y="4309527"/>
            <a:ext cx="4149418" cy="1863467"/>
            <a:chOff x="7827409" y="4309527"/>
            <a:chExt cx="4149418" cy="1863467"/>
          </a:xfrm>
        </p:grpSpPr>
        <p:sp>
          <p:nvSpPr>
            <p:cNvPr id="86" name="Rectangle 85"/>
            <p:cNvSpPr/>
            <p:nvPr/>
          </p:nvSpPr>
          <p:spPr bwMode="auto">
            <a:xfrm>
              <a:off x="7926387" y="4309527"/>
              <a:ext cx="4050440" cy="1856232"/>
            </a:xfrm>
            <a:prstGeom prst="rect">
              <a:avLst/>
            </a:prstGeom>
            <a:solidFill>
              <a:schemeClr val="bg1"/>
            </a:solidFill>
            <a:ln w="22225" cap="flat" cmpd="sng" algn="ctr">
              <a:solidFill>
                <a:srgbClr val="0000FF"/>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pic>
          <p:nvPicPr>
            <p:cNvPr id="7" name="Picture 6"/>
            <p:cNvPicPr>
              <a:picLocks noChangeAspect="1"/>
            </p:cNvPicPr>
            <p:nvPr/>
          </p:nvPicPr>
          <p:blipFill>
            <a:blip r:embed="rId5"/>
            <a:stretch>
              <a:fillRect/>
            </a:stretch>
          </p:blipFill>
          <p:spPr>
            <a:xfrm>
              <a:off x="8090626" y="4774682"/>
              <a:ext cx="2054663" cy="1398312"/>
            </a:xfrm>
            <a:prstGeom prst="rect">
              <a:avLst/>
            </a:prstGeom>
          </p:spPr>
        </p:pic>
        <p:sp>
          <p:nvSpPr>
            <p:cNvPr id="83" name="テキスト ボックス 9"/>
            <p:cNvSpPr txBox="1"/>
            <p:nvPr/>
          </p:nvSpPr>
          <p:spPr>
            <a:xfrm>
              <a:off x="8014062" y="4356744"/>
              <a:ext cx="3867682" cy="430887"/>
            </a:xfrm>
            <a:prstGeom prst="rect">
              <a:avLst/>
            </a:prstGeom>
            <a:solidFill>
              <a:srgbClr val="0070C0"/>
            </a:solidFill>
          </p:spPr>
          <p:txBody>
            <a:bodyPr wrap="square" rtlCol="0">
              <a:spAutoFit/>
            </a:bodyPr>
            <a:lstStyle/>
            <a:p>
              <a:pPr defTabSz="914400"/>
              <a:r>
                <a:rPr kumimoji="1" lang="en-US" altLang="ja-JP" sz="11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Convert </a:t>
              </a:r>
              <a:r>
                <a:rPr kumimoji="1" lang="en-US" altLang="ja-JP" sz="11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the operation time to the </a:t>
              </a:r>
              <a:r>
                <a:rPr kumimoji="1" lang="en-US" altLang="ja-JP" sz="11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equivalent one under </a:t>
              </a:r>
              <a:r>
                <a:rPr kumimoji="1" lang="en-US" altLang="ja-JP" sz="1100" dirty="0" err="1"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Iref</a:t>
              </a:r>
              <a:r>
                <a:rPr kumimoji="1" lang="en-US" altLang="ja-JP" sz="11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 stress</a:t>
              </a:r>
              <a:endParaRPr kumimoji="1" lang="en-US" altLang="ja-JP" sz="105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2" name="Picture 1"/>
            <p:cNvPicPr>
              <a:picLocks noChangeAspect="1"/>
            </p:cNvPicPr>
            <p:nvPr/>
          </p:nvPicPr>
          <p:blipFill rotWithShape="1">
            <a:blip r:embed="rId6"/>
            <a:srcRect r="13388"/>
            <a:stretch/>
          </p:blipFill>
          <p:spPr>
            <a:xfrm>
              <a:off x="9919426" y="4834847"/>
              <a:ext cx="2057400" cy="1308743"/>
            </a:xfrm>
            <a:prstGeom prst="rect">
              <a:avLst/>
            </a:prstGeom>
          </p:spPr>
        </p:pic>
        <p:sp>
          <p:nvSpPr>
            <p:cNvPr id="105" name="テキスト ボックス 9"/>
            <p:cNvSpPr txBox="1"/>
            <p:nvPr/>
          </p:nvSpPr>
          <p:spPr>
            <a:xfrm>
              <a:off x="7827409" y="5844417"/>
              <a:ext cx="176942" cy="252377"/>
            </a:xfrm>
            <a:prstGeom prst="rect">
              <a:avLst/>
            </a:prstGeom>
            <a:solidFill>
              <a:srgbClr val="0000FF"/>
            </a:solidFill>
            <a:effectLst>
              <a:outerShdw blurRad="50800" dist="38100" dir="2700000" algn="tl" rotWithShape="0">
                <a:prstClr val="black">
                  <a:alpha val="40000"/>
                </a:prstClr>
              </a:outerShdw>
            </a:effectLst>
          </p:spPr>
          <p:txBody>
            <a:bodyPr wrap="square" lIns="18288" tIns="18288" rIns="18288" bIns="18288" rtlCol="0">
              <a:spAutoFit/>
            </a:bodyPr>
            <a:lstStyle/>
            <a:p>
              <a:pPr algn="ctr" defTabSz="914400"/>
              <a:r>
                <a:rPr kumimoji="1" lang="en-US" altLang="ja-JP" sz="14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2</a:t>
              </a:r>
              <a:endPar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21" name="Group 20"/>
          <p:cNvGrpSpPr/>
          <p:nvPr/>
        </p:nvGrpSpPr>
        <p:grpSpPr>
          <a:xfrm>
            <a:off x="308992" y="3620294"/>
            <a:ext cx="2613058" cy="1859291"/>
            <a:chOff x="308992" y="3582194"/>
            <a:chExt cx="2613058" cy="1859291"/>
          </a:xfrm>
        </p:grpSpPr>
        <p:sp>
          <p:nvSpPr>
            <p:cNvPr id="81" name="Rectangle 80"/>
            <p:cNvSpPr/>
            <p:nvPr/>
          </p:nvSpPr>
          <p:spPr bwMode="auto">
            <a:xfrm>
              <a:off x="397463" y="3582194"/>
              <a:ext cx="2524587" cy="1856232"/>
            </a:xfrm>
            <a:prstGeom prst="rect">
              <a:avLst/>
            </a:prstGeom>
            <a:solidFill>
              <a:schemeClr val="bg1"/>
            </a:solidFill>
            <a:ln w="22225" cap="flat" cmpd="sng" algn="ctr">
              <a:solidFill>
                <a:srgbClr val="00B05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endParaRPr>
            </a:p>
          </p:txBody>
        </p:sp>
        <p:sp>
          <p:nvSpPr>
            <p:cNvPr id="85" name="テキスト ボックス 9"/>
            <p:cNvSpPr txBox="1"/>
            <p:nvPr/>
          </p:nvSpPr>
          <p:spPr>
            <a:xfrm>
              <a:off x="493020" y="3635207"/>
              <a:ext cx="2291699" cy="430887"/>
            </a:xfrm>
            <a:prstGeom prst="rect">
              <a:avLst/>
            </a:prstGeom>
            <a:solidFill>
              <a:srgbClr val="0070C0"/>
            </a:solidFill>
          </p:spPr>
          <p:txBody>
            <a:bodyPr wrap="square" rtlCol="0">
              <a:spAutoFit/>
            </a:bodyPr>
            <a:lstStyle/>
            <a:p>
              <a:pPr defTabSz="914400"/>
              <a:r>
                <a:rPr kumimoji="1" lang="en-US" altLang="ja-JP" sz="11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Adjust the peak brightness according to operating time</a:t>
              </a:r>
            </a:p>
          </p:txBody>
        </p:sp>
        <p:sp>
          <p:nvSpPr>
            <p:cNvPr id="106" name="テキスト ボックス 9"/>
            <p:cNvSpPr txBox="1"/>
            <p:nvPr/>
          </p:nvSpPr>
          <p:spPr>
            <a:xfrm>
              <a:off x="308992" y="5122305"/>
              <a:ext cx="176942" cy="252377"/>
            </a:xfrm>
            <a:prstGeom prst="rect">
              <a:avLst/>
            </a:prstGeom>
            <a:solidFill>
              <a:srgbClr val="0000FF"/>
            </a:solidFill>
            <a:effectLst>
              <a:outerShdw blurRad="50800" dist="38100" dir="2700000" algn="tl" rotWithShape="0">
                <a:prstClr val="black">
                  <a:alpha val="40000"/>
                </a:prstClr>
              </a:outerShdw>
            </a:effectLst>
          </p:spPr>
          <p:txBody>
            <a:bodyPr wrap="square" lIns="18288" tIns="18288" rIns="18288" bIns="18288" rtlCol="0">
              <a:spAutoFit/>
            </a:bodyPr>
            <a:lstStyle/>
            <a:p>
              <a:pPr algn="ctr" defTabSz="914400"/>
              <a:r>
                <a:rPr kumimoji="1" lang="en-US" altLang="ja-JP" sz="1400"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3</a:t>
              </a:r>
              <a:endPar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18" name="Picture 17"/>
            <p:cNvPicPr>
              <a:picLocks noChangeAspect="1"/>
            </p:cNvPicPr>
            <p:nvPr/>
          </p:nvPicPr>
          <p:blipFill>
            <a:blip r:embed="rId7"/>
            <a:stretch>
              <a:fillRect/>
            </a:stretch>
          </p:blipFill>
          <p:spPr>
            <a:xfrm>
              <a:off x="881140" y="4040569"/>
              <a:ext cx="1584725" cy="1400916"/>
            </a:xfrm>
            <a:prstGeom prst="rect">
              <a:avLst/>
            </a:prstGeom>
          </p:spPr>
        </p:pic>
      </p:grpSp>
    </p:spTree>
    <p:extLst>
      <p:ext uri="{BB962C8B-B14F-4D97-AF65-F5344CB8AC3E}">
        <p14:creationId xmlns:p14="http://schemas.microsoft.com/office/powerpoint/2010/main" val="14361212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日期占位符 3"/>
          <p:cNvSpPr>
            <a:spLocks noGrp="1"/>
          </p:cNvSpPr>
          <p:nvPr>
            <p:ph type="dt" sz="quarter" idx="4294967295"/>
          </p:nvPr>
        </p:nvSpPr>
        <p:spPr>
          <a:xfrm>
            <a:off x="7887115" y="6491203"/>
            <a:ext cx="2097572" cy="45571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1848">
              <a:lnSpc>
                <a:spcPct val="140000"/>
              </a:lnSpc>
              <a:buClr>
                <a:schemeClr val="bg2"/>
              </a:buClr>
              <a:buSzPct val="60000"/>
              <a:buFont typeface="Wingdings" panose="05000000000000000000" pitchFamily="2" charset="2"/>
              <a:buChar char="l"/>
              <a:defRPr sz="2000" b="1">
                <a:solidFill>
                  <a:schemeClr val="tx1"/>
                </a:solidFill>
                <a:latin typeface="Arial" panose="020B0604020202020204" pitchFamily="34" charset="0"/>
                <a:ea typeface="华文细黑" panose="02010600040101010101" pitchFamily="2" charset="-122"/>
              </a:defRPr>
            </a:lvl1pPr>
            <a:lvl2pPr marL="743099" indent="-285807" defTabSz="801848">
              <a:lnSpc>
                <a:spcPct val="140000"/>
              </a:lnSpc>
              <a:buClr>
                <a:schemeClr val="tx1"/>
              </a:buClr>
              <a:buSzPct val="50000"/>
              <a:buFont typeface="Wingdings" panose="05000000000000000000" pitchFamily="2" charset="2"/>
              <a:buChar char="p"/>
              <a:defRPr>
                <a:solidFill>
                  <a:schemeClr val="tx1"/>
                </a:solidFill>
                <a:latin typeface="Arial" panose="020B0604020202020204" pitchFamily="34" charset="0"/>
                <a:ea typeface="华文细黑" panose="02010600040101010101" pitchFamily="2" charset="-122"/>
              </a:defRPr>
            </a:lvl2pPr>
            <a:lvl3pPr marL="1143229" indent="-228646" defTabSz="801848">
              <a:lnSpc>
                <a:spcPct val="140000"/>
              </a:lnSpc>
              <a:buSzPct val="50000"/>
              <a:buFont typeface="Wingdings" panose="05000000000000000000" pitchFamily="2" charset="2"/>
              <a:buChar char="n"/>
              <a:defRPr sz="1600">
                <a:solidFill>
                  <a:schemeClr val="tx1"/>
                </a:solidFill>
                <a:latin typeface="Arial" panose="020B0604020202020204" pitchFamily="34" charset="0"/>
                <a:ea typeface="华文细黑" panose="02010600040101010101" pitchFamily="2" charset="-122"/>
              </a:defRPr>
            </a:lvl3pPr>
            <a:lvl4pPr marL="1600520" indent="-228646" defTabSz="801848">
              <a:lnSpc>
                <a:spcPct val="140000"/>
              </a:lnSpc>
              <a:buChar char="–"/>
              <a:defRPr sz="1400">
                <a:solidFill>
                  <a:schemeClr val="tx1"/>
                </a:solidFill>
                <a:latin typeface="Arial" panose="020B0604020202020204" pitchFamily="34" charset="0"/>
                <a:ea typeface="华文细黑" panose="02010600040101010101" pitchFamily="2" charset="-122"/>
              </a:defRPr>
            </a:lvl4pPr>
            <a:lvl5pPr marL="2057811" indent="-228646" defTabSz="801848">
              <a:lnSpc>
                <a:spcPct val="140000"/>
              </a:lnSpc>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5pPr>
            <a:lvl6pPr marL="2515103"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6pPr>
            <a:lvl7pPr marL="2972394"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7pPr>
            <a:lvl8pPr marL="3429686"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8pPr>
            <a:lvl9pPr marL="3886977" indent="-228646" defTabSz="801848"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Arial" panose="020B0604020202020204" pitchFamily="34" charset="0"/>
                <a:ea typeface="华文细黑" panose="02010600040101010101" pitchFamily="2" charset="-122"/>
              </a:defRPr>
            </a:lvl9pPr>
          </a:lstStyle>
          <a:p>
            <a:pPr>
              <a:lnSpc>
                <a:spcPct val="85000"/>
              </a:lnSpc>
              <a:buClrTx/>
              <a:buSzTx/>
              <a:buFontTx/>
              <a:buNone/>
            </a:pPr>
            <a:r>
              <a:rPr lang="de-DE" altLang="zh-CN" sz="1200" b="0">
                <a:solidFill>
                  <a:srgbClr val="000000"/>
                </a:solidFill>
                <a:ea typeface="MS PGothic" panose="020B0600070205080204" pitchFamily="34" charset="-128"/>
              </a:rPr>
              <a:t>Page </a:t>
            </a:r>
            <a:fld id="{8D839213-7A7B-4A64-9274-9FA6A4197B37}" type="slidenum">
              <a:rPr lang="de-DE" altLang="zh-CN" sz="1200" b="0">
                <a:solidFill>
                  <a:srgbClr val="000000"/>
                </a:solidFill>
                <a:ea typeface="MS PGothic" panose="020B0600070205080204" pitchFamily="34" charset="-128"/>
              </a:rPr>
              <a:pPr>
                <a:lnSpc>
                  <a:spcPct val="85000"/>
                </a:lnSpc>
                <a:buClrTx/>
                <a:buSzTx/>
                <a:buFontTx/>
                <a:buNone/>
              </a:pPr>
              <a:t>8</a:t>
            </a:fld>
            <a:endParaRPr lang="en-GB" altLang="zh-CN" sz="1200" b="0">
              <a:solidFill>
                <a:srgbClr val="000000"/>
              </a:solidFill>
              <a:ea typeface="MS PGothic" panose="020B0600070205080204" pitchFamily="34" charset="-128"/>
            </a:endParaRPr>
          </a:p>
        </p:txBody>
      </p:sp>
      <p:sp>
        <p:nvSpPr>
          <p:cNvPr id="71" name="Rectangle 5"/>
          <p:cNvSpPr>
            <a:spLocks noChangeArrowheads="1"/>
          </p:cNvSpPr>
          <p:nvPr/>
        </p:nvSpPr>
        <p:spPr bwMode="auto">
          <a:xfrm>
            <a:off x="382587" y="429677"/>
            <a:ext cx="11049000" cy="38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804" tIns="39402" rIns="78804" bIns="39402"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5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1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914583" eaLnBrk="0" fontAlgn="base" hangingPunct="0">
              <a:spcBef>
                <a:spcPct val="0"/>
              </a:spcBef>
              <a:spcAft>
                <a:spcPct val="0"/>
              </a:spcAft>
              <a:buFontTx/>
              <a:buNone/>
            </a:pPr>
            <a:r>
              <a:rPr lang="en-US" sz="2801" b="1" dirty="0" smtClean="0">
                <a:solidFill>
                  <a:srgbClr val="990000"/>
                </a:solidFill>
                <a:ea typeface="黑体"/>
                <a:cs typeface="Arial" pitchFamily="34" charset="0"/>
              </a:rPr>
              <a:t>Summary</a:t>
            </a:r>
            <a:endParaRPr lang="zh-CN" altLang="zh-CN" sz="2801" b="1" dirty="0">
              <a:solidFill>
                <a:srgbClr val="990000"/>
              </a:solidFill>
              <a:ea typeface="黑体"/>
              <a:cs typeface="Arial" pitchFamily="34" charset="0"/>
              <a:sym typeface="Arial" panose="020B0604020202020204" pitchFamily="34" charset="0"/>
            </a:endParaRPr>
          </a:p>
        </p:txBody>
      </p:sp>
      <p:sp>
        <p:nvSpPr>
          <p:cNvPr id="4" name="テキスト ボックス 9"/>
          <p:cNvSpPr txBox="1"/>
          <p:nvPr/>
        </p:nvSpPr>
        <p:spPr>
          <a:xfrm>
            <a:off x="228599" y="991394"/>
            <a:ext cx="11812588" cy="1608133"/>
          </a:xfrm>
          <a:prstGeom prst="rect">
            <a:avLst/>
          </a:prstGeom>
          <a:noFill/>
        </p:spPr>
        <p:txBody>
          <a:bodyPr wrap="square" rtlCol="0">
            <a:spAutoFit/>
          </a:bodyPr>
          <a:lstStyle/>
          <a:p>
            <a:pPr defTabSz="914400"/>
            <a:r>
              <a:rPr kumimoji="1" lang="en-US" altLang="ja-JP" sz="13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The </a:t>
            </a:r>
            <a:r>
              <a:rPr kumimoji="1" lang="en-US" altLang="ja-JP" sz="1300"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outline of compensation algorithm for the OLED image sticking </a:t>
            </a:r>
            <a:r>
              <a:rPr kumimoji="1" lang="en-US" altLang="ja-JP" sz="13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was explained.</a:t>
            </a:r>
          </a:p>
          <a:p>
            <a:pPr defTabSz="914400"/>
            <a:r>
              <a:rPr kumimoji="1" lang="en-US" altLang="ja-JP" sz="13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300"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(especially calculation model for degradation of OLED)</a:t>
            </a:r>
            <a:endParaRPr kumimoji="1" lang="en-US" altLang="ja-JP" sz="13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p>
            <a:pPr defTabSz="914400"/>
            <a:endParaRPr kumimoji="1" lang="en-US" altLang="ja-JP" sz="13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defTabSz="914400">
              <a:spcAft>
                <a:spcPts val="300"/>
              </a:spcAft>
            </a:pPr>
            <a:r>
              <a:rPr kumimoji="1" lang="en-US" altLang="ja-JP" sz="1300"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The topics for modeling are as </a:t>
            </a:r>
            <a:r>
              <a:rPr kumimoji="1" lang="en-US" altLang="ja-JP" sz="13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follows :</a:t>
            </a:r>
          </a:p>
          <a:p>
            <a:pPr defTabSz="914400">
              <a:spcAft>
                <a:spcPts val="300"/>
              </a:spcAft>
            </a:pPr>
            <a:r>
              <a:rPr kumimoji="1" lang="en-US" altLang="ja-JP" sz="13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  - </a:t>
            </a:r>
            <a:r>
              <a:rPr kumimoji="1" lang="en-US" altLang="ja-JP" sz="13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Reproduce the degradation of each </a:t>
            </a:r>
            <a:r>
              <a:rPr kumimoji="1" lang="en-US" altLang="ja-JP" sz="13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point (time, </a:t>
            </a:r>
            <a:r>
              <a:rPr kumimoji="1" lang="en-US" altLang="ja-JP" sz="1300" dirty="0" err="1"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300" baseline="-25000" dirty="0" err="1"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pix</a:t>
            </a:r>
            <a:r>
              <a:rPr kumimoji="1" lang="en-US" altLang="ja-JP" sz="13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3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by a combination of two component (</a:t>
            </a:r>
            <a:r>
              <a:rPr kumimoji="1" lang="en-US" altLang="ja-JP" sz="1300" dirty="0" err="1">
                <a:solidFill>
                  <a:srgbClr val="000000"/>
                </a:solidFill>
                <a:latin typeface="Meiryo UI" panose="020B0604030504040204" pitchFamily="50" charset="-128"/>
                <a:ea typeface="Meiryo UI" panose="020B0604030504040204" pitchFamily="50" charset="-128"/>
                <a:cs typeface="Meiryo UI" panose="020B0604030504040204" pitchFamily="50" charset="-128"/>
              </a:rPr>
              <a:t>Δη</a:t>
            </a:r>
            <a:r>
              <a:rPr kumimoji="1" lang="ja-JP" altLang="en-US" sz="1300" baseline="300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１</a:t>
            </a:r>
            <a:r>
              <a:rPr kumimoji="1" lang="en-US" altLang="ja-JP" sz="13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 Δη</a:t>
            </a:r>
            <a:r>
              <a:rPr kumimoji="1" lang="en-US" altLang="ja-JP" sz="1300" baseline="300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2</a:t>
            </a:r>
            <a:r>
              <a:rPr kumimoji="1" lang="en-US" altLang="ja-JP" sz="13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p>
          <a:p>
            <a:pPr defTabSz="914400">
              <a:spcAft>
                <a:spcPts val="300"/>
              </a:spcAft>
            </a:pPr>
            <a:r>
              <a:rPr kumimoji="1" lang="en-US" altLang="ja-JP" sz="13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  - The </a:t>
            </a:r>
            <a:r>
              <a:rPr kumimoji="1" lang="en-US" altLang="ja-JP" sz="13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difference in </a:t>
            </a:r>
            <a:r>
              <a:rPr kumimoji="1" lang="en-US" altLang="ja-JP" sz="13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stress </a:t>
            </a:r>
            <a:r>
              <a:rPr kumimoji="1" lang="en-US" altLang="ja-JP" sz="13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due to the signal history is managed by converting it into </a:t>
            </a:r>
            <a:r>
              <a:rPr kumimoji="1" lang="en-US" altLang="ja-JP" sz="13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operation time under standard stress.</a:t>
            </a:r>
            <a:endParaRPr kumimoji="1" lang="en-US" altLang="ja-JP" sz="13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defTabSz="914400">
              <a:spcAft>
                <a:spcPts val="300"/>
              </a:spcAft>
            </a:pPr>
            <a:r>
              <a:rPr kumimoji="1" lang="en-US" altLang="ja-JP" sz="13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  - To avoid excessive degradation caused by compensation driving, </a:t>
            </a:r>
            <a:r>
              <a:rPr kumimoji="1" lang="en-US" altLang="ja-JP" sz="13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the peak brightness </a:t>
            </a:r>
            <a:r>
              <a:rPr kumimoji="1" lang="en-US" altLang="ja-JP" sz="13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is adjusted according </a:t>
            </a:r>
            <a:r>
              <a:rPr kumimoji="1" lang="en-US" altLang="ja-JP" sz="13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to </a:t>
            </a:r>
            <a:r>
              <a:rPr kumimoji="1" lang="en-US" altLang="ja-JP" sz="13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the operating time. (If needed)</a:t>
            </a:r>
          </a:p>
        </p:txBody>
      </p:sp>
      <p:sp>
        <p:nvSpPr>
          <p:cNvPr id="7" name="テキスト ボックス 9"/>
          <p:cNvSpPr txBox="1"/>
          <p:nvPr/>
        </p:nvSpPr>
        <p:spPr>
          <a:xfrm>
            <a:off x="2363787" y="2555053"/>
            <a:ext cx="9685338" cy="261610"/>
          </a:xfrm>
          <a:prstGeom prst="rect">
            <a:avLst/>
          </a:prstGeom>
          <a:noFill/>
        </p:spPr>
        <p:txBody>
          <a:bodyPr wrap="square" rtlCol="0">
            <a:spAutoFit/>
          </a:bodyPr>
          <a:lstStyle/>
          <a:p>
            <a:pPr defTabSz="914400"/>
            <a:r>
              <a:rPr kumimoji="1" lang="en-US" altLang="ja-JP" sz="11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(Sorry </a:t>
            </a:r>
            <a:r>
              <a:rPr kumimoji="1" lang="en-US" altLang="ja-JP" sz="11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that I could not </a:t>
            </a:r>
            <a:r>
              <a:rPr kumimoji="1" lang="en-US" altLang="ja-JP" sz="11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explain </a:t>
            </a:r>
            <a:r>
              <a:rPr kumimoji="1" lang="en-US" altLang="ja-JP" sz="11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detailed </a:t>
            </a:r>
            <a:r>
              <a:rPr kumimoji="1" lang="en-US" altLang="ja-JP" sz="11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models </a:t>
            </a:r>
            <a:r>
              <a:rPr kumimoji="1" lang="en-US" altLang="ja-JP" sz="11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or specific data, </a:t>
            </a:r>
            <a:r>
              <a:rPr kumimoji="1" lang="en-US" altLang="ja-JP" sz="11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but mass-produced OLED display for medical use is based </a:t>
            </a:r>
            <a:r>
              <a:rPr kumimoji="1" lang="en-US" altLang="ja-JP" sz="11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on this </a:t>
            </a:r>
            <a:r>
              <a:rPr kumimoji="1" lang="en-US" altLang="ja-JP" sz="11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model.)</a:t>
            </a:r>
            <a:endParaRPr kumimoji="1" lang="en-US" altLang="ja-JP" sz="11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テキスト ボックス 9"/>
          <p:cNvSpPr txBox="1"/>
          <p:nvPr/>
        </p:nvSpPr>
        <p:spPr>
          <a:xfrm>
            <a:off x="228599" y="2905275"/>
            <a:ext cx="11723688" cy="692497"/>
          </a:xfrm>
          <a:prstGeom prst="rect">
            <a:avLst/>
          </a:prstGeom>
          <a:noFill/>
        </p:spPr>
        <p:txBody>
          <a:bodyPr wrap="square" rtlCol="0">
            <a:spAutoFit/>
          </a:bodyPr>
          <a:lstStyle/>
          <a:p>
            <a:pPr defTabSz="914400"/>
            <a:r>
              <a:rPr kumimoji="1" lang="en-US" altLang="ja-JP" sz="13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Now in conventional system, stress </a:t>
            </a:r>
            <a:r>
              <a:rPr kumimoji="1" lang="en-US" altLang="ja-JP" sz="1300"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data of all pixels are stored, and correction of all pixels is </a:t>
            </a:r>
            <a:r>
              <a:rPr kumimoji="1" lang="en-US" altLang="ja-JP" sz="13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performed.</a:t>
            </a:r>
          </a:p>
          <a:p>
            <a:pPr defTabSz="914400"/>
            <a:r>
              <a:rPr kumimoji="1" lang="en-US" altLang="ja-JP" sz="13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It </a:t>
            </a:r>
            <a:r>
              <a:rPr kumimoji="1" lang="en-US" altLang="ja-JP" sz="1300"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is necessary to simplify the system and compress stress data for use on Smartphone</a:t>
            </a:r>
            <a:r>
              <a:rPr kumimoji="1" lang="en-US" altLang="ja-JP" sz="1300" dirty="0" smtClean="0">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p>
          <a:p>
            <a:pPr defTabSz="914400"/>
            <a:r>
              <a:rPr kumimoji="1" lang="ja-JP" altLang="en-US" sz="1200"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3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(ex. detect </a:t>
            </a:r>
            <a:r>
              <a:rPr kumimoji="1" lang="en-US" altLang="ja-JP" sz="13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the edge structure in fixed </a:t>
            </a:r>
            <a:r>
              <a:rPr kumimoji="1" lang="en-US" altLang="ja-JP" sz="13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pattern etc.. )  </a:t>
            </a:r>
            <a:r>
              <a:rPr kumimoji="1" lang="ja-JP" altLang="en-US" sz="1300" dirty="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300" b="1" i="1" dirty="0" smtClean="0">
                <a:solidFill>
                  <a:srgbClr val="C00000"/>
                </a:solidFill>
                <a:latin typeface="Meiryo UI" panose="020B0604030504040204" pitchFamily="50" charset="-128"/>
                <a:ea typeface="Meiryo UI" panose="020B0604030504040204" pitchFamily="50" charset="-128"/>
                <a:cs typeface="Meiryo UI" panose="020B0604030504040204" pitchFamily="50" charset="-128"/>
              </a:rPr>
              <a:t>Next Topics</a:t>
            </a:r>
            <a:endParaRPr kumimoji="1" lang="en-US" altLang="ja-JP" sz="1200" b="1" i="1" dirty="0">
              <a:solidFill>
                <a:srgbClr val="C00000"/>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38996802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8452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Blank">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自定义 1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BCW2.0_PPT template 2_light color_16x9.pptx" id="{1EABB196-09DF-449C-81A7-8B365EECB24B}" vid="{A57A7468-45A0-47BA-AFDB-BD9526FB309A}"/>
    </a:ext>
  </a:extLst>
</a:theme>
</file>

<file path=ppt/theme/theme2.xml><?xml version="1.0" encoding="utf-8"?>
<a:theme xmlns:a="http://schemas.openxmlformats.org/drawingml/2006/main" name="内容Copytext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6">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CW2.0_PPT template 2_light color_16x9.pptx" id="{1EABB196-09DF-449C-81A7-8B365EECB24B}" vid="{C73E875C-06CF-473B-9FD8-4DDFDCFC90B0}"/>
    </a:ext>
  </a:extLst>
</a:theme>
</file>

<file path=ppt/theme/theme3.xml><?xml version="1.0" encoding="utf-8"?>
<a:theme xmlns:a="http://schemas.openxmlformats.org/drawingml/2006/main" name="1_内容Copytext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CW2.0_PPT template 2_light color_16x9.pptx" id="{1EABB196-09DF-449C-81A7-8B365EECB24B}" vid="{7A6CEDF1-D855-4ADC-8FA8-6A5F7BCF5F8F}"/>
    </a:ext>
  </a:extLst>
</a:theme>
</file>

<file path=ppt/theme/theme4.xml><?xml version="1.0" encoding="utf-8"?>
<a:theme xmlns:a="http://schemas.openxmlformats.org/drawingml/2006/main" name="Thank you">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CW PP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CW2.0_PPT template 2_light color_16x9.pptx" id="{1EABB196-09DF-449C-81A7-8B365EECB24B}" vid="{88094B1A-42F2-43C5-A1F4-5D84CAEC2B4A}"/>
    </a:ext>
  </a:extLst>
</a:theme>
</file>

<file path=ppt/theme/theme5.xml><?xml version="1.0" encoding="utf-8"?>
<a:theme xmlns:a="http://schemas.openxmlformats.org/drawingml/2006/main" name="default">
  <a:themeElements>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1_default">
  <a:themeElements>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2_default">
  <a:themeElements>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3_default">
  <a:themeElements>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default">
  <a:themeElements>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a:themeElements>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6_default">
  <a:themeElements>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3625</TotalTime>
  <Words>1211</Words>
  <Application>Microsoft Office PowerPoint</Application>
  <PresentationFormat>Custom</PresentationFormat>
  <Paragraphs>374</Paragraphs>
  <Slides>9</Slides>
  <Notes>0</Notes>
  <HiddenSlides>0</HiddenSlides>
  <MMClips>0</MMClips>
  <ScaleCrop>false</ScaleCrop>
  <HeadingPairs>
    <vt:vector size="6" baseType="variant">
      <vt:variant>
        <vt:lpstr>Fonts Used</vt:lpstr>
      </vt:variant>
      <vt:variant>
        <vt:i4>19</vt:i4>
      </vt:variant>
      <vt:variant>
        <vt:lpstr>Theme</vt:lpstr>
      </vt:variant>
      <vt:variant>
        <vt:i4>11</vt:i4>
      </vt:variant>
      <vt:variant>
        <vt:lpstr>Slide Titles</vt:lpstr>
      </vt:variant>
      <vt:variant>
        <vt:i4>9</vt:i4>
      </vt:variant>
    </vt:vector>
  </HeadingPairs>
  <TitlesOfParts>
    <vt:vector size="39" baseType="lpstr">
      <vt:lpstr>Arial Unicode MS</vt:lpstr>
      <vt:lpstr>Century Schoolbook</vt:lpstr>
      <vt:lpstr>Franklin Gothic Book</vt:lpstr>
      <vt:lpstr>FrutigerNext LT Bold</vt:lpstr>
      <vt:lpstr>FrutigerNext LT Light</vt:lpstr>
      <vt:lpstr>FrutigerNext LT Medium</vt:lpstr>
      <vt:lpstr>FrutigerNext LT Regular</vt:lpstr>
      <vt:lpstr>Meiryo UI</vt:lpstr>
      <vt:lpstr>微软雅黑</vt:lpstr>
      <vt:lpstr>ＭＳ Ｐゴシック</vt:lpstr>
      <vt:lpstr>ＭＳ Ｐゴシック</vt:lpstr>
      <vt:lpstr>ＭＳ Ｐ明朝</vt:lpstr>
      <vt:lpstr>黑体</vt:lpstr>
      <vt:lpstr>宋体</vt:lpstr>
      <vt:lpstr>华文细黑</vt:lpstr>
      <vt:lpstr>Arial</vt:lpstr>
      <vt:lpstr>Calibri</vt:lpstr>
      <vt:lpstr>Cambria Math</vt:lpstr>
      <vt:lpstr>Wingdings</vt:lpstr>
      <vt:lpstr>Blank</vt:lpstr>
      <vt:lpstr>内容Copytext </vt:lpstr>
      <vt:lpstr>1_内容Copytext </vt:lpstr>
      <vt:lpstr>Thank you</vt:lpstr>
      <vt:lpstr>default</vt:lpstr>
      <vt:lpstr>1_default</vt:lpstr>
      <vt:lpstr>2_default</vt:lpstr>
      <vt:lpstr>3_default</vt:lpstr>
      <vt:lpstr>4_default</vt:lpstr>
      <vt:lpstr>5_default</vt:lpstr>
      <vt:lpstr>6_default</vt:lpstr>
      <vt:lpstr>AMOLED Image sticking prevention/compensation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TAKATORI KENICHI</dc:creator>
  <cp:lastModifiedBy>Matsui Masafumi</cp:lastModifiedBy>
  <cp:revision>188</cp:revision>
  <dcterms:created xsi:type="dcterms:W3CDTF">2018-07-20T08:01:49Z</dcterms:created>
  <dcterms:modified xsi:type="dcterms:W3CDTF">2018-08-20T00:44:08Z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_ms_pID_72543">
    <vt:lpwstr>(3)LnZC7oz8To7Y22xH3O/e8/X6gkcAfRUeHpPKe9auJUq9yzXFzrGV+j1DVZzgI0EDzC0+5uAn
JRM3s2IrrRCN1xLLc5QCYMfFYASWKQEv6iy1EnUE8rYaLKTG6HQjCqbkdbEQ9AilA4wlcUGp
M+k9aV/YBB7bikGlSXRZgKrcuKUoPTRW/pwdIjDDNwoeATG48Nbp4PibsYPQdwtvyHcMCRzq
oFE7OBQURzIUP5l6z3</vt:lpwstr>
  </property>
  <property fmtid="{D5CDD505-2E9C-101B-9397-08002B2CF9AE}" pid="3" name="_new_ms_pID_725431">
    <vt:lpwstr>HT427Rj6lAztVHZEJkxSciTysHWHm3pp5pN5bdc8jI+R61LnM43/Id
OJR/5SFPGpxMNY+Ik687ggiaLVMQscvYPOkYpYvR1VHcjWO8LpQ8Jk53dz+OU+dlYUxEyVKl
nYzFJYTuHXU49As1XFzB/2i2wAX+Yjn1QhbYw+qyfxCE4z7K7zPku/WWV3NPVhG2wti/wSUD
AM0CoU+WY5x1lW5yWyWZ3mYynTqhsmvMoz2Q</vt:lpwstr>
  </property>
  <property fmtid="{D5CDD505-2E9C-101B-9397-08002B2CF9AE}" pid="4" name="_new_ms_pID_725432">
    <vt:lpwstr>of/ts7Wz4tkV5CWwOAx2QBtKm6tC/Xu4PptY
e8yjtgJI/F4gvLnqMJLIFc4L3zL3adNOX5ClTsL7BprpsyLPcNPaVLnaJJkx23gviqr0Df3e
</vt:lpwstr>
  </property>
  <property fmtid="{D5CDD505-2E9C-101B-9397-08002B2CF9AE}" pid="5" name="_2015_ms_pID_725343">
    <vt:lpwstr>(3)ce4bs49QFufg4qqCZyF5HWRqoZPYtkWLR9xG9fepyiBJqWI8Y3z6nXEGFvRj3cCx1HLKdT/E
+6fUj6oMVlaiWmOvazy2j8Hvxs23Rj1QC/YOgKypweXeTxINTtRzNgOkadrhatr1Lcx9rKgO
9uG6EF1R+NdQZWqm/R6Zd6VTrPKb0a9HVi20Y725uVtMO2iQVLUHJWbhuJ9gpUNrOrIJjZvd
bchX91BL1lYhz+D8sE</vt:lpwstr>
  </property>
  <property fmtid="{D5CDD505-2E9C-101B-9397-08002B2CF9AE}" pid="6" name="_2015_ms_pID_7253431">
    <vt:lpwstr>Xd3QOnYXlRpYw77t6+NG33YtSkY5viaPkjgnC1mXageS3fCw5dRut5
dTGgkvnXWugIUQod/agJCtOxxN/VVJ2fFthYMNak2umq/MYdlzZHu1XLOMlpLpTPos2YZeyK
2vQDx3n91em91TRGA2KhlvjEtWXeSJRurbd2KVLScKFZ+Xb9ZFn5Rdp+xgJpMPRqMChZoQRb
HTmLT4R5bIijlzvqgEOSNcFks8AJAQnmgsav</vt:lpwstr>
  </property>
  <property fmtid="{D5CDD505-2E9C-101B-9397-08002B2CF9AE}" pid="7" name="_2015_ms_pID_7253432">
    <vt:lpwstr>YHqhahyrP+9PHuRSUoa6fKXegqFjDEIbFmsP
/oAOu79NyFEuPheSeUGDv4WeiOqeAQ==</vt:lpwstr>
  </property>
  <property fmtid="{D5CDD505-2E9C-101B-9397-08002B2CF9AE}" pid="8" name="_readonly">
    <vt:lpwstr/>
  </property>
  <property fmtid="{D5CDD505-2E9C-101B-9397-08002B2CF9AE}" pid="9" name="_change">
    <vt:lpwstr/>
  </property>
  <property fmtid="{D5CDD505-2E9C-101B-9397-08002B2CF9AE}" pid="10" name="_full-control">
    <vt:lpwstr/>
  </property>
  <property fmtid="{D5CDD505-2E9C-101B-9397-08002B2CF9AE}" pid="11" name="sflag">
    <vt:lpwstr>1534725824</vt:lpwstr>
  </property>
</Properties>
</file>